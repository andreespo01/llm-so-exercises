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notesMasterIdLst>
    <p:notesMasterId r:id="rId16"/>
  </p:notesMasterIdLst>
  <p:sldIdLst>
    <p:sldId id="257" r:id="rId3"/>
    <p:sldId id="293" r:id="rId4"/>
    <p:sldId id="304" r:id="rId5"/>
    <p:sldId id="294" r:id="rId6"/>
    <p:sldId id="305" r:id="rId7"/>
    <p:sldId id="264" r:id="rId8"/>
    <p:sldId id="278" r:id="rId9"/>
    <p:sldId id="279" r:id="rId10"/>
    <p:sldId id="280" r:id="rId11"/>
    <p:sldId id="281" r:id="rId12"/>
    <p:sldId id="282" r:id="rId13"/>
    <p:sldId id="288" r:id="rId14"/>
    <p:sldId id="292" r:id="rId1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84940D-D930-4BE9-9C3C-45ACBE300F5E}" v="27" dt="2026-04-13T14:54:29.935"/>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pc:chgData name="Andrea Esposito" userId="af663d4e0f6c8da9" providerId="LiveId" clId="{262502FB-FC54-43DB-AB78-73175A28E98A}" dt="2026-04-13T14:54:29.935" v="10381" actId="14826"/>
      <pc:docMkLst>
        <pc:docMk/>
      </pc:docMkLst>
      <pc:sldChg chg="modSp mod">
        <pc:chgData name="Andrea Esposito" userId="af663d4e0f6c8da9" providerId="LiveId" clId="{262502FB-FC54-43DB-AB78-73175A28E98A}" dt="2026-04-13T14:22:37.539" v="9933" actId="20577"/>
        <pc:sldMkLst>
          <pc:docMk/>
          <pc:sldMk cId="1263488033" sldId="257"/>
        </pc:sldMkLst>
        <pc:spChg chg="mod">
          <ac:chgData name="Andrea Esposito" userId="af663d4e0f6c8da9" providerId="LiveId" clId="{262502FB-FC54-43DB-AB78-73175A28E98A}" dt="2026-04-13T14:22:33.869" v="9929" actId="20577"/>
          <ac:spMkLst>
            <pc:docMk/>
            <pc:sldMk cId="1263488033" sldId="257"/>
            <ac:spMk id="2" creationId="{36589F58-A08D-CE97-7557-37E4EE640150}"/>
          </ac:spMkLst>
        </pc:spChg>
        <pc:spChg chg="mod">
          <ac:chgData name="Andrea Esposito" userId="af663d4e0f6c8da9" providerId="LiveId" clId="{262502FB-FC54-43DB-AB78-73175A28E98A}" dt="2026-04-13T14:22:37.539" v="9933" actId="20577"/>
          <ac:spMkLst>
            <pc:docMk/>
            <pc:sldMk cId="1263488033" sldId="257"/>
            <ac:spMk id="5" creationId="{5F7A069C-CC32-2115-EB4B-3687677A3594}"/>
          </ac:spMkLst>
        </pc:spChg>
      </pc:sldChg>
      <pc:sldChg chg="addSp modSp del mod">
        <pc:chgData name="Andrea Esposito" userId="af663d4e0f6c8da9" providerId="LiveId" clId="{262502FB-FC54-43DB-AB78-73175A28E98A}" dt="2026-04-13T14:22:40.396" v="9934" actId="47"/>
        <pc:sldMkLst>
          <pc:docMk/>
          <pc:sldMk cId="390661760" sldId="258"/>
        </pc:sldMkLst>
      </pc:sldChg>
      <pc:sldChg chg="modSp mod">
        <pc:chgData name="Andrea Esposito" userId="af663d4e0f6c8da9" providerId="LiveId" clId="{262502FB-FC54-43DB-AB78-73175A28E98A}" dt="2026-04-13T14:51:56.835" v="10374"/>
        <pc:sldMkLst>
          <pc:docMk/>
          <pc:sldMk cId="2218945759" sldId="264"/>
        </pc:sldMkLst>
        <pc:spChg chg="mod">
          <ac:chgData name="Andrea Esposito" userId="af663d4e0f6c8da9" providerId="LiveId" clId="{262502FB-FC54-43DB-AB78-73175A28E98A}" dt="2026-04-13T14:51:56.835" v="10374"/>
          <ac:spMkLst>
            <pc:docMk/>
            <pc:sldMk cId="2218945759" sldId="264"/>
            <ac:spMk id="3" creationId="{FE8E244F-E0E7-6602-DF9C-C278A7003585}"/>
          </ac:spMkLst>
        </pc:spChg>
      </pc:sldChg>
      <pc:sldChg chg="addSp delSp modSp del mod">
        <pc:chgData name="Andrea Esposito" userId="af663d4e0f6c8da9" providerId="LiveId" clId="{262502FB-FC54-43DB-AB78-73175A28E98A}" dt="2026-04-13T14:40:56.842" v="10252" actId="47"/>
        <pc:sldMkLst>
          <pc:docMk/>
          <pc:sldMk cId="2048541978" sldId="266"/>
        </pc:sldMkLst>
      </pc:sldChg>
      <pc:sldChg chg="modSp">
        <pc:chgData name="Andrea Esposito" userId="af663d4e0f6c8da9" providerId="LiveId" clId="{262502FB-FC54-43DB-AB78-73175A28E98A}" dt="2026-04-13T14:53:34.601" v="10375" actId="14826"/>
        <pc:sldMkLst>
          <pc:docMk/>
          <pc:sldMk cId="1842148543" sldId="278"/>
        </pc:sldMkLst>
        <pc:picChg chg="mod">
          <ac:chgData name="Andrea Esposito" userId="af663d4e0f6c8da9" providerId="LiveId" clId="{262502FB-FC54-43DB-AB78-73175A28E98A}" dt="2026-04-13T14:53:34.601" v="10375" actId="14826"/>
          <ac:picMkLst>
            <pc:docMk/>
            <pc:sldMk cId="1842148543" sldId="278"/>
            <ac:picMk id="9" creationId="{CB5E335E-6719-D7FE-7FA8-17807A99FDA2}"/>
          </ac:picMkLst>
        </pc:picChg>
      </pc:sldChg>
      <pc:sldChg chg="modSp mod">
        <pc:chgData name="Andrea Esposito" userId="af663d4e0f6c8da9" providerId="LiveId" clId="{262502FB-FC54-43DB-AB78-73175A28E98A}" dt="2026-04-13T14:53:43.933" v="10376" actId="14826"/>
        <pc:sldMkLst>
          <pc:docMk/>
          <pc:sldMk cId="440999752" sldId="279"/>
        </pc:sldMkLst>
        <pc:spChg chg="mod">
          <ac:chgData name="Andrea Esposito" userId="af663d4e0f6c8da9" providerId="LiveId" clId="{262502FB-FC54-43DB-AB78-73175A28E98A}" dt="2026-04-08T18:08:36.042" v="9721" actId="20577"/>
          <ac:spMkLst>
            <pc:docMk/>
            <pc:sldMk cId="440999752" sldId="279"/>
            <ac:spMk id="2" creationId="{5D3C6E78-26E1-A896-00D8-72642E7B51CB}"/>
          </ac:spMkLst>
        </pc:spChg>
        <pc:picChg chg="mod">
          <ac:chgData name="Andrea Esposito" userId="af663d4e0f6c8da9" providerId="LiveId" clId="{262502FB-FC54-43DB-AB78-73175A28E98A}" dt="2026-04-13T14:53:43.933" v="10376" actId="14826"/>
          <ac:picMkLst>
            <pc:docMk/>
            <pc:sldMk cId="440999752" sldId="279"/>
            <ac:picMk id="5" creationId="{E5947B34-239C-979C-B779-56571887CEE4}"/>
          </ac:picMkLst>
        </pc:picChg>
      </pc:sldChg>
      <pc:sldChg chg="modSp mod">
        <pc:chgData name="Andrea Esposito" userId="af663d4e0f6c8da9" providerId="LiveId" clId="{262502FB-FC54-43DB-AB78-73175A28E98A}" dt="2026-04-13T14:53:52.011" v="10377" actId="14826"/>
        <pc:sldMkLst>
          <pc:docMk/>
          <pc:sldMk cId="1110123291" sldId="280"/>
        </pc:sldMkLst>
        <pc:spChg chg="mod">
          <ac:chgData name="Andrea Esposito" userId="af663d4e0f6c8da9" providerId="LiveId" clId="{262502FB-FC54-43DB-AB78-73175A28E98A}" dt="2026-04-08T18:08:26.989" v="9714" actId="20577"/>
          <ac:spMkLst>
            <pc:docMk/>
            <pc:sldMk cId="1110123291" sldId="280"/>
            <ac:spMk id="2" creationId="{55FC346D-60A1-0A4E-4785-3DF47D6A577B}"/>
          </ac:spMkLst>
        </pc:spChg>
        <pc:picChg chg="mod">
          <ac:chgData name="Andrea Esposito" userId="af663d4e0f6c8da9" providerId="LiveId" clId="{262502FB-FC54-43DB-AB78-73175A28E98A}" dt="2026-04-13T14:53:52.011" v="10377" actId="14826"/>
          <ac:picMkLst>
            <pc:docMk/>
            <pc:sldMk cId="1110123291" sldId="280"/>
            <ac:picMk id="8" creationId="{67C966C0-469A-C4F3-4E73-47707D821D59}"/>
          </ac:picMkLst>
        </pc:picChg>
      </pc:sldChg>
      <pc:sldChg chg="modSp mod">
        <pc:chgData name="Andrea Esposito" userId="af663d4e0f6c8da9" providerId="LiveId" clId="{262502FB-FC54-43DB-AB78-73175A28E98A}" dt="2026-04-13T14:54:02.435" v="10378" actId="14826"/>
        <pc:sldMkLst>
          <pc:docMk/>
          <pc:sldMk cId="4184518395" sldId="281"/>
        </pc:sldMkLst>
        <pc:spChg chg="mod">
          <ac:chgData name="Andrea Esposito" userId="af663d4e0f6c8da9" providerId="LiveId" clId="{262502FB-FC54-43DB-AB78-73175A28E98A}" dt="2026-04-08T18:09:13.913" v="9728" actId="20577"/>
          <ac:spMkLst>
            <pc:docMk/>
            <pc:sldMk cId="4184518395" sldId="281"/>
            <ac:spMk id="2" creationId="{648E4098-A90E-7297-148B-44D46EA7E70A}"/>
          </ac:spMkLst>
        </pc:spChg>
        <pc:picChg chg="mod">
          <ac:chgData name="Andrea Esposito" userId="af663d4e0f6c8da9" providerId="LiveId" clId="{262502FB-FC54-43DB-AB78-73175A28E98A}" dt="2026-04-13T14:54:02.435" v="10378" actId="14826"/>
          <ac:picMkLst>
            <pc:docMk/>
            <pc:sldMk cId="4184518395" sldId="281"/>
            <ac:picMk id="10" creationId="{63341522-CA2C-E841-596E-8D8409E83AF8}"/>
          </ac:picMkLst>
        </pc:picChg>
      </pc:sldChg>
      <pc:sldChg chg="modSp mod">
        <pc:chgData name="Andrea Esposito" userId="af663d4e0f6c8da9" providerId="LiveId" clId="{262502FB-FC54-43DB-AB78-73175A28E98A}" dt="2026-04-13T14:54:11.493" v="10379" actId="14826"/>
        <pc:sldMkLst>
          <pc:docMk/>
          <pc:sldMk cId="1134298706" sldId="282"/>
        </pc:sldMkLst>
        <pc:spChg chg="mod">
          <ac:chgData name="Andrea Esposito" userId="af663d4e0f6c8da9" providerId="LiveId" clId="{262502FB-FC54-43DB-AB78-73175A28E98A}" dt="2026-04-08T18:09:32.778" v="9732" actId="20577"/>
          <ac:spMkLst>
            <pc:docMk/>
            <pc:sldMk cId="1134298706" sldId="282"/>
            <ac:spMk id="2" creationId="{5624EFCC-81B2-8263-6C91-786C4A2FA3BF}"/>
          </ac:spMkLst>
        </pc:spChg>
        <pc:spChg chg="mod">
          <ac:chgData name="Andrea Esposito" userId="af663d4e0f6c8da9" providerId="LiveId" clId="{262502FB-FC54-43DB-AB78-73175A28E98A}" dt="2026-03-25T11:34:29.538" v="3713" actId="1076"/>
          <ac:spMkLst>
            <pc:docMk/>
            <pc:sldMk cId="1134298706" sldId="282"/>
            <ac:spMk id="3" creationId="{9730B24D-B359-8564-AB53-48523D1FE038}"/>
          </ac:spMkLst>
        </pc:spChg>
        <pc:picChg chg="mod modCrop">
          <ac:chgData name="Andrea Esposito" userId="af663d4e0f6c8da9" providerId="LiveId" clId="{262502FB-FC54-43DB-AB78-73175A28E98A}" dt="2026-04-13T14:54:11.493" v="10379" actId="14826"/>
          <ac:picMkLst>
            <pc:docMk/>
            <pc:sldMk cId="1134298706" sldId="282"/>
            <ac:picMk id="5" creationId="{18C5EB5E-FF25-E72D-9CB1-FCD0EF7FE3F3}"/>
          </ac:picMkLst>
        </pc:picChg>
      </pc:sldChg>
      <pc:sldChg chg="modSp mod">
        <pc:chgData name="Andrea Esposito" userId="af663d4e0f6c8da9" providerId="LiveId" clId="{262502FB-FC54-43DB-AB78-73175A28E98A}" dt="2026-04-13T14:54:21.339" v="10380" actId="14826"/>
        <pc:sldMkLst>
          <pc:docMk/>
          <pc:sldMk cId="2485517940" sldId="288"/>
        </pc:sldMkLst>
        <pc:picChg chg="mod">
          <ac:chgData name="Andrea Esposito" userId="af663d4e0f6c8da9" providerId="LiveId" clId="{262502FB-FC54-43DB-AB78-73175A28E98A}" dt="2026-04-13T14:54:21.339" v="10380" actId="14826"/>
          <ac:picMkLst>
            <pc:docMk/>
            <pc:sldMk cId="2485517940" sldId="288"/>
            <ac:picMk id="10" creationId="{08A9A256-706C-A8C7-C2E2-0279C8FE242F}"/>
          </ac:picMkLst>
        </pc:picChg>
      </pc:sldChg>
      <pc:sldChg chg="addSp delSp modSp del mod">
        <pc:chgData name="Andrea Esposito" userId="af663d4e0f6c8da9" providerId="LiveId" clId="{262502FB-FC54-43DB-AB78-73175A28E98A}" dt="2026-04-13T14:40:53.303" v="10248" actId="47"/>
        <pc:sldMkLst>
          <pc:docMk/>
          <pc:sldMk cId="1859672819" sldId="290"/>
        </pc:sldMkLst>
      </pc:sldChg>
      <pc:sldChg chg="modSp del mod">
        <pc:chgData name="Andrea Esposito" userId="af663d4e0f6c8da9" providerId="LiveId" clId="{262502FB-FC54-43DB-AB78-73175A28E98A}" dt="2026-04-13T14:22:57.374" v="9939" actId="47"/>
        <pc:sldMkLst>
          <pc:docMk/>
          <pc:sldMk cId="973273143" sldId="291"/>
        </pc:sldMkLst>
      </pc:sldChg>
      <pc:sldChg chg="modSp mod">
        <pc:chgData name="Andrea Esposito" userId="af663d4e0f6c8da9" providerId="LiveId" clId="{262502FB-FC54-43DB-AB78-73175A28E98A}" dt="2026-04-13T14:54:29.935" v="10381" actId="14826"/>
        <pc:sldMkLst>
          <pc:docMk/>
          <pc:sldMk cId="3069440379" sldId="292"/>
        </pc:sldMkLst>
        <pc:picChg chg="mod">
          <ac:chgData name="Andrea Esposito" userId="af663d4e0f6c8da9" providerId="LiveId" clId="{262502FB-FC54-43DB-AB78-73175A28E98A}" dt="2026-04-13T14:54:29.935" v="10381" actId="14826"/>
          <ac:picMkLst>
            <pc:docMk/>
            <pc:sldMk cId="3069440379" sldId="292"/>
            <ac:picMk id="10" creationId="{08A9A256-706C-A8C7-C2E2-0279C8FE242F}"/>
          </ac:picMkLst>
        </pc:picChg>
      </pc:sldChg>
      <pc:sldChg chg="modSp add mod">
        <pc:chgData name="Andrea Esposito" userId="af663d4e0f6c8da9" providerId="LiveId" clId="{262502FB-FC54-43DB-AB78-73175A28E98A}" dt="2026-04-13T14:37:14.577" v="10162" actId="20577"/>
        <pc:sldMkLst>
          <pc:docMk/>
          <pc:sldMk cId="3166441129" sldId="293"/>
        </pc:sldMkLst>
        <pc:spChg chg="mod">
          <ac:chgData name="Andrea Esposito" userId="af663d4e0f6c8da9" providerId="LiveId" clId="{262502FB-FC54-43DB-AB78-73175A28E98A}" dt="2026-04-13T14:23:41.791" v="9986" actId="20577"/>
          <ac:spMkLst>
            <pc:docMk/>
            <pc:sldMk cId="3166441129" sldId="293"/>
            <ac:spMk id="2" creationId="{617C8136-7850-538E-9883-B67BE912C6DD}"/>
          </ac:spMkLst>
        </pc:spChg>
        <pc:graphicFrameChg chg="mod modGraphic">
          <ac:chgData name="Andrea Esposito" userId="af663d4e0f6c8da9" providerId="LiveId" clId="{262502FB-FC54-43DB-AB78-73175A28E98A}" dt="2026-04-13T14:37:14.577" v="10162" actId="20577"/>
          <ac:graphicFrameMkLst>
            <pc:docMk/>
            <pc:sldMk cId="3166441129" sldId="293"/>
            <ac:graphicFrameMk id="4" creationId="{BAD857C0-E0F1-F1CC-B2D0-DEBF4FD6D95E}"/>
          </ac:graphicFrameMkLst>
        </pc:graphicFrameChg>
      </pc:sldChg>
      <pc:sldChg chg="addSp delSp modSp add mod">
        <pc:chgData name="Andrea Esposito" userId="af663d4e0f6c8da9" providerId="LiveId" clId="{262502FB-FC54-43DB-AB78-73175A28E98A}" dt="2026-04-13T14:40:09.323" v="10243" actId="14734"/>
        <pc:sldMkLst>
          <pc:docMk/>
          <pc:sldMk cId="1732830762" sldId="294"/>
        </pc:sldMkLst>
        <pc:spChg chg="del mod">
          <ac:chgData name="Andrea Esposito" userId="af663d4e0f6c8da9" providerId="LiveId" clId="{262502FB-FC54-43DB-AB78-73175A28E98A}" dt="2026-04-13T14:33:41.884" v="10126" actId="478"/>
          <ac:spMkLst>
            <pc:docMk/>
            <pc:sldMk cId="1732830762" sldId="294"/>
            <ac:spMk id="2" creationId="{99B38EA8-579E-4AA7-E6FA-94B058B2F8D2}"/>
          </ac:spMkLst>
        </pc:spChg>
        <pc:spChg chg="add del mod">
          <ac:chgData name="Andrea Esposito" userId="af663d4e0f6c8da9" providerId="LiveId" clId="{262502FB-FC54-43DB-AB78-73175A28E98A}" dt="2026-04-13T14:33:59.661" v="10128" actId="478"/>
          <ac:spMkLst>
            <pc:docMk/>
            <pc:sldMk cId="1732830762" sldId="294"/>
            <ac:spMk id="5" creationId="{341DCB65-B73F-BB2C-493E-7E77BE350420}"/>
          </ac:spMkLst>
        </pc:spChg>
        <pc:spChg chg="add mod">
          <ac:chgData name="Andrea Esposito" userId="af663d4e0f6c8da9" providerId="LiveId" clId="{262502FB-FC54-43DB-AB78-73175A28E98A}" dt="2026-04-13T14:33:50.983" v="10127"/>
          <ac:spMkLst>
            <pc:docMk/>
            <pc:sldMk cId="1732830762" sldId="294"/>
            <ac:spMk id="6" creationId="{7694D1D8-A176-8752-1F02-7477FA1D458F}"/>
          </ac:spMkLst>
        </pc:spChg>
        <pc:graphicFrameChg chg="mod modGraphic">
          <ac:chgData name="Andrea Esposito" userId="af663d4e0f6c8da9" providerId="LiveId" clId="{262502FB-FC54-43DB-AB78-73175A28E98A}" dt="2026-04-13T14:40:09.323" v="10243" actId="14734"/>
          <ac:graphicFrameMkLst>
            <pc:docMk/>
            <pc:sldMk cId="1732830762" sldId="294"/>
            <ac:graphicFrameMk id="4" creationId="{E714E8BE-2491-2F5D-B265-04307E481D6B}"/>
          </ac:graphicFrameMkLst>
        </pc:graphicFrameChg>
      </pc:sldChg>
      <pc:sldChg chg="modSp add del mod">
        <pc:chgData name="Andrea Esposito" userId="af663d4e0f6c8da9" providerId="LiveId" clId="{262502FB-FC54-43DB-AB78-73175A28E98A}" dt="2026-04-13T14:40:57.278" v="10253" actId="47"/>
        <pc:sldMkLst>
          <pc:docMk/>
          <pc:sldMk cId="3051422875" sldId="296"/>
        </pc:sldMkLst>
      </pc:sldChg>
      <pc:sldChg chg="modSp new del mod">
        <pc:chgData name="Andrea Esposito" userId="af663d4e0f6c8da9" providerId="LiveId" clId="{262502FB-FC54-43DB-AB78-73175A28E98A}" dt="2026-04-13T14:22:41.093" v="9935" actId="47"/>
        <pc:sldMkLst>
          <pc:docMk/>
          <pc:sldMk cId="3322410183" sldId="298"/>
        </pc:sldMkLst>
      </pc:sldChg>
      <pc:sldChg chg="modSp new del mod">
        <pc:chgData name="Andrea Esposito" userId="af663d4e0f6c8da9" providerId="LiveId" clId="{262502FB-FC54-43DB-AB78-73175A28E98A}" dt="2026-04-13T14:22:41.497" v="9936" actId="47"/>
        <pc:sldMkLst>
          <pc:docMk/>
          <pc:sldMk cId="3186995597" sldId="299"/>
        </pc:sldMkLst>
      </pc:sldChg>
      <pc:sldChg chg="modSp new del mod">
        <pc:chgData name="Andrea Esposito" userId="af663d4e0f6c8da9" providerId="LiveId" clId="{262502FB-FC54-43DB-AB78-73175A28E98A}" dt="2026-04-13T14:22:42.025" v="9937" actId="47"/>
        <pc:sldMkLst>
          <pc:docMk/>
          <pc:sldMk cId="2722194330" sldId="300"/>
        </pc:sldMkLst>
      </pc:sldChg>
      <pc:sldChg chg="modSp new del mod">
        <pc:chgData name="Andrea Esposito" userId="af663d4e0f6c8da9" providerId="LiveId" clId="{262502FB-FC54-43DB-AB78-73175A28E98A}" dt="2026-04-13T14:22:43.074" v="9938" actId="47"/>
        <pc:sldMkLst>
          <pc:docMk/>
          <pc:sldMk cId="2385324269" sldId="301"/>
        </pc:sldMkLst>
      </pc:sldChg>
      <pc:sldChg chg="addSp delSp modSp new del mod setBg">
        <pc:chgData name="Andrea Esposito" userId="af663d4e0f6c8da9" providerId="LiveId" clId="{262502FB-FC54-43DB-AB78-73175A28E98A}" dt="2026-04-13T14:22:58.364" v="9940" actId="47"/>
        <pc:sldMkLst>
          <pc:docMk/>
          <pc:sldMk cId="294492348" sldId="302"/>
        </pc:sldMkLst>
      </pc:sldChg>
      <pc:sldChg chg="modSp add del mod">
        <pc:chgData name="Andrea Esposito" userId="af663d4e0f6c8da9" providerId="LiveId" clId="{262502FB-FC54-43DB-AB78-73175A28E98A}" dt="2026-04-13T14:40:55.277" v="10250" actId="47"/>
        <pc:sldMkLst>
          <pc:docMk/>
          <pc:sldMk cId="2002188415" sldId="303"/>
        </pc:sldMkLst>
      </pc:sldChg>
      <pc:sldChg chg="addSp delSp modSp new mod setBg">
        <pc:chgData name="Andrea Esposito" userId="af663d4e0f6c8da9" providerId="LiveId" clId="{262502FB-FC54-43DB-AB78-73175A28E98A}" dt="2026-04-13T14:37:32.934" v="10194" actId="20577"/>
        <pc:sldMkLst>
          <pc:docMk/>
          <pc:sldMk cId="2632233888" sldId="304"/>
        </pc:sldMkLst>
        <pc:spChg chg="mod">
          <ac:chgData name="Andrea Esposito" userId="af663d4e0f6c8da9" providerId="LiveId" clId="{262502FB-FC54-43DB-AB78-73175A28E98A}" dt="2026-04-13T14:37:32.934" v="10194" actId="20577"/>
          <ac:spMkLst>
            <pc:docMk/>
            <pc:sldMk cId="2632233888" sldId="304"/>
            <ac:spMk id="2" creationId="{E152B0F8-B01F-6751-2EBC-D76E5CD895CC}"/>
          </ac:spMkLst>
        </pc:spChg>
        <pc:spChg chg="add mod">
          <ac:chgData name="Andrea Esposito" userId="af663d4e0f6c8da9" providerId="LiveId" clId="{262502FB-FC54-43DB-AB78-73175A28E98A}" dt="2026-04-13T14:33:10.118" v="10122"/>
          <ac:spMkLst>
            <pc:docMk/>
            <pc:sldMk cId="2632233888" sldId="304"/>
            <ac:spMk id="6" creationId="{AAD858A1-445A-570F-7B51-C517E8715751}"/>
          </ac:spMkLst>
        </pc:spChg>
        <pc:picChg chg="add mod ord">
          <ac:chgData name="Andrea Esposito" userId="af663d4e0f6c8da9" providerId="LiveId" clId="{262502FB-FC54-43DB-AB78-73175A28E98A}" dt="2026-04-08T18:29:18.971" v="9785" actId="26606"/>
          <ac:picMkLst>
            <pc:docMk/>
            <pc:sldMk cId="2632233888" sldId="304"/>
            <ac:picMk id="5" creationId="{2CFCFCB8-C081-DD68-81CF-603440172FAF}"/>
          </ac:picMkLst>
        </pc:picChg>
      </pc:sldChg>
      <pc:sldChg chg="addSp delSp modSp new mod setBg">
        <pc:chgData name="Andrea Esposito" userId="af663d4e0f6c8da9" providerId="LiveId" clId="{262502FB-FC54-43DB-AB78-73175A28E98A}" dt="2026-04-13T14:50:56.162" v="10373" actId="403"/>
        <pc:sldMkLst>
          <pc:docMk/>
          <pc:sldMk cId="1270572289" sldId="305"/>
        </pc:sldMkLst>
        <pc:spChg chg="del mod">
          <ac:chgData name="Andrea Esposito" userId="af663d4e0f6c8da9" providerId="LiveId" clId="{262502FB-FC54-43DB-AB78-73175A28E98A}" dt="2026-04-13T14:48:35.219" v="10339" actId="478"/>
          <ac:spMkLst>
            <pc:docMk/>
            <pc:sldMk cId="1270572289" sldId="305"/>
            <ac:spMk id="2" creationId="{3B0EC0E2-A413-9ABB-7687-0726DC3A8A3B}"/>
          </ac:spMkLst>
        </pc:spChg>
        <pc:spChg chg="add mod ord">
          <ac:chgData name="Andrea Esposito" userId="af663d4e0f6c8da9" providerId="LiveId" clId="{262502FB-FC54-43DB-AB78-73175A28E98A}" dt="2026-04-13T14:48:51.549" v="10343" actId="14100"/>
          <ac:spMkLst>
            <pc:docMk/>
            <pc:sldMk cId="1270572289" sldId="305"/>
            <ac:spMk id="7" creationId="{52C53D47-946E-6AA3-508E-3415D4806054}"/>
          </ac:spMkLst>
        </pc:spChg>
        <pc:spChg chg="add del mod">
          <ac:chgData name="Andrea Esposito" userId="af663d4e0f6c8da9" providerId="LiveId" clId="{262502FB-FC54-43DB-AB78-73175A28E98A}" dt="2026-04-13T14:48:39.168" v="10340" actId="478"/>
          <ac:spMkLst>
            <pc:docMk/>
            <pc:sldMk cId="1270572289" sldId="305"/>
            <ac:spMk id="8" creationId="{43E71F05-817C-BB00-040A-CFFEBD88D039}"/>
          </ac:spMkLst>
        </pc:spChg>
        <pc:spChg chg="add mod">
          <ac:chgData name="Andrea Esposito" userId="af663d4e0f6c8da9" providerId="LiveId" clId="{262502FB-FC54-43DB-AB78-73175A28E98A}" dt="2026-04-13T14:50:56.162" v="10373" actId="403"/>
          <ac:spMkLst>
            <pc:docMk/>
            <pc:sldMk cId="1270572289" sldId="305"/>
            <ac:spMk id="9" creationId="{D8DB9E73-BBA8-E5B7-6B49-23A683682DAD}"/>
          </ac:spMkLst>
        </pc:spChg>
        <pc:spChg chg="add mod">
          <ac:chgData name="Andrea Esposito" userId="af663d4e0f6c8da9" providerId="LiveId" clId="{262502FB-FC54-43DB-AB78-73175A28E98A}" dt="2026-04-13T14:50:41.247" v="10370" actId="207"/>
          <ac:spMkLst>
            <pc:docMk/>
            <pc:sldMk cId="1270572289" sldId="305"/>
            <ac:spMk id="10" creationId="{B0CDCF87-277E-E51A-8F29-4225EB22602E}"/>
          </ac:spMkLst>
        </pc:spChg>
        <pc:spChg chg="add del">
          <ac:chgData name="Andrea Esposito" userId="af663d4e0f6c8da9" providerId="LiveId" clId="{262502FB-FC54-43DB-AB78-73175A28E98A}" dt="2026-04-13T14:45:48.042" v="10276" actId="26606"/>
          <ac:spMkLst>
            <pc:docMk/>
            <pc:sldMk cId="1270572289" sldId="305"/>
            <ac:spMk id="12" creationId="{DC111578-7105-4228-B481-A1CA45D1888E}"/>
          </ac:spMkLst>
        </pc:spChg>
        <pc:spChg chg="add del">
          <ac:chgData name="Andrea Esposito" userId="af663d4e0f6c8da9" providerId="LiveId" clId="{262502FB-FC54-43DB-AB78-73175A28E98A}" dt="2026-04-13T14:45:34.872" v="10271" actId="26606"/>
          <ac:spMkLst>
            <pc:docMk/>
            <pc:sldMk cId="1270572289" sldId="305"/>
            <ac:spMk id="17" creationId="{B4BFCD53-7EAD-4FDE-866D-72D8ED6088BF}"/>
          </ac:spMkLst>
        </pc:spChg>
        <pc:spChg chg="add del">
          <ac:chgData name="Andrea Esposito" userId="af663d4e0f6c8da9" providerId="LiveId" clId="{262502FB-FC54-43DB-AB78-73175A28E98A}" dt="2026-04-13T14:45:43.067" v="10273" actId="26606"/>
          <ac:spMkLst>
            <pc:docMk/>
            <pc:sldMk cId="1270572289" sldId="305"/>
            <ac:spMk id="19" creationId="{19C1720A-5B1A-4E31-93A0-A8ACD67EE572}"/>
          </ac:spMkLst>
        </pc:spChg>
        <pc:spChg chg="add del">
          <ac:chgData name="Andrea Esposito" userId="af663d4e0f6c8da9" providerId="LiveId" clId="{262502FB-FC54-43DB-AB78-73175A28E98A}" dt="2026-04-13T14:45:43.067" v="10273" actId="26606"/>
          <ac:spMkLst>
            <pc:docMk/>
            <pc:sldMk cId="1270572289" sldId="305"/>
            <ac:spMk id="20" creationId="{A994CE7E-AD98-4045-A15B-9054CF58DC8F}"/>
          </ac:spMkLst>
        </pc:spChg>
        <pc:spChg chg="add del">
          <ac:chgData name="Andrea Esposito" userId="af663d4e0f6c8da9" providerId="LiveId" clId="{262502FB-FC54-43DB-AB78-73175A28E98A}" dt="2026-04-13T14:45:43.067" v="10273" actId="26606"/>
          <ac:spMkLst>
            <pc:docMk/>
            <pc:sldMk cId="1270572289" sldId="305"/>
            <ac:spMk id="21" creationId="{67C5F271-EC3D-4C17-8F0A-F4F15F524D0E}"/>
          </ac:spMkLst>
        </pc:spChg>
        <pc:spChg chg="add del">
          <ac:chgData name="Andrea Esposito" userId="af663d4e0f6c8da9" providerId="LiveId" clId="{262502FB-FC54-43DB-AB78-73175A28E98A}" dt="2026-04-13T14:45:43.067" v="10273" actId="26606"/>
          <ac:spMkLst>
            <pc:docMk/>
            <pc:sldMk cId="1270572289" sldId="305"/>
            <ac:spMk id="23" creationId="{9F8250EE-4590-407B-B039-E8BDF27FA5C7}"/>
          </ac:spMkLst>
        </pc:spChg>
        <pc:spChg chg="add del">
          <ac:chgData name="Andrea Esposito" userId="af663d4e0f6c8da9" providerId="LiveId" clId="{262502FB-FC54-43DB-AB78-73175A28E98A}" dt="2026-04-13T14:45:48.013" v="10275" actId="26606"/>
          <ac:spMkLst>
            <pc:docMk/>
            <pc:sldMk cId="1270572289" sldId="305"/>
            <ac:spMk id="25" creationId="{1D021987-9E00-4FAD-B2EB-1BA4EFAE8E20}"/>
          </ac:spMkLst>
        </pc:spChg>
        <pc:spChg chg="add del">
          <ac:chgData name="Andrea Esposito" userId="af663d4e0f6c8da9" providerId="LiveId" clId="{262502FB-FC54-43DB-AB78-73175A28E98A}" dt="2026-04-13T14:45:59.232" v="10281" actId="26606"/>
          <ac:spMkLst>
            <pc:docMk/>
            <pc:sldMk cId="1270572289" sldId="305"/>
            <ac:spMk id="27" creationId="{2142F58F-1A18-445C-8057-25B9F986C282}"/>
          </ac:spMkLst>
        </pc:spChg>
        <pc:spChg chg="add del">
          <ac:chgData name="Andrea Esposito" userId="af663d4e0f6c8da9" providerId="LiveId" clId="{262502FB-FC54-43DB-AB78-73175A28E98A}" dt="2026-04-13T14:45:59.232" v="10281" actId="26606"/>
          <ac:spMkLst>
            <pc:docMk/>
            <pc:sldMk cId="1270572289" sldId="305"/>
            <ac:spMk id="28" creationId="{2C8825F8-2BBE-4F09-844D-BD569EE90A57}"/>
          </ac:spMkLst>
        </pc:spChg>
        <pc:spChg chg="add del">
          <ac:chgData name="Andrea Esposito" userId="af663d4e0f6c8da9" providerId="LiveId" clId="{262502FB-FC54-43DB-AB78-73175A28E98A}" dt="2026-04-13T14:45:59.232" v="10281" actId="26606"/>
          <ac:spMkLst>
            <pc:docMk/>
            <pc:sldMk cId="1270572289" sldId="305"/>
            <ac:spMk id="29" creationId="{1E0B305D-E4F9-4F9F-81CA-BDFBA88B2471}"/>
          </ac:spMkLst>
        </pc:spChg>
        <pc:spChg chg="add del">
          <ac:chgData name="Andrea Esposito" userId="af663d4e0f6c8da9" providerId="LiveId" clId="{262502FB-FC54-43DB-AB78-73175A28E98A}" dt="2026-04-13T14:45:59.232" v="10281" actId="26606"/>
          <ac:spMkLst>
            <pc:docMk/>
            <pc:sldMk cId="1270572289" sldId="305"/>
            <ac:spMk id="30" creationId="{1D77C917-B31B-4151-9BB3-768748C42572}"/>
          </ac:spMkLst>
        </pc:spChg>
        <pc:spChg chg="add del">
          <ac:chgData name="Andrea Esposito" userId="af663d4e0f6c8da9" providerId="LiveId" clId="{262502FB-FC54-43DB-AB78-73175A28E98A}" dt="2026-04-13T14:46:12.139" v="10285" actId="26606"/>
          <ac:spMkLst>
            <pc:docMk/>
            <pc:sldMk cId="1270572289" sldId="305"/>
            <ac:spMk id="35" creationId="{FBCEB129-C09C-4241-BBA7-E0BE2F82E0CB}"/>
          </ac:spMkLst>
        </pc:spChg>
        <pc:spChg chg="add del">
          <ac:chgData name="Andrea Esposito" userId="af663d4e0f6c8da9" providerId="LiveId" clId="{262502FB-FC54-43DB-AB78-73175A28E98A}" dt="2026-04-13T14:46:12.139" v="10285" actId="26606"/>
          <ac:spMkLst>
            <pc:docMk/>
            <pc:sldMk cId="1270572289" sldId="305"/>
            <ac:spMk id="37" creationId="{5443E021-C705-4DBD-8461-80B6BFA819A7}"/>
          </ac:spMkLst>
        </pc:spChg>
        <pc:spChg chg="add del">
          <ac:chgData name="Andrea Esposito" userId="af663d4e0f6c8da9" providerId="LiveId" clId="{262502FB-FC54-43DB-AB78-73175A28E98A}" dt="2026-04-13T14:46:12.139" v="10285" actId="26606"/>
          <ac:spMkLst>
            <pc:docMk/>
            <pc:sldMk cId="1270572289" sldId="305"/>
            <ac:spMk id="39" creationId="{3E14536A-D9EC-4024-85B4-1F6900A7D549}"/>
          </ac:spMkLst>
        </pc:spChg>
        <pc:spChg chg="add del">
          <ac:chgData name="Andrea Esposito" userId="af663d4e0f6c8da9" providerId="LiveId" clId="{262502FB-FC54-43DB-AB78-73175A28E98A}" dt="2026-04-13T14:46:12.139" v="10285" actId="26606"/>
          <ac:spMkLst>
            <pc:docMk/>
            <pc:sldMk cId="1270572289" sldId="305"/>
            <ac:spMk id="41" creationId="{0550BB36-BB63-421F-B3AF-D7D5D1D37E4D}"/>
          </ac:spMkLst>
        </pc:spChg>
        <pc:spChg chg="add del">
          <ac:chgData name="Andrea Esposito" userId="af663d4e0f6c8da9" providerId="LiveId" clId="{262502FB-FC54-43DB-AB78-73175A28E98A}" dt="2026-04-13T14:48:10.387" v="10326" actId="26606"/>
          <ac:spMkLst>
            <pc:docMk/>
            <pc:sldMk cId="1270572289" sldId="305"/>
            <ac:spMk id="46" creationId="{56526AC5-B69B-47B3-AFD9-961DC6CBA025}"/>
          </ac:spMkLst>
        </pc:spChg>
        <pc:spChg chg="add del">
          <ac:chgData name="Andrea Esposito" userId="af663d4e0f6c8da9" providerId="LiveId" clId="{262502FB-FC54-43DB-AB78-73175A28E98A}" dt="2026-04-13T14:48:10.387" v="10326" actId="26606"/>
          <ac:spMkLst>
            <pc:docMk/>
            <pc:sldMk cId="1270572289" sldId="305"/>
            <ac:spMk id="48" creationId="{840A09FC-0CA0-4C21-BE1C-1463F1CFCFDA}"/>
          </ac:spMkLst>
        </pc:spChg>
        <pc:spChg chg="add del">
          <ac:chgData name="Andrea Esposito" userId="af663d4e0f6c8da9" providerId="LiveId" clId="{262502FB-FC54-43DB-AB78-73175A28E98A}" dt="2026-04-13T14:48:10.387" v="10326" actId="26606"/>
          <ac:spMkLst>
            <pc:docMk/>
            <pc:sldMk cId="1270572289" sldId="305"/>
            <ac:spMk id="50" creationId="{7F638F10-EE56-40D0-BF90-58420C1B54B6}"/>
          </ac:spMkLst>
        </pc:spChg>
        <pc:spChg chg="add del">
          <ac:chgData name="Andrea Esposito" userId="af663d4e0f6c8da9" providerId="LiveId" clId="{262502FB-FC54-43DB-AB78-73175A28E98A}" dt="2026-04-13T14:48:10.387" v="10326" actId="26606"/>
          <ac:spMkLst>
            <pc:docMk/>
            <pc:sldMk cId="1270572289" sldId="305"/>
            <ac:spMk id="52" creationId="{DD007ECD-0DF8-4267-B2FD-CF7B64CD12D8}"/>
          </ac:spMkLst>
        </pc:spChg>
        <pc:spChg chg="add del">
          <ac:chgData name="Andrea Esposito" userId="af663d4e0f6c8da9" providerId="LiveId" clId="{262502FB-FC54-43DB-AB78-73175A28E98A}" dt="2026-04-13T14:48:10.387" v="10326" actId="26606"/>
          <ac:spMkLst>
            <pc:docMk/>
            <pc:sldMk cId="1270572289" sldId="305"/>
            <ac:spMk id="57" creationId="{B4BFCD53-7EAD-4FDE-866D-72D8ED6088BF}"/>
          </ac:spMkLst>
        </pc:spChg>
        <pc:picChg chg="add mod modCrop">
          <ac:chgData name="Andrea Esposito" userId="af663d4e0f6c8da9" providerId="LiveId" clId="{262502FB-FC54-43DB-AB78-73175A28E98A}" dt="2026-04-13T14:49:23.930" v="10351" actId="1076"/>
          <ac:picMkLst>
            <pc:docMk/>
            <pc:sldMk cId="1270572289" sldId="305"/>
            <ac:picMk id="4" creationId="{94FCC63A-976F-F416-E700-731616B457F3}"/>
          </ac:picMkLst>
        </pc:picChg>
        <pc:picChg chg="add mod ord modCrop">
          <ac:chgData name="Andrea Esposito" userId="af663d4e0f6c8da9" providerId="LiveId" clId="{262502FB-FC54-43DB-AB78-73175A28E98A}" dt="2026-04-13T14:48:57.977" v="10344" actId="1076"/>
          <ac:picMkLst>
            <pc:docMk/>
            <pc:sldMk cId="1270572289" sldId="305"/>
            <ac:picMk id="5" creationId="{F36C790E-BF8A-7FB2-E247-1B7602F9C527}"/>
          </ac:picMkLst>
        </pc:picChg>
      </pc:sldChg>
      <pc:sldChg chg="addSp modSp new del mod setBg">
        <pc:chgData name="Andrea Esposito" userId="af663d4e0f6c8da9" providerId="LiveId" clId="{262502FB-FC54-43DB-AB78-73175A28E98A}" dt="2026-04-13T14:40:54.366" v="10249" actId="47"/>
        <pc:sldMkLst>
          <pc:docMk/>
          <pc:sldMk cId="1595459850" sldId="306"/>
        </pc:sldMkLst>
      </pc:sldChg>
      <pc:sldChg chg="addSp modSp new del mod setBg">
        <pc:chgData name="Andrea Esposito" userId="af663d4e0f6c8da9" providerId="LiveId" clId="{262502FB-FC54-43DB-AB78-73175A28E98A}" dt="2026-04-13T14:40:56.202" v="10251" actId="47"/>
        <pc:sldMkLst>
          <pc:docMk/>
          <pc:sldMk cId="1713006432" sldId="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B00D7-A12E-4179-B4FE-A225F398F237}" type="datetimeFigureOut">
              <a:rPr lang="it-IT" smtClean="0"/>
              <a:t>13/04/2026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78ED9-3A5F-4DBF-BCF4-7D8596C097D4}" type="slidenum">
              <a:rPr lang="it-IT" smtClean="0"/>
              <a:t>‹N›</a:t>
            </a:fld>
            <a:endParaRPr lang="it-IT"/>
          </a:p>
        </p:txBody>
      </p:sp>
    </p:spTree>
    <p:extLst>
      <p:ext uri="{BB962C8B-B14F-4D97-AF65-F5344CB8AC3E}">
        <p14:creationId xmlns:p14="http://schemas.microsoft.com/office/powerpoint/2010/main" val="862365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6"/>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4/13/2026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(ESEMPI)</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a:t>
            </a:r>
            <a:r>
              <a:rPr lang="it-IT" dirty="0">
                <a:solidFill>
                  <a:prstClr val="white"/>
                </a:solidFill>
                <a:latin typeface="Century Gothic" panose="020B0502020202020204"/>
              </a:rPr>
              <a:t>13</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/04/2026)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D121-F1C6-C6D9-1684-FA1ED6E0EC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17C8136-7850-538E-9883-B67BE912C6DD}"/>
              </a:ext>
            </a:extLst>
          </p:cNvPr>
          <p:cNvSpPr>
            <a:spLocks noGrp="1"/>
          </p:cNvSpPr>
          <p:nvPr>
            <p:ph type="title"/>
          </p:nvPr>
        </p:nvSpPr>
        <p:spPr>
          <a:xfrm>
            <a:off x="117986" y="86324"/>
            <a:ext cx="11572567" cy="1016072"/>
          </a:xfrm>
        </p:spPr>
        <p:txBody>
          <a:bodyPr/>
          <a:lstStyle/>
          <a:p>
            <a:r>
              <a:rPr lang="it-IT" sz="2400" dirty="0"/>
              <a:t>Esempio di risultato (</a:t>
            </a:r>
            <a:r>
              <a:rPr lang="it-IT" sz="2400" dirty="0" err="1"/>
              <a:t>dynamic_failure</a:t>
            </a:r>
            <a:r>
              <a:rPr lang="it-IT" sz="2400" dirty="0"/>
              <a:t>) (eliminando vecchio warning):</a:t>
            </a:r>
          </a:p>
        </p:txBody>
      </p:sp>
      <p:graphicFrame>
        <p:nvGraphicFramePr>
          <p:cNvPr id="4" name="Segnaposto contenuto 3">
            <a:extLst>
              <a:ext uri="{FF2B5EF4-FFF2-40B4-BE49-F238E27FC236}">
                <a16:creationId xmlns:a16="http://schemas.microsoft.com/office/drawing/2014/main" id="{BAD857C0-E0F1-F1CC-B2D0-DEBF4FD6D95E}"/>
              </a:ext>
            </a:extLst>
          </p:cNvPr>
          <p:cNvGraphicFramePr>
            <a:graphicFrameLocks noGrp="1"/>
          </p:cNvGraphicFramePr>
          <p:nvPr>
            <p:ph idx="1"/>
            <p:extLst>
              <p:ext uri="{D42A27DB-BD31-4B8C-83A1-F6EECF244321}">
                <p14:modId xmlns:p14="http://schemas.microsoft.com/office/powerpoint/2010/main" val="3192998985"/>
              </p:ext>
            </p:extLst>
          </p:nvPr>
        </p:nvGraphicFramePr>
        <p:xfrm>
          <a:off x="117986" y="594360"/>
          <a:ext cx="11916698" cy="6423660"/>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479167">
                  <a:extLst>
                    <a:ext uri="{9D8B030D-6E8A-4147-A177-3AD203B41FA5}">
                      <a16:colId xmlns:a16="http://schemas.microsoft.com/office/drawing/2014/main" val="2729272592"/>
                    </a:ext>
                  </a:extLst>
                </a:gridCol>
                <a:gridCol w="401765">
                  <a:extLst>
                    <a:ext uri="{9D8B030D-6E8A-4147-A177-3AD203B41FA5}">
                      <a16:colId xmlns:a16="http://schemas.microsoft.com/office/drawing/2014/main" val="2911452443"/>
                    </a:ext>
                  </a:extLst>
                </a:gridCol>
                <a:gridCol w="353962">
                  <a:extLst>
                    <a:ext uri="{9D8B030D-6E8A-4147-A177-3AD203B41FA5}">
                      <a16:colId xmlns:a16="http://schemas.microsoft.com/office/drawing/2014/main" val="2479012610"/>
                    </a:ext>
                  </a:extLst>
                </a:gridCol>
                <a:gridCol w="412954">
                  <a:extLst>
                    <a:ext uri="{9D8B030D-6E8A-4147-A177-3AD203B41FA5}">
                      <a16:colId xmlns:a16="http://schemas.microsoft.com/office/drawing/2014/main" val="2959452781"/>
                    </a:ext>
                  </a:extLst>
                </a:gridCol>
                <a:gridCol w="334297">
                  <a:extLst>
                    <a:ext uri="{9D8B030D-6E8A-4147-A177-3AD203B41FA5}">
                      <a16:colId xmlns:a16="http://schemas.microsoft.com/office/drawing/2014/main" val="1078437898"/>
                    </a:ext>
                  </a:extLst>
                </a:gridCol>
                <a:gridCol w="511278">
                  <a:extLst>
                    <a:ext uri="{9D8B030D-6E8A-4147-A177-3AD203B41FA5}">
                      <a16:colId xmlns:a16="http://schemas.microsoft.com/office/drawing/2014/main" val="3324487126"/>
                    </a:ext>
                  </a:extLst>
                </a:gridCol>
                <a:gridCol w="304800">
                  <a:extLst>
                    <a:ext uri="{9D8B030D-6E8A-4147-A177-3AD203B41FA5}">
                      <a16:colId xmlns:a16="http://schemas.microsoft.com/office/drawing/2014/main" val="2402471246"/>
                    </a:ext>
                  </a:extLst>
                </a:gridCol>
                <a:gridCol w="943896">
                  <a:extLst>
                    <a:ext uri="{9D8B030D-6E8A-4147-A177-3AD203B41FA5}">
                      <a16:colId xmlns:a16="http://schemas.microsoft.com/office/drawing/2014/main" val="3564228665"/>
                    </a:ext>
                  </a:extLst>
                </a:gridCol>
                <a:gridCol w="835742">
                  <a:extLst>
                    <a:ext uri="{9D8B030D-6E8A-4147-A177-3AD203B41FA5}">
                      <a16:colId xmlns:a16="http://schemas.microsoft.com/office/drawing/2014/main" val="1079194908"/>
                    </a:ext>
                  </a:extLst>
                </a:gridCol>
                <a:gridCol w="422787">
                  <a:extLst>
                    <a:ext uri="{9D8B030D-6E8A-4147-A177-3AD203B41FA5}">
                      <a16:colId xmlns:a16="http://schemas.microsoft.com/office/drawing/2014/main" val="457757330"/>
                    </a:ext>
                  </a:extLst>
                </a:gridCol>
                <a:gridCol w="363794">
                  <a:extLst>
                    <a:ext uri="{9D8B030D-6E8A-4147-A177-3AD203B41FA5}">
                      <a16:colId xmlns:a16="http://schemas.microsoft.com/office/drawing/2014/main" val="75598170"/>
                    </a:ext>
                  </a:extLst>
                </a:gridCol>
                <a:gridCol w="1740310">
                  <a:extLst>
                    <a:ext uri="{9D8B030D-6E8A-4147-A177-3AD203B41FA5}">
                      <a16:colId xmlns:a16="http://schemas.microsoft.com/office/drawing/2014/main" val="963411808"/>
                    </a:ext>
                  </a:extLst>
                </a:gridCol>
                <a:gridCol w="344129">
                  <a:extLst>
                    <a:ext uri="{9D8B030D-6E8A-4147-A177-3AD203B41FA5}">
                      <a16:colId xmlns:a16="http://schemas.microsoft.com/office/drawing/2014/main" val="27591704"/>
                    </a:ext>
                  </a:extLst>
                </a:gridCol>
                <a:gridCol w="1061884">
                  <a:extLst>
                    <a:ext uri="{9D8B030D-6E8A-4147-A177-3AD203B41FA5}">
                      <a16:colId xmlns:a16="http://schemas.microsoft.com/office/drawing/2014/main" val="228824343"/>
                    </a:ext>
                  </a:extLst>
                </a:gridCol>
                <a:gridCol w="1061883">
                  <a:extLst>
                    <a:ext uri="{9D8B030D-6E8A-4147-A177-3AD203B41FA5}">
                      <a16:colId xmlns:a16="http://schemas.microsoft.com/office/drawing/2014/main" val="2134066566"/>
                    </a:ext>
                  </a:extLst>
                </a:gridCol>
                <a:gridCol w="1769807">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r>
                        <a:rPr lang="it-IT" sz="1050" dirty="0"/>
                        <a:t> + </a:t>
                      </a:r>
                      <a:r>
                        <a:rPr lang="it-IT" sz="1050" dirty="0" err="1"/>
                        <a:t>judge_Code_Motivation</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a:t>amezak1</a:t>
                      </a:r>
                    </a:p>
                  </a:txBody>
                  <a:tcPr/>
                </a:tc>
                <a:tc>
                  <a:txBody>
                    <a:bodyPr/>
                    <a:lstStyle/>
                    <a:p>
                      <a:pPr algn="l"/>
                      <a:r>
                        <a:rPr lang="it-IT" sz="1050" dirty="0" err="1"/>
                        <a:t>remote_procedure_call</a:t>
                      </a:r>
                      <a:endParaRPr lang="it-IT" sz="1050" dirty="0"/>
                    </a:p>
                  </a:txBody>
                  <a:tcPr/>
                </a:tc>
                <a:tc>
                  <a:txBody>
                    <a:bodyPr/>
                    <a:lstStyle/>
                    <a:p>
                      <a:pPr algn="l"/>
                      <a:r>
                        <a:rPr lang="it-IT" sz="1050" dirty="0"/>
                        <a:t>87406a2e5577c34c5d07f4258deb130befec19ba</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call. L'esercizio non è ancora stato svolto </a:t>
                      </a:r>
                      <a:r>
                        <a:rPr lang="it-IT" sz="1050" dirty="0" err="1"/>
                        <a:t>correttamente.L'esecuzione</a:t>
                      </a:r>
                      <a:r>
                        <a:rPr lang="it-IT" sz="1050" dirty="0"/>
                        <a:t> non è corretta: Errore nel valore di PRODUCI CON SOMMA ricevuto dal </a:t>
                      </a:r>
                      <a:r>
                        <a:rPr lang="it-IT" sz="1050" dirty="0" err="1"/>
                        <a:t>server.Il</a:t>
                      </a:r>
                      <a:r>
                        <a:rPr lang="it-IT" sz="1050" dirty="0"/>
                        <a:t> numero totale di messaggi non corrisponde a quello richiesto dalla traccia</a:t>
                      </a:r>
                    </a:p>
                  </a:txBody>
                  <a:tcPr/>
                </a:tc>
                <a:tc>
                  <a:txBody>
                    <a:bodyPr/>
                    <a:lstStyle/>
                    <a:p>
                      <a:pPr algn="l"/>
                      <a:r>
                        <a:rPr lang="it-IT" sz="1050" dirty="0"/>
                        <a:t>[Consumatore] Chiamo CONSUMA()\n[Client] Invio richiesta CONSUMA(nessun parametro)\n[Client] Ricevuto risposta: risultato=23, errore=0\n[Consumatore] Ricevuto risultato=23\n[Consumatore] Chiamo CONSUMA()(CONTINUA)…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shows a correct interaction between the client, server, and worker threads. The client sends requests to the server, which are processed by the worker threads. The requests and replies are correctly paired, and the values are propagated correctly. The output shows the correct results for the PRODUCI CON SOMMA, PRODUCI, and CONSUMA operations. No concrete output mismatch is visible from the provided information. The trace directly supports the central semantic result of the exercise, and the visible counts and values are consistent with the protocol.</a:t>
                      </a:r>
                      <a:endParaRPr lang="it-IT" sz="1050" dirty="0"/>
                    </a:p>
                  </a:txBody>
                  <a:tcPr/>
                </a:tc>
                <a:tc>
                  <a:txBody>
                    <a:bodyPr/>
                    <a:lstStyle/>
                    <a:p>
                      <a:pPr algn="l"/>
                      <a:r>
                        <a:rPr lang="it-IT" sz="1050" dirty="0"/>
                        <a:t>NO</a:t>
                      </a:r>
                    </a:p>
                  </a:txBody>
                  <a:tcPr/>
                </a:tc>
                <a:tc>
                  <a:txBody>
                    <a:bodyPr/>
                    <a:lstStyle/>
                    <a:p>
                      <a:pPr algn="l"/>
                      <a:r>
                        <a:rPr lang="en-US" sz="1050" dirty="0"/>
                        <a:t>In `</a:t>
                      </a:r>
                      <a:r>
                        <a:rPr lang="en-US" sz="1050" dirty="0" err="1"/>
                        <a:t>server.c</a:t>
                      </a:r>
                      <a:r>
                        <a:rPr lang="en-US" sz="1050" dirty="0"/>
                        <a:t>`, the `</a:t>
                      </a:r>
                      <a:r>
                        <a:rPr lang="en-US" sz="1050" dirty="0" err="1"/>
                        <a:t>id_coda_risposte</a:t>
                      </a:r>
                      <a:r>
                        <a:rPr lang="en-US" sz="1050" dirty="0"/>
                        <a:t>` check has a wrong variable reference on line 40. It should be `</a:t>
                      </a:r>
                      <a:r>
                        <a:rPr lang="en-US" sz="1050" dirty="0" err="1"/>
                        <a:t>id_coda_risposte</a:t>
                      </a:r>
                      <a:r>
                        <a:rPr lang="en-US" sz="1050" dirty="0"/>
                        <a:t>` instead of `</a:t>
                      </a:r>
                      <a:r>
                        <a:rPr lang="en-US" sz="1050" dirty="0" err="1"/>
                        <a:t>id_coda_richieste</a:t>
                      </a:r>
                      <a:r>
                        <a:rPr lang="en-US" sz="1050" dirty="0"/>
                        <a:t>`. This incorrect check could lead to premature termination if the response queue creation fails, disrupting the server's functionality.</a:t>
                      </a:r>
                      <a:endParaRPr lang="it-IT" sz="1050" dirty="0"/>
                    </a:p>
                  </a:txBody>
                  <a:tcPr/>
                </a:tc>
                <a:tc>
                  <a:txBody>
                    <a:bodyPr/>
                    <a:lstStyle/>
                    <a:p>
                      <a:pPr algn="l"/>
                      <a:r>
                        <a:rPr lang="it-IT" sz="1050" dirty="0"/>
                        <a:t>NO, </a:t>
                      </a:r>
                      <a:r>
                        <a:rPr lang="en-US" sz="1050" dirty="0"/>
                        <a:t>The diagnosis claims the output is correct, but the ground truth explicitly states that the execution is incorrect due to an error in the value of \"PRODUCI CON SOMMA\" received from the server and a mismatch in the total number of messages. Therefore, the diagnosis does not match the ground truth.</a:t>
                      </a:r>
                      <a:endParaRPr lang="it-IT" sz="1050" dirty="0"/>
                    </a:p>
                  </a:txBody>
                  <a:tcPr/>
                </a:tc>
                <a:tc>
                  <a:txBody>
                    <a:bodyPr/>
                    <a:lstStyle/>
                    <a:p>
                      <a:pPr algn="l"/>
                      <a:r>
                        <a:rPr lang="it-IT" sz="1050" dirty="0"/>
                        <a:t>YES, </a:t>
                      </a:r>
                      <a:r>
                        <a:rPr lang="en-US" sz="1050" dirty="0"/>
                        <a:t>The diagnosis points to a specific line (40) in `</a:t>
                      </a:r>
                      <a:r>
                        <a:rPr lang="en-US" sz="1050" dirty="0" err="1"/>
                        <a:t>server.c</a:t>
                      </a:r>
                      <a:r>
                        <a:rPr lang="en-US" sz="1050" dirty="0"/>
                        <a:t>` where the variable reference is incorrect, stating it should be `</a:t>
                      </a:r>
                      <a:r>
                        <a:rPr lang="en-US" sz="1050" dirty="0" err="1"/>
                        <a:t>id_coda_risposte</a:t>
                      </a:r>
                      <a:r>
                        <a:rPr lang="en-US" sz="1050" dirty="0"/>
                        <a:t>` instead of `</a:t>
                      </a:r>
                      <a:r>
                        <a:rPr lang="en-US" sz="1050" dirty="0" err="1"/>
                        <a:t>id_coda_richieste</a:t>
                      </a:r>
                      <a:r>
                        <a:rPr lang="en-US" sz="1050" dirty="0"/>
                        <a:t>`. This matches a concrete structural difference visible in the diff provided, where the student code checks `</a:t>
                      </a:r>
                      <a:r>
                        <a:rPr lang="en-US" sz="1050" dirty="0" err="1"/>
                        <a:t>id_coda_richieste</a:t>
                      </a:r>
                      <a:r>
                        <a:rPr lang="en-US" sz="1050" dirty="0"/>
                        <a:t>` (which is not declared in the shown student code segment) instead of `</a:t>
                      </a:r>
                      <a:r>
                        <a:rPr lang="en-US" sz="1050" dirty="0" err="1"/>
                        <a:t>id_coda_risposte</a:t>
                      </a:r>
                      <a:r>
                        <a:rPr lang="en-US" sz="1050" dirty="0"/>
                        <a:t>`. This incorrect check could lead to premature termination if the response queue creation fails, disrupting the server's functionality, which aligns with the observed test feedback indicating execution errors.</a:t>
                      </a:r>
                      <a:endParaRPr lang="it-IT" sz="1050" dirty="0"/>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316644112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152B0F8-B01F-6751-2EBC-D76E5CD895CC}"/>
              </a:ext>
            </a:extLst>
          </p:cNvPr>
          <p:cNvSpPr>
            <a:spLocks noGrp="1"/>
          </p:cNvSpPr>
          <p:nvPr>
            <p:ph type="title"/>
          </p:nvPr>
        </p:nvSpPr>
        <p:spPr>
          <a:xfrm>
            <a:off x="647701" y="627299"/>
            <a:ext cx="3753599" cy="1442153"/>
          </a:xfrm>
        </p:spPr>
        <p:txBody>
          <a:bodyPr vert="horz" lIns="91440" tIns="45720" rIns="91440" bIns="45720" rtlCol="0" anchor="t">
            <a:normAutofit/>
          </a:bodyPr>
          <a:lstStyle/>
          <a:p>
            <a:pPr>
              <a:lnSpc>
                <a:spcPct val="90000"/>
              </a:lnSpc>
            </a:pPr>
            <a:r>
              <a:rPr lang="en-US" sz="3100" dirty="0" err="1"/>
              <a:t>Esempio</a:t>
            </a:r>
            <a:r>
              <a:rPr lang="en-US" sz="3100" dirty="0"/>
              <a:t> dynamic failure (</a:t>
            </a:r>
            <a:r>
              <a:rPr lang="en-US" sz="3100" dirty="0" err="1"/>
              <a:t>eliminando</a:t>
            </a:r>
            <a:r>
              <a:rPr lang="en-US" sz="3100" dirty="0"/>
              <a:t> </a:t>
            </a:r>
            <a:r>
              <a:rPr lang="en-US" sz="3100" dirty="0" err="1"/>
              <a:t>vecchio</a:t>
            </a:r>
            <a:r>
              <a:rPr lang="en-US" sz="3100" dirty="0"/>
              <a:t> warning)</a:t>
            </a:r>
          </a:p>
        </p:txBody>
      </p:sp>
      <p:sp>
        <p:nvSpPr>
          <p:cNvPr id="6" name="CasellaDiTesto 5">
            <a:extLst>
              <a:ext uri="{FF2B5EF4-FFF2-40B4-BE49-F238E27FC236}">
                <a16:creationId xmlns:a16="http://schemas.microsoft.com/office/drawing/2014/main" id="{AAD858A1-445A-570F-7B51-C517E8715751}"/>
              </a:ext>
            </a:extLst>
          </p:cNvPr>
          <p:cNvSpPr txBox="1"/>
          <p:nvPr/>
        </p:nvSpPr>
        <p:spPr>
          <a:xfrm>
            <a:off x="647701" y="2397760"/>
            <a:ext cx="4128367" cy="3622040"/>
          </a:xfrm>
          <a:prstGeom prst="rect">
            <a:avLst/>
          </a:prstGeom>
        </p:spPr>
        <p:txBody>
          <a:bodyPr vert="horz" lIns="91440" tIns="45720" rIns="91440" bIns="45720" rtlCol="0">
            <a:normAutofit/>
          </a:bodyPr>
          <a:lstStyle/>
          <a:p>
            <a:pPr defTabSz="457200">
              <a:lnSpc>
                <a:spcPct val="90000"/>
              </a:lnSpc>
              <a:spcBef>
                <a:spcPts val="1000"/>
              </a:spcBef>
              <a:buClr>
                <a:schemeClr val="accent1"/>
              </a:buClr>
              <a:buSzPct val="80000"/>
              <a:buFont typeface="Wingdings 3" charset="2"/>
              <a:buChar char=""/>
            </a:pPr>
            <a:r>
              <a:rPr lang="it-IT" sz="1700" dirty="0">
                <a:latin typeface="+mj-lt"/>
                <a:ea typeface="+mj-ea"/>
                <a:cs typeface="+mj-cs"/>
              </a:rPr>
              <a:t>In `</a:t>
            </a:r>
            <a:r>
              <a:rPr lang="it-IT" sz="1700" dirty="0" err="1">
                <a:latin typeface="+mj-lt"/>
                <a:ea typeface="+mj-ea"/>
                <a:cs typeface="+mj-cs"/>
              </a:rPr>
              <a:t>server.c</a:t>
            </a:r>
            <a:r>
              <a:rPr lang="it-IT" sz="1700" dirty="0">
                <a:latin typeface="+mj-lt"/>
                <a:ea typeface="+mj-ea"/>
                <a:cs typeface="+mj-cs"/>
              </a:rPr>
              <a:t>`, il controllo `</a:t>
            </a:r>
            <a:r>
              <a:rPr lang="it-IT" sz="1700" dirty="0" err="1">
                <a:latin typeface="+mj-lt"/>
                <a:ea typeface="+mj-ea"/>
                <a:cs typeface="+mj-cs"/>
              </a:rPr>
              <a:t>id_coda_risposte</a:t>
            </a:r>
            <a:r>
              <a:rPr lang="it-IT" sz="1700" dirty="0">
                <a:latin typeface="+mj-lt"/>
                <a:ea typeface="+mj-ea"/>
                <a:cs typeface="+mj-cs"/>
              </a:rPr>
              <a:t>` ha un riferimento a variabile errato alla linea 40. Dovrebbe essere `</a:t>
            </a:r>
            <a:r>
              <a:rPr lang="it-IT" sz="1700" dirty="0" err="1">
                <a:latin typeface="+mj-lt"/>
                <a:ea typeface="+mj-ea"/>
                <a:cs typeface="+mj-cs"/>
              </a:rPr>
              <a:t>id_coda_risposte</a:t>
            </a:r>
            <a:r>
              <a:rPr lang="it-IT" sz="1700" dirty="0">
                <a:latin typeface="+mj-lt"/>
                <a:ea typeface="+mj-ea"/>
                <a:cs typeface="+mj-cs"/>
              </a:rPr>
              <a:t>` invece di `</a:t>
            </a:r>
            <a:r>
              <a:rPr lang="it-IT" sz="1700" dirty="0" err="1">
                <a:latin typeface="+mj-lt"/>
                <a:ea typeface="+mj-ea"/>
                <a:cs typeface="+mj-cs"/>
              </a:rPr>
              <a:t>id_coda_richieste</a:t>
            </a:r>
            <a:r>
              <a:rPr lang="it-IT" sz="1700" dirty="0">
                <a:latin typeface="+mj-lt"/>
                <a:ea typeface="+mj-ea"/>
                <a:cs typeface="+mj-cs"/>
              </a:rPr>
              <a:t>`. Questo controllo errato potrebbe portare a una terminazione prematura se la creazione della coda di risposte fallisce, interrompendo la funzionalità del server.</a:t>
            </a:r>
            <a:endParaRPr lang="en-US" sz="1700" dirty="0">
              <a:latin typeface="+mj-lt"/>
              <a:ea typeface="+mj-ea"/>
              <a:cs typeface="+mj-cs"/>
            </a:endParaRPr>
          </a:p>
        </p:txBody>
      </p:sp>
      <p:pic>
        <p:nvPicPr>
          <p:cNvPr id="5" name="Immagine 4">
            <a:extLst>
              <a:ext uri="{FF2B5EF4-FFF2-40B4-BE49-F238E27FC236}">
                <a16:creationId xmlns:a16="http://schemas.microsoft.com/office/drawing/2014/main" id="{2CFCFCB8-C081-DD68-81CF-603440172FAF}"/>
              </a:ext>
            </a:extLst>
          </p:cNvPr>
          <p:cNvPicPr>
            <a:picLocks noChangeAspect="1"/>
          </p:cNvPicPr>
          <p:nvPr/>
        </p:nvPicPr>
        <p:blipFill>
          <a:blip r:embed="rId3"/>
          <a:srcRect r="12292" b="-1"/>
          <a:stretch>
            <a:fillRect/>
          </a:stretch>
        </p:blipFill>
        <p:spPr>
          <a:xfrm>
            <a:off x="5050389" y="1447799"/>
            <a:ext cx="6493910" cy="4572001"/>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3223388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5D0D8-DCB9-75BF-81C8-A74671A72FCB}"/>
            </a:ext>
          </a:extLst>
        </p:cNvPr>
        <p:cNvGrpSpPr/>
        <p:nvPr/>
      </p:nvGrpSpPr>
      <p:grpSpPr>
        <a:xfrm>
          <a:off x="0" y="0"/>
          <a:ext cx="0" cy="0"/>
          <a:chOff x="0" y="0"/>
          <a:chExt cx="0" cy="0"/>
        </a:xfrm>
      </p:grpSpPr>
      <p:graphicFrame>
        <p:nvGraphicFramePr>
          <p:cNvPr id="4" name="Segnaposto contenuto 3">
            <a:extLst>
              <a:ext uri="{FF2B5EF4-FFF2-40B4-BE49-F238E27FC236}">
                <a16:creationId xmlns:a16="http://schemas.microsoft.com/office/drawing/2014/main" id="{E714E8BE-2491-2F5D-B265-04307E481D6B}"/>
              </a:ext>
            </a:extLst>
          </p:cNvPr>
          <p:cNvGraphicFramePr>
            <a:graphicFrameLocks noGrp="1"/>
          </p:cNvGraphicFramePr>
          <p:nvPr>
            <p:ph idx="1"/>
            <p:extLst>
              <p:ext uri="{D42A27DB-BD31-4B8C-83A1-F6EECF244321}">
                <p14:modId xmlns:p14="http://schemas.microsoft.com/office/powerpoint/2010/main" val="3172402831"/>
              </p:ext>
            </p:extLst>
          </p:nvPr>
        </p:nvGraphicFramePr>
        <p:xfrm>
          <a:off x="117986" y="594360"/>
          <a:ext cx="11916698" cy="6210576"/>
        </p:xfrm>
        <a:graphic>
          <a:graphicData uri="http://schemas.openxmlformats.org/drawingml/2006/table">
            <a:tbl>
              <a:tblPr firstRow="1" bandRow="1">
                <a:tableStyleId>{5C22544A-7EE6-4342-B048-85BDC9FD1C3A}</a:tableStyleId>
              </a:tblPr>
              <a:tblGrid>
                <a:gridCol w="574243">
                  <a:extLst>
                    <a:ext uri="{9D8B030D-6E8A-4147-A177-3AD203B41FA5}">
                      <a16:colId xmlns:a16="http://schemas.microsoft.com/office/drawing/2014/main" val="1875058376"/>
                    </a:ext>
                  </a:extLst>
                </a:gridCol>
                <a:gridCol w="340158">
                  <a:extLst>
                    <a:ext uri="{9D8B030D-6E8A-4147-A177-3AD203B41FA5}">
                      <a16:colId xmlns:a16="http://schemas.microsoft.com/office/drawing/2014/main" val="2729272592"/>
                    </a:ext>
                  </a:extLst>
                </a:gridCol>
                <a:gridCol w="540774">
                  <a:extLst>
                    <a:ext uri="{9D8B030D-6E8A-4147-A177-3AD203B41FA5}">
                      <a16:colId xmlns:a16="http://schemas.microsoft.com/office/drawing/2014/main" val="2911452443"/>
                    </a:ext>
                  </a:extLst>
                </a:gridCol>
                <a:gridCol w="412955">
                  <a:extLst>
                    <a:ext uri="{9D8B030D-6E8A-4147-A177-3AD203B41FA5}">
                      <a16:colId xmlns:a16="http://schemas.microsoft.com/office/drawing/2014/main" val="2479012610"/>
                    </a:ext>
                  </a:extLst>
                </a:gridCol>
                <a:gridCol w="694644">
                  <a:extLst>
                    <a:ext uri="{9D8B030D-6E8A-4147-A177-3AD203B41FA5}">
                      <a16:colId xmlns:a16="http://schemas.microsoft.com/office/drawing/2014/main" val="2959452781"/>
                    </a:ext>
                  </a:extLst>
                </a:gridCol>
                <a:gridCol w="415894">
                  <a:extLst>
                    <a:ext uri="{9D8B030D-6E8A-4147-A177-3AD203B41FA5}">
                      <a16:colId xmlns:a16="http://schemas.microsoft.com/office/drawing/2014/main" val="1078437898"/>
                    </a:ext>
                  </a:extLst>
                </a:gridCol>
                <a:gridCol w="456503">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1095698">
                  <a:extLst>
                    <a:ext uri="{9D8B030D-6E8A-4147-A177-3AD203B41FA5}">
                      <a16:colId xmlns:a16="http://schemas.microsoft.com/office/drawing/2014/main" val="3564228665"/>
                    </a:ext>
                  </a:extLst>
                </a:gridCol>
                <a:gridCol w="806246">
                  <a:extLst>
                    <a:ext uri="{9D8B030D-6E8A-4147-A177-3AD203B41FA5}">
                      <a16:colId xmlns:a16="http://schemas.microsoft.com/office/drawing/2014/main" val="1079194908"/>
                    </a:ext>
                  </a:extLst>
                </a:gridCol>
                <a:gridCol w="471948">
                  <a:extLst>
                    <a:ext uri="{9D8B030D-6E8A-4147-A177-3AD203B41FA5}">
                      <a16:colId xmlns:a16="http://schemas.microsoft.com/office/drawing/2014/main" val="457757330"/>
                    </a:ext>
                  </a:extLst>
                </a:gridCol>
                <a:gridCol w="629265">
                  <a:extLst>
                    <a:ext uri="{9D8B030D-6E8A-4147-A177-3AD203B41FA5}">
                      <a16:colId xmlns:a16="http://schemas.microsoft.com/office/drawing/2014/main" val="75598170"/>
                    </a:ext>
                  </a:extLst>
                </a:gridCol>
                <a:gridCol w="1465006">
                  <a:extLst>
                    <a:ext uri="{9D8B030D-6E8A-4147-A177-3AD203B41FA5}">
                      <a16:colId xmlns:a16="http://schemas.microsoft.com/office/drawing/2014/main" val="963411808"/>
                    </a:ext>
                  </a:extLst>
                </a:gridCol>
                <a:gridCol w="609600">
                  <a:extLst>
                    <a:ext uri="{9D8B030D-6E8A-4147-A177-3AD203B41FA5}">
                      <a16:colId xmlns:a16="http://schemas.microsoft.com/office/drawing/2014/main" val="27591704"/>
                    </a:ext>
                  </a:extLst>
                </a:gridCol>
                <a:gridCol w="1258529">
                  <a:extLst>
                    <a:ext uri="{9D8B030D-6E8A-4147-A177-3AD203B41FA5}">
                      <a16:colId xmlns:a16="http://schemas.microsoft.com/office/drawing/2014/main" val="228824343"/>
                    </a:ext>
                  </a:extLst>
                </a:gridCol>
                <a:gridCol w="963561">
                  <a:extLst>
                    <a:ext uri="{9D8B030D-6E8A-4147-A177-3AD203B41FA5}">
                      <a16:colId xmlns:a16="http://schemas.microsoft.com/office/drawing/2014/main" val="2134066566"/>
                    </a:ext>
                  </a:extLst>
                </a:gridCol>
                <a:gridCol w="973394">
                  <a:extLst>
                    <a:ext uri="{9D8B030D-6E8A-4147-A177-3AD203B41FA5}">
                      <a16:colId xmlns:a16="http://schemas.microsoft.com/office/drawing/2014/main" val="1278294766"/>
                    </a:ext>
                  </a:extLst>
                </a:gridCol>
              </a:tblGrid>
              <a:tr h="1318536">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r>
                        <a:rPr lang="it-IT" sz="1050" dirty="0"/>
                        <a:t> + </a:t>
                      </a:r>
                      <a:r>
                        <a:rPr lang="it-IT" sz="1050" dirty="0" err="1"/>
                        <a:t>judge_Output_motivation</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593847">
                <a:tc>
                  <a:txBody>
                    <a:bodyPr/>
                    <a:lstStyle/>
                    <a:p>
                      <a:pPr algn="l"/>
                      <a:r>
                        <a:rPr lang="it-IT" sz="1050" dirty="0" err="1"/>
                        <a:t>antocenna</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e6dba1ea36e0322dc41b3c841ea504a7d1200aaa</a:t>
                      </a:r>
                    </a:p>
                  </a:txBody>
                  <a:tcPr/>
                </a:tc>
                <a:tc>
                  <a:txBody>
                    <a:bodyPr/>
                    <a:lstStyle/>
                    <a:p>
                      <a:pPr algn="l"/>
                      <a:r>
                        <a:rPr lang="it-IT" sz="1050" dirty="0" err="1"/>
                        <a:t>dynamic_failure</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remote procedure </a:t>
                      </a:r>
                      <a:r>
                        <a:rPr lang="it-IT" sz="1050" dirty="0" err="1"/>
                        <a:t>call.L'esercizio</a:t>
                      </a:r>
                      <a:r>
                        <a:rPr lang="it-IT" sz="1050" dirty="0"/>
                        <a:t> non è ancora stato svolto </a:t>
                      </a:r>
                      <a:r>
                        <a:rPr lang="it-IT" sz="1050" dirty="0" err="1"/>
                        <a:t>correttamente.L'esecuzione</a:t>
                      </a:r>
                      <a:r>
                        <a:rPr lang="it-IT" sz="1050" dirty="0"/>
                        <a:t> non è corretta: Errore nel valore di PRODUCI CON SOMMA ricevuto dal </a:t>
                      </a:r>
                      <a:r>
                        <a:rPr lang="it-IT" sz="1050" dirty="0" err="1"/>
                        <a:t>server.Il</a:t>
                      </a:r>
                      <a:r>
                        <a:rPr lang="it-IT" sz="1050" dirty="0"/>
                        <a:t> numero totale di messaggi non corrisponde a quello richiesto dalla traccia</a:t>
                      </a:r>
                    </a:p>
                  </a:txBody>
                  <a:tcPr/>
                </a:tc>
                <a:tc>
                  <a:txBody>
                    <a:bodyPr/>
                    <a:lstStyle/>
                    <a:p>
                      <a:pPr algn="l"/>
                      <a:r>
                        <a:rPr lang="it-IT" sz="1050" dirty="0"/>
                        <a:t>[Produttore] Chiamo PRODUCI CON SOMMA(4, 2, 0)\n[Client] Invio richiesta PRODUCI_CON_SOMMA(4, 2, 0)\n[Client] Ricevuto risposta: risultato=0, errore=0\n[Produttore] Chiamo PRODUCI(3)(CONTINUA)…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shows a correct interaction between the client, server, and worker threads. The client sends requests to the server, which are processed by the worker threads. The requests and replies are correctly paired, and the values are correctly computed and returned. The trace shows a coherent and correct execution of the RPC protocol, with no visible mismatches in the request/reply pairs, values, or counts. The output is consistent with the expected behavior of the system.</a:t>
                      </a:r>
                      <a:endParaRPr lang="it-IT" sz="1050" dirty="0"/>
                    </a:p>
                  </a:txBody>
                  <a:tcPr/>
                </a:tc>
                <a:tc>
                  <a:txBody>
                    <a:bodyPr/>
                    <a:lstStyle/>
                    <a:p>
                      <a:pPr algn="l"/>
                      <a:r>
                        <a:rPr lang="it-IT" sz="1050" dirty="0"/>
                        <a:t>NO</a:t>
                      </a:r>
                    </a:p>
                  </a:txBody>
                  <a:tcPr/>
                </a:tc>
                <a:tc>
                  <a:txBody>
                    <a:bodyPr/>
                    <a:lstStyle/>
                    <a:p>
                      <a:pPr algn="l"/>
                      <a:r>
                        <a:rPr lang="en-US" sz="1050" dirty="0"/>
                        <a:t>In `</a:t>
                      </a:r>
                      <a:r>
                        <a:rPr lang="en-US" sz="1050" dirty="0" err="1"/>
                        <a:t>server.c</a:t>
                      </a:r>
                      <a:r>
                        <a:rPr lang="en-US" sz="1050" dirty="0"/>
                        <a:t>`, the `worker` function allocates memory for `param` using `malloc`, but this memory is not freed in all cases. Specifically, if `</a:t>
                      </a:r>
                      <a:r>
                        <a:rPr lang="en-US" sz="1050" dirty="0" err="1"/>
                        <a:t>pthread_create</a:t>
                      </a:r>
                      <a:r>
                        <a:rPr lang="en-US" sz="1050" dirty="0"/>
                        <a:t>` fails, the allocated memory is leaked. This defect is related to ownership/lifetime, as the memory is allocated but not properly released in case of an error. The fix is to add a check for `result` and free the memory if it's not zero.</a:t>
                      </a:r>
                      <a:endParaRPr lang="it-IT" sz="1050" dirty="0"/>
                    </a:p>
                  </a:txBody>
                  <a:tcPr/>
                </a:tc>
                <a:tc>
                  <a:txBody>
                    <a:bodyPr/>
                    <a:lstStyle/>
                    <a:p>
                      <a:pPr algn="l"/>
                      <a:r>
                        <a:rPr lang="it-IT" sz="1050" dirty="0"/>
                        <a:t>NO, </a:t>
                      </a:r>
                      <a:r>
                        <a:rPr lang="en-US" sz="1050" dirty="0"/>
                        <a:t>The diagnosis claims the output is correct, but the ground truth explicitly states that the execution is incorrect due to an error in the value received from the server and a mismatch in the number of messages. Therefore, the diagnosis does not match the output ground truth.</a:t>
                      </a:r>
                      <a:endParaRPr lang="it-IT" sz="1050" dirty="0"/>
                    </a:p>
                  </a:txBody>
                  <a:tcPr/>
                </a:tc>
                <a:tc>
                  <a:txBody>
                    <a:bodyPr/>
                    <a:lstStyle/>
                    <a:p>
                      <a:pPr algn="l"/>
                      <a:r>
                        <a:rPr lang="it-IT" sz="1050" dirty="0"/>
                        <a:t>NO, </a:t>
                      </a:r>
                      <a:r>
                        <a:rPr lang="en-US" sz="1050" dirty="0"/>
                        <a:t>The diagnosis states that there is a memory leak in the `worker` function when `</a:t>
                      </a:r>
                      <a:r>
                        <a:rPr lang="en-US" sz="1050" dirty="0" err="1"/>
                        <a:t>pthread_create</a:t>
                      </a:r>
                      <a:r>
                        <a:rPr lang="en-US" sz="1050" dirty="0"/>
                        <a:t>` fails, but the provided diff does not show the code responsible for this issue, nor does it directly relate to the observed test feedback about incorrect values and message counts.</a:t>
                      </a:r>
                      <a:endParaRPr lang="it-IT" sz="1050" dirty="0"/>
                    </a:p>
                  </a:txBody>
                  <a:tcPr/>
                </a:tc>
                <a:extLst>
                  <a:ext uri="{0D108BD9-81ED-4DB2-BD59-A6C34878D82A}">
                    <a16:rowId xmlns:a16="http://schemas.microsoft.com/office/drawing/2014/main" val="2318198447"/>
                  </a:ext>
                </a:extLst>
              </a:tr>
            </a:tbl>
          </a:graphicData>
        </a:graphic>
      </p:graphicFrame>
      <p:sp>
        <p:nvSpPr>
          <p:cNvPr id="6" name="Titolo 1">
            <a:extLst>
              <a:ext uri="{FF2B5EF4-FFF2-40B4-BE49-F238E27FC236}">
                <a16:creationId xmlns:a16="http://schemas.microsoft.com/office/drawing/2014/main" id="{7694D1D8-A176-8752-1F02-7477FA1D458F}"/>
              </a:ext>
            </a:extLst>
          </p:cNvPr>
          <p:cNvSpPr txBox="1">
            <a:spLocks/>
          </p:cNvSpPr>
          <p:nvPr/>
        </p:nvSpPr>
        <p:spPr>
          <a:xfrm>
            <a:off x="117986" y="86324"/>
            <a:ext cx="11572567" cy="101607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sz="2400"/>
              <a:t>Esempio di risultato (dynamic_failure) (eliminando vecchio warning):</a:t>
            </a:r>
            <a:endParaRPr lang="it-IT" sz="2400" dirty="0"/>
          </a:p>
        </p:txBody>
      </p:sp>
    </p:spTree>
    <p:extLst>
      <p:ext uri="{BB962C8B-B14F-4D97-AF65-F5344CB8AC3E}">
        <p14:creationId xmlns:p14="http://schemas.microsoft.com/office/powerpoint/2010/main" val="173283076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46" name="Freeform 7">
            <a:extLst>
              <a:ext uri="{FF2B5EF4-FFF2-40B4-BE49-F238E27FC236}">
                <a16:creationId xmlns:a16="http://schemas.microsoft.com/office/drawing/2014/main" id="{56526AC5-B69B-47B3-AFD9-961DC6CBA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8" name="Rectangle 47">
            <a:extLst>
              <a:ext uri="{FF2B5EF4-FFF2-40B4-BE49-F238E27FC236}">
                <a16:creationId xmlns:a16="http://schemas.microsoft.com/office/drawing/2014/main" id="{840A09FC-0CA0-4C21-BE1C-1463F1CFC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4139" y="0"/>
            <a:ext cx="463828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5">
            <a:extLst>
              <a:ext uri="{FF2B5EF4-FFF2-40B4-BE49-F238E27FC236}">
                <a16:creationId xmlns:a16="http://schemas.microsoft.com/office/drawing/2014/main" id="{7F638F10-EE56-40D0-BF90-58420C1B5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906400"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5" name="Segnaposto contenuto 4">
            <a:extLst>
              <a:ext uri="{FF2B5EF4-FFF2-40B4-BE49-F238E27FC236}">
                <a16:creationId xmlns:a16="http://schemas.microsoft.com/office/drawing/2014/main" id="{F36C790E-BF8A-7FB2-E247-1B7602F9C527}"/>
              </a:ext>
            </a:extLst>
          </p:cNvPr>
          <p:cNvPicPr>
            <a:picLocks noGrp="1" noChangeAspect="1"/>
          </p:cNvPicPr>
          <p:nvPr>
            <p:ph idx="1"/>
          </p:nvPr>
        </p:nvPicPr>
        <p:blipFill>
          <a:blip r:embed="rId3"/>
          <a:srcRect r="3835" b="1"/>
          <a:stretch>
            <a:fillRect/>
          </a:stretch>
        </p:blipFill>
        <p:spPr>
          <a:xfrm>
            <a:off x="6889910" y="115407"/>
            <a:ext cx="5221974" cy="5403018"/>
          </a:xfrm>
          <a:prstGeom prst="rect">
            <a:avLst/>
          </a:prstGeom>
          <a:effectLst/>
        </p:spPr>
      </p:pic>
      <p:sp>
        <p:nvSpPr>
          <p:cNvPr id="52" name="Rectangle 51">
            <a:extLst>
              <a:ext uri="{FF2B5EF4-FFF2-40B4-BE49-F238E27FC236}">
                <a16:creationId xmlns:a16="http://schemas.microsoft.com/office/drawing/2014/main" id="{DD007ECD-0DF8-4267-B2FD-CF7B64CD1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7" name="CasellaDiTesto 6">
            <a:extLst>
              <a:ext uri="{FF2B5EF4-FFF2-40B4-BE49-F238E27FC236}">
                <a16:creationId xmlns:a16="http://schemas.microsoft.com/office/drawing/2014/main" id="{52C53D47-946E-6AA3-508E-3415D4806054}"/>
              </a:ext>
            </a:extLst>
          </p:cNvPr>
          <p:cNvSpPr txBox="1"/>
          <p:nvPr/>
        </p:nvSpPr>
        <p:spPr>
          <a:xfrm>
            <a:off x="230410" y="115407"/>
            <a:ext cx="6589161" cy="4195481"/>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In `</a:t>
            </a:r>
            <a:r>
              <a:rPr lang="en-US" dirty="0" err="1">
                <a:latin typeface="+mj-lt"/>
                <a:ea typeface="+mj-ea"/>
                <a:cs typeface="+mj-cs"/>
              </a:rPr>
              <a:t>server.c</a:t>
            </a:r>
            <a:r>
              <a:rPr lang="en-US" dirty="0">
                <a:latin typeface="+mj-lt"/>
                <a:ea typeface="+mj-ea"/>
                <a:cs typeface="+mj-cs"/>
              </a:rPr>
              <a:t>`, la </a:t>
            </a:r>
            <a:r>
              <a:rPr lang="en-US" dirty="0" err="1">
                <a:latin typeface="+mj-lt"/>
                <a:ea typeface="+mj-ea"/>
                <a:cs typeface="+mj-cs"/>
              </a:rPr>
              <a:t>funzione</a:t>
            </a:r>
            <a:r>
              <a:rPr lang="en-US" dirty="0">
                <a:latin typeface="+mj-lt"/>
                <a:ea typeface="+mj-ea"/>
                <a:cs typeface="+mj-cs"/>
              </a:rPr>
              <a:t> `worker` </a:t>
            </a:r>
            <a:r>
              <a:rPr lang="en-US" dirty="0" err="1">
                <a:latin typeface="+mj-lt"/>
                <a:ea typeface="+mj-ea"/>
                <a:cs typeface="+mj-cs"/>
              </a:rPr>
              <a:t>alloca</a:t>
            </a:r>
            <a:r>
              <a:rPr lang="en-US" dirty="0">
                <a:latin typeface="+mj-lt"/>
                <a:ea typeface="+mj-ea"/>
                <a:cs typeface="+mj-cs"/>
              </a:rPr>
              <a:t> memoria per `param` </a:t>
            </a:r>
            <a:r>
              <a:rPr lang="en-US" dirty="0" err="1">
                <a:latin typeface="+mj-lt"/>
                <a:ea typeface="+mj-ea"/>
                <a:cs typeface="+mj-cs"/>
              </a:rPr>
              <a:t>usando</a:t>
            </a:r>
            <a:r>
              <a:rPr lang="en-US" dirty="0">
                <a:latin typeface="+mj-lt"/>
                <a:ea typeface="+mj-ea"/>
                <a:cs typeface="+mj-cs"/>
              </a:rPr>
              <a:t> `malloc`, ma </a:t>
            </a:r>
            <a:r>
              <a:rPr lang="en-US" dirty="0" err="1">
                <a:latin typeface="+mj-lt"/>
                <a:ea typeface="+mj-ea"/>
                <a:cs typeface="+mj-cs"/>
              </a:rPr>
              <a:t>questa</a:t>
            </a:r>
            <a:r>
              <a:rPr lang="en-US" dirty="0">
                <a:latin typeface="+mj-lt"/>
                <a:ea typeface="+mj-ea"/>
                <a:cs typeface="+mj-cs"/>
              </a:rPr>
              <a:t> memoria non </a:t>
            </a:r>
            <a:r>
              <a:rPr lang="en-US" dirty="0" err="1">
                <a:latin typeface="+mj-lt"/>
                <a:ea typeface="+mj-ea"/>
                <a:cs typeface="+mj-cs"/>
              </a:rPr>
              <a:t>viene</a:t>
            </a:r>
            <a:r>
              <a:rPr lang="en-US" dirty="0">
                <a:latin typeface="+mj-lt"/>
                <a:ea typeface="+mj-ea"/>
                <a:cs typeface="+mj-cs"/>
              </a:rPr>
              <a:t> </a:t>
            </a:r>
            <a:r>
              <a:rPr lang="en-US" dirty="0" err="1">
                <a:latin typeface="+mj-lt"/>
                <a:ea typeface="+mj-ea"/>
                <a:cs typeface="+mj-cs"/>
              </a:rPr>
              <a:t>liberata</a:t>
            </a:r>
            <a:r>
              <a:rPr lang="en-US" dirty="0">
                <a:latin typeface="+mj-lt"/>
                <a:ea typeface="+mj-ea"/>
                <a:cs typeface="+mj-cs"/>
              </a:rPr>
              <a:t> in tutti </a:t>
            </a:r>
            <a:r>
              <a:rPr lang="en-US" dirty="0" err="1">
                <a:latin typeface="+mj-lt"/>
                <a:ea typeface="+mj-ea"/>
                <a:cs typeface="+mj-cs"/>
              </a:rPr>
              <a:t>i</a:t>
            </a:r>
            <a:r>
              <a:rPr lang="en-US" dirty="0">
                <a:latin typeface="+mj-lt"/>
                <a:ea typeface="+mj-ea"/>
                <a:cs typeface="+mj-cs"/>
              </a:rPr>
              <a:t> </a:t>
            </a:r>
            <a:r>
              <a:rPr lang="en-US" dirty="0" err="1">
                <a:latin typeface="+mj-lt"/>
                <a:ea typeface="+mj-ea"/>
                <a:cs typeface="+mj-cs"/>
              </a:rPr>
              <a:t>casi</a:t>
            </a:r>
            <a:r>
              <a:rPr lang="en-US" dirty="0">
                <a:latin typeface="+mj-lt"/>
                <a:ea typeface="+mj-ea"/>
                <a:cs typeface="+mj-cs"/>
              </a:rPr>
              <a:t>. In </a:t>
            </a:r>
            <a:r>
              <a:rPr lang="en-US" dirty="0" err="1">
                <a:latin typeface="+mj-lt"/>
                <a:ea typeface="+mj-ea"/>
                <a:cs typeface="+mj-cs"/>
              </a:rPr>
              <a:t>particolare</a:t>
            </a:r>
            <a:r>
              <a:rPr lang="en-US" dirty="0">
                <a:latin typeface="+mj-lt"/>
                <a:ea typeface="+mj-ea"/>
                <a:cs typeface="+mj-cs"/>
              </a:rPr>
              <a:t>, se `</a:t>
            </a:r>
            <a:r>
              <a:rPr lang="en-US" dirty="0" err="1">
                <a:latin typeface="+mj-lt"/>
                <a:ea typeface="+mj-ea"/>
                <a:cs typeface="+mj-cs"/>
              </a:rPr>
              <a:t>pthread_create</a:t>
            </a:r>
            <a:r>
              <a:rPr lang="en-US" dirty="0">
                <a:latin typeface="+mj-lt"/>
                <a:ea typeface="+mj-ea"/>
                <a:cs typeface="+mj-cs"/>
              </a:rPr>
              <a:t>` </a:t>
            </a:r>
            <a:r>
              <a:rPr lang="en-US" dirty="0" err="1">
                <a:latin typeface="+mj-lt"/>
                <a:ea typeface="+mj-ea"/>
                <a:cs typeface="+mj-cs"/>
              </a:rPr>
              <a:t>fallisce</a:t>
            </a:r>
            <a:r>
              <a:rPr lang="en-US" dirty="0">
                <a:latin typeface="+mj-lt"/>
                <a:ea typeface="+mj-ea"/>
                <a:cs typeface="+mj-cs"/>
              </a:rPr>
              <a:t>, la memoria </a:t>
            </a:r>
            <a:r>
              <a:rPr lang="en-US" dirty="0" err="1">
                <a:latin typeface="+mj-lt"/>
                <a:ea typeface="+mj-ea"/>
                <a:cs typeface="+mj-cs"/>
              </a:rPr>
              <a:t>allocata</a:t>
            </a:r>
            <a:r>
              <a:rPr lang="en-US" dirty="0">
                <a:latin typeface="+mj-lt"/>
                <a:ea typeface="+mj-ea"/>
                <a:cs typeface="+mj-cs"/>
              </a:rPr>
              <a:t> </a:t>
            </a:r>
            <a:r>
              <a:rPr lang="en-US" dirty="0" err="1">
                <a:latin typeface="+mj-lt"/>
                <a:ea typeface="+mj-ea"/>
                <a:cs typeface="+mj-cs"/>
              </a:rPr>
              <a:t>viene</a:t>
            </a:r>
            <a:r>
              <a:rPr lang="en-US" dirty="0">
                <a:latin typeface="+mj-lt"/>
                <a:ea typeface="+mj-ea"/>
                <a:cs typeface="+mj-cs"/>
              </a:rPr>
              <a:t> </a:t>
            </a:r>
            <a:r>
              <a:rPr lang="en-US" dirty="0" err="1">
                <a:latin typeface="+mj-lt"/>
                <a:ea typeface="+mj-ea"/>
                <a:cs typeface="+mj-cs"/>
              </a:rPr>
              <a:t>ersa</a:t>
            </a:r>
            <a:r>
              <a:rPr lang="en-US" dirty="0">
                <a:latin typeface="+mj-lt"/>
                <a:ea typeface="+mj-ea"/>
                <a:cs typeface="+mj-cs"/>
              </a:rPr>
              <a:t>. </a:t>
            </a:r>
            <a:r>
              <a:rPr lang="en-US" dirty="0" err="1">
                <a:latin typeface="+mj-lt"/>
                <a:ea typeface="+mj-ea"/>
                <a:cs typeface="+mj-cs"/>
              </a:rPr>
              <a:t>Questo</a:t>
            </a:r>
            <a:r>
              <a:rPr lang="en-US" dirty="0">
                <a:latin typeface="+mj-lt"/>
                <a:ea typeface="+mj-ea"/>
                <a:cs typeface="+mj-cs"/>
              </a:rPr>
              <a:t> </a:t>
            </a:r>
            <a:r>
              <a:rPr lang="en-US" dirty="0" err="1">
                <a:latin typeface="+mj-lt"/>
                <a:ea typeface="+mj-ea"/>
                <a:cs typeface="+mj-cs"/>
              </a:rPr>
              <a:t>difetto</a:t>
            </a:r>
            <a:r>
              <a:rPr lang="en-US" dirty="0">
                <a:latin typeface="+mj-lt"/>
                <a:ea typeface="+mj-ea"/>
                <a:cs typeface="+mj-cs"/>
              </a:rPr>
              <a:t> è legato alla </a:t>
            </a:r>
            <a:r>
              <a:rPr lang="en-US" dirty="0" err="1">
                <a:latin typeface="+mj-lt"/>
                <a:ea typeface="+mj-ea"/>
                <a:cs typeface="+mj-cs"/>
              </a:rPr>
              <a:t>proprietà</a:t>
            </a:r>
            <a:r>
              <a:rPr lang="en-US" dirty="0">
                <a:latin typeface="+mj-lt"/>
                <a:ea typeface="+mj-ea"/>
                <a:cs typeface="+mj-cs"/>
              </a:rPr>
              <a:t>/</a:t>
            </a:r>
            <a:r>
              <a:rPr lang="en-US" dirty="0" err="1">
                <a:latin typeface="+mj-lt"/>
                <a:ea typeface="+mj-ea"/>
                <a:cs typeface="+mj-cs"/>
              </a:rPr>
              <a:t>durata</a:t>
            </a:r>
            <a:r>
              <a:rPr lang="en-US" dirty="0">
                <a:latin typeface="+mj-lt"/>
                <a:ea typeface="+mj-ea"/>
                <a:cs typeface="+mj-cs"/>
              </a:rPr>
              <a:t> della memoria, </a:t>
            </a:r>
            <a:r>
              <a:rPr lang="en-US" dirty="0" err="1">
                <a:latin typeface="+mj-lt"/>
                <a:ea typeface="+mj-ea"/>
                <a:cs typeface="+mj-cs"/>
              </a:rPr>
              <a:t>poiché</a:t>
            </a:r>
            <a:r>
              <a:rPr lang="en-US" dirty="0">
                <a:latin typeface="+mj-lt"/>
                <a:ea typeface="+mj-ea"/>
                <a:cs typeface="+mj-cs"/>
              </a:rPr>
              <a:t> la memoria </a:t>
            </a:r>
            <a:r>
              <a:rPr lang="en-US" dirty="0" err="1">
                <a:latin typeface="+mj-lt"/>
                <a:ea typeface="+mj-ea"/>
                <a:cs typeface="+mj-cs"/>
              </a:rPr>
              <a:t>viene</a:t>
            </a:r>
            <a:r>
              <a:rPr lang="en-US" dirty="0">
                <a:latin typeface="+mj-lt"/>
                <a:ea typeface="+mj-ea"/>
                <a:cs typeface="+mj-cs"/>
              </a:rPr>
              <a:t> </a:t>
            </a:r>
            <a:r>
              <a:rPr lang="en-US" dirty="0" err="1">
                <a:latin typeface="+mj-lt"/>
                <a:ea typeface="+mj-ea"/>
                <a:cs typeface="+mj-cs"/>
              </a:rPr>
              <a:t>allocata</a:t>
            </a:r>
            <a:r>
              <a:rPr lang="en-US" dirty="0">
                <a:latin typeface="+mj-lt"/>
                <a:ea typeface="+mj-ea"/>
                <a:cs typeface="+mj-cs"/>
              </a:rPr>
              <a:t> ma non </a:t>
            </a:r>
            <a:r>
              <a:rPr lang="en-US" dirty="0" err="1">
                <a:latin typeface="+mj-lt"/>
                <a:ea typeface="+mj-ea"/>
                <a:cs typeface="+mj-cs"/>
              </a:rPr>
              <a:t>rilasciata</a:t>
            </a:r>
            <a:r>
              <a:rPr lang="en-US" dirty="0">
                <a:latin typeface="+mj-lt"/>
                <a:ea typeface="+mj-ea"/>
                <a:cs typeface="+mj-cs"/>
              </a:rPr>
              <a:t> </a:t>
            </a:r>
            <a:r>
              <a:rPr lang="en-US" dirty="0" err="1">
                <a:latin typeface="+mj-lt"/>
                <a:ea typeface="+mj-ea"/>
                <a:cs typeface="+mj-cs"/>
              </a:rPr>
              <a:t>correttamente</a:t>
            </a:r>
            <a:r>
              <a:rPr lang="en-US" dirty="0">
                <a:latin typeface="+mj-lt"/>
                <a:ea typeface="+mj-ea"/>
                <a:cs typeface="+mj-cs"/>
              </a:rPr>
              <a:t> in </a:t>
            </a:r>
            <a:r>
              <a:rPr lang="en-US" dirty="0" err="1">
                <a:latin typeface="+mj-lt"/>
                <a:ea typeface="+mj-ea"/>
                <a:cs typeface="+mj-cs"/>
              </a:rPr>
              <a:t>caso</a:t>
            </a:r>
            <a:r>
              <a:rPr lang="en-US" dirty="0">
                <a:latin typeface="+mj-lt"/>
                <a:ea typeface="+mj-ea"/>
                <a:cs typeface="+mj-cs"/>
              </a:rPr>
              <a:t> di </a:t>
            </a:r>
            <a:r>
              <a:rPr lang="en-US" dirty="0" err="1">
                <a:latin typeface="+mj-lt"/>
                <a:ea typeface="+mj-ea"/>
                <a:cs typeface="+mj-cs"/>
              </a:rPr>
              <a:t>errore</a:t>
            </a:r>
            <a:r>
              <a:rPr lang="en-US" dirty="0">
                <a:latin typeface="+mj-lt"/>
                <a:ea typeface="+mj-ea"/>
                <a:cs typeface="+mj-cs"/>
              </a:rPr>
              <a:t>. La </a:t>
            </a:r>
            <a:r>
              <a:rPr lang="en-US" dirty="0" err="1">
                <a:latin typeface="+mj-lt"/>
                <a:ea typeface="+mj-ea"/>
                <a:cs typeface="+mj-cs"/>
              </a:rPr>
              <a:t>soluzione</a:t>
            </a:r>
            <a:r>
              <a:rPr lang="en-US" dirty="0">
                <a:latin typeface="+mj-lt"/>
                <a:ea typeface="+mj-ea"/>
                <a:cs typeface="+mj-cs"/>
              </a:rPr>
              <a:t> </a:t>
            </a:r>
            <a:r>
              <a:rPr lang="en-US" dirty="0" err="1">
                <a:latin typeface="+mj-lt"/>
                <a:ea typeface="+mj-ea"/>
                <a:cs typeface="+mj-cs"/>
              </a:rPr>
              <a:t>consiste</a:t>
            </a:r>
            <a:r>
              <a:rPr lang="en-US" dirty="0">
                <a:latin typeface="+mj-lt"/>
                <a:ea typeface="+mj-ea"/>
                <a:cs typeface="+mj-cs"/>
              </a:rPr>
              <a:t> </a:t>
            </a:r>
            <a:r>
              <a:rPr lang="en-US" dirty="0" err="1">
                <a:latin typeface="+mj-lt"/>
                <a:ea typeface="+mj-ea"/>
                <a:cs typeface="+mj-cs"/>
              </a:rPr>
              <a:t>nell'aggiungere</a:t>
            </a:r>
            <a:r>
              <a:rPr lang="en-US" dirty="0">
                <a:latin typeface="+mj-lt"/>
                <a:ea typeface="+mj-ea"/>
                <a:cs typeface="+mj-cs"/>
              </a:rPr>
              <a:t> un </a:t>
            </a:r>
            <a:r>
              <a:rPr lang="en-US" dirty="0" err="1">
                <a:latin typeface="+mj-lt"/>
                <a:ea typeface="+mj-ea"/>
                <a:cs typeface="+mj-cs"/>
              </a:rPr>
              <a:t>controllo</a:t>
            </a:r>
            <a:r>
              <a:rPr lang="en-US" dirty="0">
                <a:latin typeface="+mj-lt"/>
                <a:ea typeface="+mj-ea"/>
                <a:cs typeface="+mj-cs"/>
              </a:rPr>
              <a:t> per `result` e </a:t>
            </a:r>
            <a:r>
              <a:rPr lang="en-US" dirty="0" err="1">
                <a:latin typeface="+mj-lt"/>
                <a:ea typeface="+mj-ea"/>
                <a:cs typeface="+mj-cs"/>
              </a:rPr>
              <a:t>liberare</a:t>
            </a:r>
            <a:r>
              <a:rPr lang="en-US" dirty="0">
                <a:latin typeface="+mj-lt"/>
                <a:ea typeface="+mj-ea"/>
                <a:cs typeface="+mj-cs"/>
              </a:rPr>
              <a:t> la memoria se il </a:t>
            </a:r>
            <a:r>
              <a:rPr lang="en-US" dirty="0" err="1">
                <a:latin typeface="+mj-lt"/>
                <a:ea typeface="+mj-ea"/>
                <a:cs typeface="+mj-cs"/>
              </a:rPr>
              <a:t>valore</a:t>
            </a:r>
            <a:r>
              <a:rPr lang="en-US" dirty="0">
                <a:latin typeface="+mj-lt"/>
                <a:ea typeface="+mj-ea"/>
                <a:cs typeface="+mj-cs"/>
              </a:rPr>
              <a:t> non è zero.</a:t>
            </a:r>
          </a:p>
        </p:txBody>
      </p:sp>
      <p:pic>
        <p:nvPicPr>
          <p:cNvPr id="4" name="Immagine 3">
            <a:extLst>
              <a:ext uri="{FF2B5EF4-FFF2-40B4-BE49-F238E27FC236}">
                <a16:creationId xmlns:a16="http://schemas.microsoft.com/office/drawing/2014/main" id="{94FCC63A-976F-F416-E700-731616B457F3}"/>
              </a:ext>
            </a:extLst>
          </p:cNvPr>
          <p:cNvPicPr>
            <a:picLocks noChangeAspect="1"/>
          </p:cNvPicPr>
          <p:nvPr/>
        </p:nvPicPr>
        <p:blipFill>
          <a:blip r:embed="rId4"/>
          <a:stretch>
            <a:fillRect/>
          </a:stretch>
        </p:blipFill>
        <p:spPr>
          <a:xfrm>
            <a:off x="179440" y="2816916"/>
            <a:ext cx="6413263" cy="3907237"/>
          </a:xfrm>
          <a:prstGeom prst="rect">
            <a:avLst/>
          </a:prstGeom>
          <a:effectLst/>
        </p:spPr>
      </p:pic>
      <p:sp>
        <p:nvSpPr>
          <p:cNvPr id="9" name="CasellaDiTesto 8">
            <a:extLst>
              <a:ext uri="{FF2B5EF4-FFF2-40B4-BE49-F238E27FC236}">
                <a16:creationId xmlns:a16="http://schemas.microsoft.com/office/drawing/2014/main" id="{D8DB9E73-BBA8-E5B7-6B49-23A683682DAD}"/>
              </a:ext>
            </a:extLst>
          </p:cNvPr>
          <p:cNvSpPr txBox="1"/>
          <p:nvPr/>
        </p:nvSpPr>
        <p:spPr>
          <a:xfrm>
            <a:off x="9097732" y="6086923"/>
            <a:ext cx="1727584" cy="461665"/>
          </a:xfrm>
          <a:prstGeom prst="rect">
            <a:avLst/>
          </a:prstGeom>
          <a:noFill/>
        </p:spPr>
        <p:txBody>
          <a:bodyPr wrap="square" rtlCol="0">
            <a:spAutoFit/>
          </a:bodyPr>
          <a:lstStyle/>
          <a:p>
            <a:r>
              <a:rPr lang="it-IT" sz="2400" b="1" dirty="0">
                <a:solidFill>
                  <a:schemeClr val="bg2"/>
                </a:solidFill>
              </a:rPr>
              <a:t>Soluzione</a:t>
            </a:r>
          </a:p>
        </p:txBody>
      </p:sp>
      <p:sp>
        <p:nvSpPr>
          <p:cNvPr id="10" name="Freccia a sinistra 9">
            <a:extLst>
              <a:ext uri="{FF2B5EF4-FFF2-40B4-BE49-F238E27FC236}">
                <a16:creationId xmlns:a16="http://schemas.microsoft.com/office/drawing/2014/main" id="{B0CDCF87-277E-E51A-8F29-4225EB22602E}"/>
              </a:ext>
            </a:extLst>
          </p:cNvPr>
          <p:cNvSpPr/>
          <p:nvPr/>
        </p:nvSpPr>
        <p:spPr>
          <a:xfrm>
            <a:off x="6889910" y="6086923"/>
            <a:ext cx="2008945" cy="452283"/>
          </a:xfrm>
          <a:prstGeom prst="leftArrow">
            <a:avLst/>
          </a:prstGeom>
          <a:solidFill>
            <a:schemeClr val="bg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27057228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a:bodyPr>
          <a:lstStyle/>
          <a:p>
            <a:pPr marL="0" indent="0">
              <a:buNone/>
            </a:pPr>
            <a:r>
              <a:rPr lang="it-IT" dirty="0"/>
              <a:t>Su un totale di 330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Analisi </a:t>
            </a:r>
            <a:r>
              <a:rPr lang="it-IT" dirty="0" err="1"/>
              <a:t>dynamic_failure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static_failure</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Failure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4" y="1785046"/>
            <a:ext cx="6495838" cy="3897503"/>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dirty="0"/>
              <a:t>Static Failure - </a:t>
            </a:r>
            <a:r>
              <a:rPr lang="en-US" sz="3300" dirty="0" err="1"/>
              <a:t>Analisi</a:t>
            </a:r>
            <a:r>
              <a:rPr lang="en-US" sz="3300" dirty="0"/>
              <a:t> Output LLM </a:t>
            </a:r>
            <a:r>
              <a:rPr lang="en-US" sz="3300" dirty="0" err="1"/>
              <a:t>Primario</a:t>
            </a:r>
            <a:endParaRPr lang="en-US" sz="3300" dirty="0"/>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744" r="1744"/>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dirty="0"/>
              <a:t>Static Failure - </a:t>
            </a:r>
            <a:r>
              <a:rPr lang="en-US" sz="3900" dirty="0" err="1"/>
              <a:t>Analisi</a:t>
            </a:r>
            <a:r>
              <a:rPr lang="en-US" sz="3900" dirty="0"/>
              <a:t> </a:t>
            </a:r>
            <a:r>
              <a:rPr lang="en-US" sz="3900" dirty="0" err="1"/>
              <a:t>Codice</a:t>
            </a:r>
            <a:r>
              <a:rPr lang="en-US" sz="3900" dirty="0"/>
              <a:t> LLM </a:t>
            </a:r>
            <a:r>
              <a:rPr lang="en-US" sz="3900" dirty="0" err="1"/>
              <a:t>Primario</a:t>
            </a:r>
            <a:endParaRPr lang="it-IT" sz="3900" dirty="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1737" r="1737"/>
          <a:stretch/>
        </p:blipFill>
        <p:spPr>
          <a:xfrm>
            <a:off x="78658" y="1853249"/>
            <a:ext cx="6750752"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967061" y="1853249"/>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175433" y="1328990"/>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it-IT" sz="3300" dirty="0"/>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it-IT" dirty="0">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037781" y="1328990"/>
            <a:ext cx="6820657" cy="4200019"/>
          </a:xfrm>
          <a:prstGeom prst="rect">
            <a:avLst/>
          </a:prstGeom>
          <a:effectLst/>
        </p:spPr>
      </p:pic>
    </p:spTree>
    <p:extLst>
      <p:ext uri="{BB962C8B-B14F-4D97-AF65-F5344CB8AC3E}">
        <p14:creationId xmlns:p14="http://schemas.microsoft.com/office/powerpoint/2010/main" val="3069440379"/>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13018</TotalTime>
  <Words>1535</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13</vt:i4>
      </vt:variant>
    </vt:vector>
  </HeadingPairs>
  <TitlesOfParts>
    <vt:vector size="21" baseType="lpstr">
      <vt:lpstr>Aptos</vt:lpstr>
      <vt:lpstr>Arial</vt:lpstr>
      <vt:lpstr>Bahnschrift</vt:lpstr>
      <vt:lpstr>Bahnschrift Light</vt:lpstr>
      <vt:lpstr>Century Gothic</vt:lpstr>
      <vt:lpstr>Wingdings 3</vt:lpstr>
      <vt:lpstr>Ione</vt:lpstr>
      <vt:lpstr>NewYork</vt:lpstr>
      <vt:lpstr>LLM PER SO ESPERIMENTO 1.0 (ESEMPI)</vt:lpstr>
      <vt:lpstr>Esempio di risultato (dynamic_failure) (eliminando vecchio warning):</vt:lpstr>
      <vt:lpstr>Esempio dynamic failure (eliminando vecchio warning)</vt:lpstr>
      <vt:lpstr>Presentazione standard di PowerPoint</vt:lpstr>
      <vt:lpstr>Presentazione standard di PowerPoint</vt:lpstr>
      <vt:lpstr>Analisi effettuate</vt:lpstr>
      <vt:lpstr>Distribuzione per failure category</vt:lpstr>
      <vt:lpstr>Dynamic Failure - Analisi Output LLM Primario </vt:lpstr>
      <vt:lpstr>Dynamic Failure - Analisi Codice LLM Primario </vt:lpstr>
      <vt:lpstr>Static Failure - Analisi Output LLM Primario</vt:lpstr>
      <vt:lpstr>Static Failure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PER SO ESPERIMENTO 1.0 (QUINTA  PRESENTAZIONE)</dc:title>
  <dc:creator>Andrea Esposito</dc:creator>
  <cp:lastModifiedBy>Andrea Esposito</cp:lastModifiedBy>
  <cp:revision>3</cp:revision>
  <dcterms:created xsi:type="dcterms:W3CDTF">2026-03-04T09:44:22Z</dcterms:created>
  <dcterms:modified xsi:type="dcterms:W3CDTF">2026-04-13T14:54:33Z</dcterms:modified>
</cp:coreProperties>
</file>