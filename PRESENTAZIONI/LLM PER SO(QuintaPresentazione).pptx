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22"/>
  </p:notesMasterIdLst>
  <p:sldIdLst>
    <p:sldId id="257" r:id="rId3"/>
    <p:sldId id="258" r:id="rId4"/>
    <p:sldId id="259" r:id="rId5"/>
    <p:sldId id="293" r:id="rId6"/>
    <p:sldId id="294" r:id="rId7"/>
    <p:sldId id="295" r:id="rId8"/>
    <p:sldId id="284" r:id="rId9"/>
    <p:sldId id="291" r:id="rId10"/>
    <p:sldId id="290" r:id="rId11"/>
    <p:sldId id="266" r:id="rId12"/>
    <p:sldId id="296" r:id="rId13"/>
    <p:sldId id="264" r:id="rId14"/>
    <p:sldId id="278" r:id="rId15"/>
    <p:sldId id="279" r:id="rId16"/>
    <p:sldId id="280" r:id="rId17"/>
    <p:sldId id="281" r:id="rId18"/>
    <p:sldId id="282" r:id="rId19"/>
    <p:sldId id="288" r:id="rId20"/>
    <p:sldId id="292" r:id="rId2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83642D-DAA4-44E1-89BC-DF43E4323530}" v="74" dt="2026-03-25T13:49:58.1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custSel addSld delSld modSld">
      <pc:chgData name="Andrea Esposito" userId="af663d4e0f6c8da9" providerId="LiveId" clId="{262502FB-FC54-43DB-AB78-73175A28E98A}" dt="2026-03-25T13:50:01.628" v="3982" actId="20577"/>
      <pc:docMkLst>
        <pc:docMk/>
      </pc:docMkLst>
      <pc:sldChg chg="modSp mod">
        <pc:chgData name="Andrea Esposito" userId="af663d4e0f6c8da9" providerId="LiveId" clId="{262502FB-FC54-43DB-AB78-73175A28E98A}" dt="2026-03-24T14:06:30.353" v="1" actId="20577"/>
        <pc:sldMkLst>
          <pc:docMk/>
          <pc:sldMk cId="1263488033" sldId="257"/>
        </pc:sldMkLst>
        <pc:spChg chg="mod">
          <ac:chgData name="Andrea Esposito" userId="af663d4e0f6c8da9" providerId="LiveId" clId="{262502FB-FC54-43DB-AB78-73175A28E98A}" dt="2026-03-24T14:06:30.353" v="1" actId="20577"/>
          <ac:spMkLst>
            <pc:docMk/>
            <pc:sldMk cId="1263488033" sldId="257"/>
            <ac:spMk id="5" creationId="{5F7A069C-CC32-2115-EB4B-3687677A3594}"/>
          </ac:spMkLst>
        </pc:spChg>
      </pc:sldChg>
      <pc:sldChg chg="addSp modSp mod">
        <pc:chgData name="Andrea Esposito" userId="af663d4e0f6c8da9" providerId="LiveId" clId="{262502FB-FC54-43DB-AB78-73175A28E98A}" dt="2026-03-25T13:30:36.368" v="3740" actId="20577"/>
        <pc:sldMkLst>
          <pc:docMk/>
          <pc:sldMk cId="390661760" sldId="258"/>
        </pc:sldMkLst>
        <pc:spChg chg="mod">
          <ac:chgData name="Andrea Esposito" userId="af663d4e0f6c8da9" providerId="LiveId" clId="{262502FB-FC54-43DB-AB78-73175A28E98A}" dt="2026-03-25T13:30:36.368" v="3740" actId="20577"/>
          <ac:spMkLst>
            <pc:docMk/>
            <pc:sldMk cId="390661760" sldId="258"/>
            <ac:spMk id="3" creationId="{71DE7DEB-E78E-8286-14C0-2000608E9251}"/>
          </ac:spMkLst>
        </pc:spChg>
        <pc:spChg chg="add">
          <ac:chgData name="Andrea Esposito" userId="af663d4e0f6c8da9" providerId="LiveId" clId="{262502FB-FC54-43DB-AB78-73175A28E98A}" dt="2026-03-24T14:10:46.538" v="3"/>
          <ac:spMkLst>
            <pc:docMk/>
            <pc:sldMk cId="390661760" sldId="258"/>
            <ac:spMk id="4" creationId="{D9919AB8-701B-90B6-1F74-8665EC534780}"/>
          </ac:spMkLst>
        </pc:spChg>
      </pc:sldChg>
      <pc:sldChg chg="addSp modSp mod">
        <pc:chgData name="Andrea Esposito" userId="af663d4e0f6c8da9" providerId="LiveId" clId="{262502FB-FC54-43DB-AB78-73175A28E98A}" dt="2026-03-24T14:38:29.872" v="818" actId="20577"/>
        <pc:sldMkLst>
          <pc:docMk/>
          <pc:sldMk cId="193747621" sldId="259"/>
        </pc:sldMkLst>
        <pc:spChg chg="mod">
          <ac:chgData name="Andrea Esposito" userId="af663d4e0f6c8da9" providerId="LiveId" clId="{262502FB-FC54-43DB-AB78-73175A28E98A}" dt="2026-03-24T14:32:05.112" v="465" actId="1076"/>
          <ac:spMkLst>
            <pc:docMk/>
            <pc:sldMk cId="193747621" sldId="259"/>
            <ac:spMk id="2" creationId="{503C882B-3904-5353-9B9A-819E9AA8AD94}"/>
          </ac:spMkLst>
        </pc:spChg>
        <pc:spChg chg="mod">
          <ac:chgData name="Andrea Esposito" userId="af663d4e0f6c8da9" providerId="LiveId" clId="{262502FB-FC54-43DB-AB78-73175A28E98A}" dt="2026-03-24T14:38:29.872" v="818" actId="20577"/>
          <ac:spMkLst>
            <pc:docMk/>
            <pc:sldMk cId="193747621" sldId="259"/>
            <ac:spMk id="3" creationId="{177E0C3E-FDC8-9A6D-7156-7F688E5CC846}"/>
          </ac:spMkLst>
        </pc:spChg>
        <pc:spChg chg="add">
          <ac:chgData name="Andrea Esposito" userId="af663d4e0f6c8da9" providerId="LiveId" clId="{262502FB-FC54-43DB-AB78-73175A28E98A}" dt="2026-03-24T14:36:20.750" v="782"/>
          <ac:spMkLst>
            <pc:docMk/>
            <pc:sldMk cId="193747621" sldId="259"/>
            <ac:spMk id="4" creationId="{9308BB56-BB06-33A3-59FD-C0CF9626D8E1}"/>
          </ac:spMkLst>
        </pc:spChg>
      </pc:sldChg>
      <pc:sldChg chg="addSp delSp modSp mod">
        <pc:chgData name="Andrea Esposito" userId="af663d4e0f6c8da9" providerId="LiveId" clId="{262502FB-FC54-43DB-AB78-73175A28E98A}" dt="2026-03-24T19:08:46.530" v="3225" actId="14100"/>
        <pc:sldMkLst>
          <pc:docMk/>
          <pc:sldMk cId="2048541978" sldId="266"/>
        </pc:sldMkLst>
        <pc:spChg chg="add mod">
          <ac:chgData name="Andrea Esposito" userId="af663d4e0f6c8da9" providerId="LiveId" clId="{262502FB-FC54-43DB-AB78-73175A28E98A}" dt="2026-03-24T14:59:15.412" v="1848" actId="478"/>
          <ac:spMkLst>
            <pc:docMk/>
            <pc:sldMk cId="2048541978" sldId="266"/>
            <ac:spMk id="6" creationId="{404B830D-625C-95BA-4E59-9209D975101A}"/>
          </ac:spMkLst>
        </pc:spChg>
        <pc:graphicFrameChg chg="add mod">
          <ac:chgData name="Andrea Esposito" userId="af663d4e0f6c8da9" providerId="LiveId" clId="{262502FB-FC54-43DB-AB78-73175A28E98A}" dt="2026-03-24T14:58:49.018" v="1844" actId="1076"/>
          <ac:graphicFrameMkLst>
            <pc:docMk/>
            <pc:sldMk cId="2048541978" sldId="266"/>
            <ac:graphicFrameMk id="3" creationId="{0812D218-AD2A-05C5-EAA1-734CFB1D7C93}"/>
          </ac:graphicFrameMkLst>
        </pc:graphicFrameChg>
        <pc:graphicFrameChg chg="del">
          <ac:chgData name="Andrea Esposito" userId="af663d4e0f6c8da9" providerId="LiveId" clId="{262502FB-FC54-43DB-AB78-73175A28E98A}" dt="2026-03-24T14:59:15.412" v="1848" actId="478"/>
          <ac:graphicFrameMkLst>
            <pc:docMk/>
            <pc:sldMk cId="2048541978" sldId="266"/>
            <ac:graphicFrameMk id="4" creationId="{0DF8B56F-3DF5-4D26-AC06-BEA1E4A82D7C}"/>
          </ac:graphicFrameMkLst>
        </pc:graphicFrameChg>
        <pc:graphicFrameChg chg="add mod modGraphic">
          <ac:chgData name="Andrea Esposito" userId="af663d4e0f6c8da9" providerId="LiveId" clId="{262502FB-FC54-43DB-AB78-73175A28E98A}" dt="2026-03-24T19:08:46.530" v="3225" actId="14100"/>
          <ac:graphicFrameMkLst>
            <pc:docMk/>
            <pc:sldMk cId="2048541978" sldId="266"/>
            <ac:graphicFrameMk id="7" creationId="{8EEB2D90-DBD3-DCF4-21F8-70E0A0BE085A}"/>
          </ac:graphicFrameMkLst>
        </pc:graphicFrameChg>
      </pc:sldChg>
      <pc:sldChg chg="modSp">
        <pc:chgData name="Andrea Esposito" userId="af663d4e0f6c8da9" providerId="LiveId" clId="{262502FB-FC54-43DB-AB78-73175A28E98A}" dt="2026-03-25T11:32:52.345" v="3703" actId="14826"/>
        <pc:sldMkLst>
          <pc:docMk/>
          <pc:sldMk cId="1842148543" sldId="278"/>
        </pc:sldMkLst>
        <pc:picChg chg="mod">
          <ac:chgData name="Andrea Esposito" userId="af663d4e0f6c8da9" providerId="LiveId" clId="{262502FB-FC54-43DB-AB78-73175A28E98A}" dt="2026-03-25T11:32:52.345" v="3703" actId="14826"/>
          <ac:picMkLst>
            <pc:docMk/>
            <pc:sldMk cId="1842148543" sldId="278"/>
            <ac:picMk id="9" creationId="{CB5E335E-6719-D7FE-7FA8-17807A99FDA2}"/>
          </ac:picMkLst>
        </pc:picChg>
      </pc:sldChg>
      <pc:sldChg chg="modSp">
        <pc:chgData name="Andrea Esposito" userId="af663d4e0f6c8da9" providerId="LiveId" clId="{262502FB-FC54-43DB-AB78-73175A28E98A}" dt="2026-03-25T11:33:01.674" v="3704" actId="14826"/>
        <pc:sldMkLst>
          <pc:docMk/>
          <pc:sldMk cId="440999752" sldId="279"/>
        </pc:sldMkLst>
        <pc:picChg chg="mod">
          <ac:chgData name="Andrea Esposito" userId="af663d4e0f6c8da9" providerId="LiveId" clId="{262502FB-FC54-43DB-AB78-73175A28E98A}" dt="2026-03-25T11:33:01.674" v="3704" actId="14826"/>
          <ac:picMkLst>
            <pc:docMk/>
            <pc:sldMk cId="440999752" sldId="279"/>
            <ac:picMk id="5" creationId="{E5947B34-239C-979C-B779-56571887CEE4}"/>
          </ac:picMkLst>
        </pc:picChg>
      </pc:sldChg>
      <pc:sldChg chg="modSp">
        <pc:chgData name="Andrea Esposito" userId="af663d4e0f6c8da9" providerId="LiveId" clId="{262502FB-FC54-43DB-AB78-73175A28E98A}" dt="2026-03-25T11:33:16.951" v="3705" actId="14826"/>
        <pc:sldMkLst>
          <pc:docMk/>
          <pc:sldMk cId="1110123291" sldId="280"/>
        </pc:sldMkLst>
        <pc:picChg chg="mod">
          <ac:chgData name="Andrea Esposito" userId="af663d4e0f6c8da9" providerId="LiveId" clId="{262502FB-FC54-43DB-AB78-73175A28E98A}" dt="2026-03-25T11:33:16.951" v="3705" actId="14826"/>
          <ac:picMkLst>
            <pc:docMk/>
            <pc:sldMk cId="1110123291" sldId="280"/>
            <ac:picMk id="8" creationId="{67C966C0-469A-C4F3-4E73-47707D821D59}"/>
          </ac:picMkLst>
        </pc:picChg>
      </pc:sldChg>
      <pc:sldChg chg="modSp">
        <pc:chgData name="Andrea Esposito" userId="af663d4e0f6c8da9" providerId="LiveId" clId="{262502FB-FC54-43DB-AB78-73175A28E98A}" dt="2026-03-25T11:33:26.832" v="3706" actId="14826"/>
        <pc:sldMkLst>
          <pc:docMk/>
          <pc:sldMk cId="4184518395" sldId="281"/>
        </pc:sldMkLst>
        <pc:picChg chg="mod">
          <ac:chgData name="Andrea Esposito" userId="af663d4e0f6c8da9" providerId="LiveId" clId="{262502FB-FC54-43DB-AB78-73175A28E98A}" dt="2026-03-25T11:33:26.832" v="3706" actId="14826"/>
          <ac:picMkLst>
            <pc:docMk/>
            <pc:sldMk cId="4184518395" sldId="281"/>
            <ac:picMk id="10" creationId="{63341522-CA2C-E841-596E-8D8409E83AF8}"/>
          </ac:picMkLst>
        </pc:picChg>
      </pc:sldChg>
      <pc:sldChg chg="modSp mod">
        <pc:chgData name="Andrea Esposito" userId="af663d4e0f6c8da9" providerId="LiveId" clId="{262502FB-FC54-43DB-AB78-73175A28E98A}" dt="2026-03-25T11:34:29.538" v="3713" actId="1076"/>
        <pc:sldMkLst>
          <pc:docMk/>
          <pc:sldMk cId="1134298706" sldId="282"/>
        </pc:sldMkLst>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picChg chg="mod modCrop">
          <ac:chgData name="Andrea Esposito" userId="af663d4e0f6c8da9" providerId="LiveId" clId="{262502FB-FC54-43DB-AB78-73175A28E98A}" dt="2026-03-25T11:34:22.442" v="3712" actId="1076"/>
          <ac:picMkLst>
            <pc:docMk/>
            <pc:sldMk cId="1134298706" sldId="282"/>
            <ac:picMk id="5" creationId="{18C5EB5E-FF25-E72D-9CB1-FCD0EF7FE3F3}"/>
          </ac:picMkLst>
        </pc:picChg>
      </pc:sldChg>
      <pc:sldChg chg="del">
        <pc:chgData name="Andrea Esposito" userId="af663d4e0f6c8da9" providerId="LiveId" clId="{262502FB-FC54-43DB-AB78-73175A28E98A}" dt="2026-03-24T14:44:26.133" v="1401" actId="47"/>
        <pc:sldMkLst>
          <pc:docMk/>
          <pc:sldMk cId="1014171568" sldId="283"/>
        </pc:sldMkLst>
      </pc:sldChg>
      <pc:sldChg chg="modSp mod">
        <pc:chgData name="Andrea Esposito" userId="af663d4e0f6c8da9" providerId="LiveId" clId="{262502FB-FC54-43DB-AB78-73175A28E98A}" dt="2026-03-25T13:50:01.628" v="3982" actId="20577"/>
        <pc:sldMkLst>
          <pc:docMk/>
          <pc:sldMk cId="2008095215" sldId="284"/>
        </pc:sldMkLst>
        <pc:spChg chg="mod">
          <ac:chgData name="Andrea Esposito" userId="af663d4e0f6c8da9" providerId="LiveId" clId="{262502FB-FC54-43DB-AB78-73175A28E98A}" dt="2026-03-24T15:22:59.552" v="2325" actId="255"/>
          <ac:spMkLst>
            <pc:docMk/>
            <pc:sldMk cId="2008095215" sldId="284"/>
            <ac:spMk id="2" creationId="{47ECF7EC-D9F9-047B-BF1E-0B120FEFC6A6}"/>
          </ac:spMkLst>
        </pc:spChg>
        <pc:spChg chg="mod">
          <ac:chgData name="Andrea Esposito" userId="af663d4e0f6c8da9" providerId="LiveId" clId="{262502FB-FC54-43DB-AB78-73175A28E98A}" dt="2026-03-25T13:50:01.628" v="3982" actId="20577"/>
          <ac:spMkLst>
            <pc:docMk/>
            <pc:sldMk cId="2008095215" sldId="284"/>
            <ac:spMk id="3" creationId="{2842A2BD-D670-0B23-CF76-2C57FF752470}"/>
          </ac:spMkLst>
        </pc:spChg>
      </pc:sldChg>
      <pc:sldChg chg="del">
        <pc:chgData name="Andrea Esposito" userId="af663d4e0f6c8da9" providerId="LiveId" clId="{262502FB-FC54-43DB-AB78-73175A28E98A}" dt="2026-03-24T14:55:32.104" v="1824" actId="47"/>
        <pc:sldMkLst>
          <pc:docMk/>
          <pc:sldMk cId="3932447040" sldId="285"/>
        </pc:sldMkLst>
      </pc:sldChg>
      <pc:sldChg chg="modSp mod">
        <pc:chgData name="Andrea Esposito" userId="af663d4e0f6c8da9" providerId="LiveId" clId="{262502FB-FC54-43DB-AB78-73175A28E98A}" dt="2026-03-25T11:34:35.059" v="3714" actId="1076"/>
        <pc:sldMkLst>
          <pc:docMk/>
          <pc:sldMk cId="2485517940" sldId="288"/>
        </pc:sldMkLst>
        <pc:picChg chg="mod">
          <ac:chgData name="Andrea Esposito" userId="af663d4e0f6c8da9" providerId="LiveId" clId="{262502FB-FC54-43DB-AB78-73175A28E98A}" dt="2026-03-25T11:34:35.059" v="3714" actId="1076"/>
          <ac:picMkLst>
            <pc:docMk/>
            <pc:sldMk cId="2485517940" sldId="288"/>
            <ac:picMk id="10" creationId="{08A9A256-706C-A8C7-C2E2-0279C8FE242F}"/>
          </ac:picMkLst>
        </pc:picChg>
      </pc:sldChg>
      <pc:sldChg chg="addSp delSp modSp mod">
        <pc:chgData name="Andrea Esposito" userId="af663d4e0f6c8da9" providerId="LiveId" clId="{262502FB-FC54-43DB-AB78-73175A28E98A}" dt="2026-03-24T19:04:07.905" v="3191" actId="14734"/>
        <pc:sldMkLst>
          <pc:docMk/>
          <pc:sldMk cId="1859672819" sldId="290"/>
        </pc:sldMkLst>
        <pc:spChg chg="mod">
          <ac:chgData name="Andrea Esposito" userId="af663d4e0f6c8da9" providerId="LiveId" clId="{262502FB-FC54-43DB-AB78-73175A28E98A}" dt="2026-03-24T14:55:49.349" v="1838" actId="20577"/>
          <ac:spMkLst>
            <pc:docMk/>
            <pc:sldMk cId="1859672819" sldId="290"/>
            <ac:spMk id="2" creationId="{C7A82174-2BC6-4711-ECE3-E184A2217832}"/>
          </ac:spMkLst>
        </pc:spChg>
        <pc:spChg chg="add mod">
          <ac:chgData name="Andrea Esposito" userId="af663d4e0f6c8da9" providerId="LiveId" clId="{262502FB-FC54-43DB-AB78-73175A28E98A}" dt="2026-03-24T14:59:03.431" v="1846" actId="478"/>
          <ac:spMkLst>
            <pc:docMk/>
            <pc:sldMk cId="1859672819" sldId="290"/>
            <ac:spMk id="6" creationId="{E385A74B-CDC7-14D4-0195-9EEFF851E095}"/>
          </ac:spMkLst>
        </pc:spChg>
        <pc:graphicFrameChg chg="add mod">
          <ac:chgData name="Andrea Esposito" userId="af663d4e0f6c8da9" providerId="LiveId" clId="{262502FB-FC54-43DB-AB78-73175A28E98A}" dt="2026-03-24T14:58:34.237" v="1841"/>
          <ac:graphicFrameMkLst>
            <pc:docMk/>
            <pc:sldMk cId="1859672819" sldId="290"/>
            <ac:graphicFrameMk id="3" creationId="{CDD99D03-0015-BBB1-83F5-F61E4B69CC8A}"/>
          </ac:graphicFrameMkLst>
        </pc:graphicFrameChg>
        <pc:graphicFrameChg chg="del modGraphic">
          <ac:chgData name="Andrea Esposito" userId="af663d4e0f6c8da9" providerId="LiveId" clId="{262502FB-FC54-43DB-AB78-73175A28E98A}" dt="2026-03-24T14:59:03.431" v="1846" actId="478"/>
          <ac:graphicFrameMkLst>
            <pc:docMk/>
            <pc:sldMk cId="1859672819" sldId="290"/>
            <ac:graphicFrameMk id="4" creationId="{D2F6B008-7845-1DAE-55BA-ABD378D226CE}"/>
          </ac:graphicFrameMkLst>
        </pc:graphicFrameChg>
        <pc:graphicFrameChg chg="add mod modGraphic">
          <ac:chgData name="Andrea Esposito" userId="af663d4e0f6c8da9" providerId="LiveId" clId="{262502FB-FC54-43DB-AB78-73175A28E98A}" dt="2026-03-24T19:04:07.905" v="3191" actId="14734"/>
          <ac:graphicFrameMkLst>
            <pc:docMk/>
            <pc:sldMk cId="1859672819" sldId="290"/>
            <ac:graphicFrameMk id="7" creationId="{2B3CE455-6D85-5F26-30CC-C171468E9C6B}"/>
          </ac:graphicFrameMkLst>
        </pc:graphicFrameChg>
      </pc:sldChg>
      <pc:sldChg chg="modSp mod">
        <pc:chgData name="Andrea Esposito" userId="af663d4e0f6c8da9" providerId="LiveId" clId="{262502FB-FC54-43DB-AB78-73175A28E98A}" dt="2026-03-25T11:42:11.979" v="3720" actId="20577"/>
        <pc:sldMkLst>
          <pc:docMk/>
          <pc:sldMk cId="973273143" sldId="291"/>
        </pc:sldMkLst>
        <pc:spChg chg="mod">
          <ac:chgData name="Andrea Esposito" userId="af663d4e0f6c8da9" providerId="LiveId" clId="{262502FB-FC54-43DB-AB78-73175A28E98A}" dt="2026-03-24T14:55:39.315" v="1831" actId="20577"/>
          <ac:spMkLst>
            <pc:docMk/>
            <pc:sldMk cId="973273143" sldId="291"/>
            <ac:spMk id="2" creationId="{CB668281-11BF-8A9C-3B45-78C9C40BB21C}"/>
          </ac:spMkLst>
        </pc:spChg>
        <pc:graphicFrameChg chg="mod modGraphic">
          <ac:chgData name="Andrea Esposito" userId="af663d4e0f6c8da9" providerId="LiveId" clId="{262502FB-FC54-43DB-AB78-73175A28E98A}" dt="2026-03-25T11:42:11.979" v="3720" actId="20577"/>
          <ac:graphicFrameMkLst>
            <pc:docMk/>
            <pc:sldMk cId="973273143" sldId="291"/>
            <ac:graphicFrameMk id="4" creationId="{468B4035-F845-23A0-DDD8-22E4A0A1095B}"/>
          </ac:graphicFrameMkLst>
        </pc:graphicFrameChg>
      </pc:sldChg>
      <pc:sldChg chg="modSp mod">
        <pc:chgData name="Andrea Esposito" userId="af663d4e0f6c8da9" providerId="LiveId" clId="{262502FB-FC54-43DB-AB78-73175A28E98A}" dt="2026-03-25T11:34:40.858" v="3715" actId="1076"/>
        <pc:sldMkLst>
          <pc:docMk/>
          <pc:sldMk cId="3069440379" sldId="292"/>
        </pc:sldMkLst>
        <pc:picChg chg="mod">
          <ac:chgData name="Andrea Esposito" userId="af663d4e0f6c8da9" providerId="LiveId" clId="{262502FB-FC54-43DB-AB78-73175A28E98A}" dt="2026-03-25T11:34:40.858" v="3715" actId="1076"/>
          <ac:picMkLst>
            <pc:docMk/>
            <pc:sldMk cId="3069440379" sldId="292"/>
            <ac:picMk id="10" creationId="{08A9A256-706C-A8C7-C2E2-0279C8FE242F}"/>
          </ac:picMkLst>
        </pc:picChg>
      </pc:sldChg>
      <pc:sldChg chg="modSp new mod">
        <pc:chgData name="Andrea Esposito" userId="af663d4e0f6c8da9" providerId="LiveId" clId="{262502FB-FC54-43DB-AB78-73175A28E98A}" dt="2026-03-25T10:33:42.263" v="3700" actId="14100"/>
        <pc:sldMkLst>
          <pc:docMk/>
          <pc:sldMk cId="2000465463" sldId="293"/>
        </pc:sldMkLst>
        <pc:spChg chg="mod">
          <ac:chgData name="Andrea Esposito" userId="af663d4e0f6c8da9" providerId="LiveId" clId="{262502FB-FC54-43DB-AB78-73175A28E98A}" dt="2026-03-25T10:29:59.527" v="3624" actId="1076"/>
          <ac:spMkLst>
            <pc:docMk/>
            <pc:sldMk cId="2000465463" sldId="293"/>
            <ac:spMk id="2" creationId="{DD38DE4E-DA4E-F9CD-8E00-582B56AF8856}"/>
          </ac:spMkLst>
        </pc:spChg>
        <pc:spChg chg="mod">
          <ac:chgData name="Andrea Esposito" userId="af663d4e0f6c8da9" providerId="LiveId" clId="{262502FB-FC54-43DB-AB78-73175A28E98A}" dt="2026-03-25T10:33:42.263" v="3700" actId="14100"/>
          <ac:spMkLst>
            <pc:docMk/>
            <pc:sldMk cId="2000465463" sldId="293"/>
            <ac:spMk id="3" creationId="{AF437311-B0D5-6DC3-9585-D021443DEC8F}"/>
          </ac:spMkLst>
        </pc:spChg>
      </pc:sldChg>
      <pc:sldChg chg="addSp delSp modSp new mod">
        <pc:chgData name="Andrea Esposito" userId="af663d4e0f6c8da9" providerId="LiveId" clId="{262502FB-FC54-43DB-AB78-73175A28E98A}" dt="2026-03-24T15:20:11.569" v="2286" actId="255"/>
        <pc:sldMkLst>
          <pc:docMk/>
          <pc:sldMk cId="1157614664" sldId="294"/>
        </pc:sldMkLst>
        <pc:spChg chg="mod">
          <ac:chgData name="Andrea Esposito" userId="af663d4e0f6c8da9" providerId="LiveId" clId="{262502FB-FC54-43DB-AB78-73175A28E98A}" dt="2026-03-24T15:10:43.581" v="2089" actId="1076"/>
          <ac:spMkLst>
            <pc:docMk/>
            <pc:sldMk cId="1157614664" sldId="294"/>
            <ac:spMk id="2" creationId="{1ACDA102-F962-16FA-7DEC-5A31E47B4988}"/>
          </ac:spMkLst>
        </pc:spChg>
        <pc:spChg chg="add del mod">
          <ac:chgData name="Andrea Esposito" userId="af663d4e0f6c8da9" providerId="LiveId" clId="{262502FB-FC54-43DB-AB78-73175A28E98A}" dt="2026-03-24T15:20:11.569" v="2286" actId="255"/>
          <ac:spMkLst>
            <pc:docMk/>
            <pc:sldMk cId="1157614664" sldId="294"/>
            <ac:spMk id="3" creationId="{957D9146-5514-E91B-BA74-659091D2BE71}"/>
          </ac:spMkLst>
        </pc:spChg>
        <pc:spChg chg="add">
          <ac:chgData name="Andrea Esposito" userId="af663d4e0f6c8da9" providerId="LiveId" clId="{262502FB-FC54-43DB-AB78-73175A28E98A}" dt="2026-03-24T15:05:44.318" v="1890"/>
          <ac:spMkLst>
            <pc:docMk/>
            <pc:sldMk cId="1157614664" sldId="294"/>
            <ac:spMk id="4" creationId="{CD68A0AB-DBD6-1C94-DCFF-A5495615B826}"/>
          </ac:spMkLst>
        </pc:spChg>
        <pc:spChg chg="add">
          <ac:chgData name="Andrea Esposito" userId="af663d4e0f6c8da9" providerId="LiveId" clId="{262502FB-FC54-43DB-AB78-73175A28E98A}" dt="2026-03-24T15:05:44.318" v="1890"/>
          <ac:spMkLst>
            <pc:docMk/>
            <pc:sldMk cId="1157614664" sldId="294"/>
            <ac:spMk id="5" creationId="{84791213-5CE8-7C82-AE40-1C562D991601}"/>
          </ac:spMkLst>
        </pc:spChg>
        <pc:spChg chg="add">
          <ac:chgData name="Andrea Esposito" userId="af663d4e0f6c8da9" providerId="LiveId" clId="{262502FB-FC54-43DB-AB78-73175A28E98A}" dt="2026-03-24T15:05:44.318" v="1890"/>
          <ac:spMkLst>
            <pc:docMk/>
            <pc:sldMk cId="1157614664" sldId="294"/>
            <ac:spMk id="6" creationId="{F232BBF3-1FF4-45D7-C001-26DE45791E94}"/>
          </ac:spMkLst>
        </pc:spChg>
        <pc:spChg chg="add">
          <ac:chgData name="Andrea Esposito" userId="af663d4e0f6c8da9" providerId="LiveId" clId="{262502FB-FC54-43DB-AB78-73175A28E98A}" dt="2026-03-24T15:05:44.318" v="1890"/>
          <ac:spMkLst>
            <pc:docMk/>
            <pc:sldMk cId="1157614664" sldId="294"/>
            <ac:spMk id="7" creationId="{4363F800-E899-5474-8B58-2F8FA11D8128}"/>
          </ac:spMkLst>
        </pc:spChg>
        <pc:spChg chg="add">
          <ac:chgData name="Andrea Esposito" userId="af663d4e0f6c8da9" providerId="LiveId" clId="{262502FB-FC54-43DB-AB78-73175A28E98A}" dt="2026-03-24T15:05:44.318" v="1890"/>
          <ac:spMkLst>
            <pc:docMk/>
            <pc:sldMk cId="1157614664" sldId="294"/>
            <ac:spMk id="8" creationId="{BE4BF488-67EC-D35A-3240-B2157280FC78}"/>
          </ac:spMkLst>
        </pc:spChg>
        <pc:spChg chg="add mod">
          <ac:chgData name="Andrea Esposito" userId="af663d4e0f6c8da9" providerId="LiveId" clId="{262502FB-FC54-43DB-AB78-73175A28E98A}" dt="2026-03-24T15:06:27.821" v="1895"/>
          <ac:spMkLst>
            <pc:docMk/>
            <pc:sldMk cId="1157614664" sldId="294"/>
            <ac:spMk id="9" creationId="{01412579-8A3A-6623-023D-567C7629EB3B}"/>
          </ac:spMkLst>
        </pc:spChg>
      </pc:sldChg>
      <pc:sldChg chg="modSp new mod">
        <pc:chgData name="Andrea Esposito" userId="af663d4e0f6c8da9" providerId="LiveId" clId="{262502FB-FC54-43DB-AB78-73175A28E98A}" dt="2026-03-24T15:22:27.691" v="2322" actId="20577"/>
        <pc:sldMkLst>
          <pc:docMk/>
          <pc:sldMk cId="3965141542" sldId="295"/>
        </pc:sldMkLst>
        <pc:spChg chg="mod">
          <ac:chgData name="Andrea Esposito" userId="af663d4e0f6c8da9" providerId="LiveId" clId="{262502FB-FC54-43DB-AB78-73175A28E98A}" dt="2026-03-24T15:19:45.287" v="2283" actId="1076"/>
          <ac:spMkLst>
            <pc:docMk/>
            <pc:sldMk cId="3965141542" sldId="295"/>
            <ac:spMk id="2" creationId="{D90F4B2F-C761-8095-8AAC-F340D5E31F2F}"/>
          </ac:spMkLst>
        </pc:spChg>
        <pc:spChg chg="mod">
          <ac:chgData name="Andrea Esposito" userId="af663d4e0f6c8da9" providerId="LiveId" clId="{262502FB-FC54-43DB-AB78-73175A28E98A}" dt="2026-03-24T15:22:27.691" v="2322" actId="20577"/>
          <ac:spMkLst>
            <pc:docMk/>
            <pc:sldMk cId="3965141542" sldId="295"/>
            <ac:spMk id="3" creationId="{04FD8E18-0E70-2D32-5BC8-7E75D070605B}"/>
          </ac:spMkLst>
        </pc:spChg>
      </pc:sldChg>
      <pc:sldChg chg="modSp new mod">
        <pc:chgData name="Andrea Esposito" userId="af663d4e0f6c8da9" providerId="LiveId" clId="{262502FB-FC54-43DB-AB78-73175A28E98A}" dt="2026-03-25T13:36:23.848" v="3977" actId="20577"/>
        <pc:sldMkLst>
          <pc:docMk/>
          <pc:sldMk cId="3239713332" sldId="296"/>
        </pc:sldMkLst>
        <pc:spChg chg="mod">
          <ac:chgData name="Andrea Esposito" userId="af663d4e0f6c8da9" providerId="LiveId" clId="{262502FB-FC54-43DB-AB78-73175A28E98A}" dt="2026-03-25T10:34:01.242" v="3702" actId="1076"/>
          <ac:spMkLst>
            <pc:docMk/>
            <pc:sldMk cId="3239713332" sldId="296"/>
            <ac:spMk id="2" creationId="{7BF0D669-16BC-5BC1-D984-BC1D2E4D3E2A}"/>
          </ac:spMkLst>
        </pc:spChg>
        <pc:spChg chg="mod">
          <ac:chgData name="Andrea Esposito" userId="af663d4e0f6c8da9" providerId="LiveId" clId="{262502FB-FC54-43DB-AB78-73175A28E98A}" dt="2026-03-25T13:36:23.848" v="3977" actId="20577"/>
          <ac:spMkLst>
            <pc:docMk/>
            <pc:sldMk cId="3239713332" sldId="296"/>
            <ac:spMk id="3" creationId="{9B8B77A6-ADDB-C0FC-5FDF-11B68DB8D3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25/03/2026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BC78ED9-3A5F-4DBF-BCF4-7D8596C097D4}" type="slidenum">
              <a:rPr lang="it-IT" smtClean="0"/>
              <a:t>7</a:t>
            </a:fld>
            <a:endParaRPr lang="it-IT"/>
          </a:p>
        </p:txBody>
      </p:sp>
    </p:spTree>
    <p:extLst>
      <p:ext uri="{BB962C8B-B14F-4D97-AF65-F5344CB8AC3E}">
        <p14:creationId xmlns:p14="http://schemas.microsoft.com/office/powerpoint/2010/main" val="2081709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8.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7.sv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7"/>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3/25/2026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fontScale="90000"/>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(QUINTA</a:t>
            </a:r>
            <a:br>
              <a:rPr lang="it-IT" sz="8000" dirty="0">
                <a:solidFill>
                  <a:srgbClr val="FFFFFF"/>
                </a:solidFill>
              </a:rPr>
            </a:br>
            <a:r>
              <a:rPr lang="it-IT" sz="8000" dirty="0">
                <a:solidFill>
                  <a:srgbClr val="FFFFFF"/>
                </a:solidFill>
              </a:rPr>
              <a:t> PRESENTAZIONE)</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a:t>
            </a:r>
            <a:r>
              <a:rPr lang="it-IT" dirty="0">
                <a:solidFill>
                  <a:prstClr val="white"/>
                </a:solidFill>
                <a:latin typeface="Century Gothic" panose="020B0502020202020204"/>
              </a:rPr>
              <a:t>25</a:t>
            </a: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/03/2026)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8E79BD-5D75-CD5F-75E6-EDDA212A34EF}"/>
              </a:ext>
            </a:extLst>
          </p:cNvPr>
          <p:cNvSpPr>
            <a:spLocks noGrp="1"/>
          </p:cNvSpPr>
          <p:nvPr>
            <p:ph type="title"/>
          </p:nvPr>
        </p:nvSpPr>
        <p:spPr/>
        <p:txBody>
          <a:bodyPr/>
          <a:lstStyle/>
          <a:p>
            <a:r>
              <a:rPr lang="it-IT" dirty="0"/>
              <a:t>Obiettivi</a:t>
            </a:r>
          </a:p>
        </p:txBody>
      </p:sp>
      <p:sp>
        <p:nvSpPr>
          <p:cNvPr id="3" name="Segnaposto contenuto 2">
            <a:extLst>
              <a:ext uri="{FF2B5EF4-FFF2-40B4-BE49-F238E27FC236}">
                <a16:creationId xmlns:a16="http://schemas.microsoft.com/office/drawing/2014/main" id="{71DE7DEB-E78E-8286-14C0-2000608E9251}"/>
              </a:ext>
            </a:extLst>
          </p:cNvPr>
          <p:cNvSpPr>
            <a:spLocks noGrp="1"/>
          </p:cNvSpPr>
          <p:nvPr>
            <p:ph idx="1"/>
          </p:nvPr>
        </p:nvSpPr>
        <p:spPr>
          <a:xfrm>
            <a:off x="645131" y="1396180"/>
            <a:ext cx="9404722" cy="4881715"/>
          </a:xfrm>
        </p:spPr>
        <p:txBody>
          <a:bodyPr>
            <a:normAutofit fontScale="92500" lnSpcReduction="20000"/>
          </a:bodyPr>
          <a:lstStyle/>
          <a:p>
            <a:pPr>
              <a:buFont typeface="Wingdings" panose="05000000000000000000" pitchFamily="2" charset="2"/>
              <a:buChar char="q"/>
            </a:pPr>
            <a:r>
              <a:rPr lang="it-IT" sz="1800" dirty="0"/>
              <a:t>Aggiornamento dei test</a:t>
            </a:r>
          </a:p>
          <a:p>
            <a:pPr lvl="1">
              <a:buFont typeface="Wingdings" panose="05000000000000000000" pitchFamily="2" charset="2"/>
              <a:buChar char="q"/>
            </a:pPr>
            <a:r>
              <a:rPr lang="it-IT" sz="1600" dirty="0"/>
              <a:t>Integrare l’ultima versione dei test nel repository studente prima dell’esecuzione.</a:t>
            </a:r>
          </a:p>
          <a:p>
            <a:pPr lvl="1">
              <a:buFont typeface="Wingdings" panose="05000000000000000000" pitchFamily="2" charset="2"/>
              <a:buChar char="q"/>
            </a:pPr>
            <a:r>
              <a:rPr lang="it-IT" sz="1600" dirty="0"/>
              <a:t>Analizzare gli script </a:t>
            </a:r>
            <a:r>
              <a:rPr lang="it-IT" sz="1600" dirty="0" err="1"/>
              <a:t>Perl</a:t>
            </a:r>
            <a:r>
              <a:rPr lang="it-IT" sz="1600" dirty="0"/>
              <a:t> delle altre esercitazioni.</a:t>
            </a:r>
          </a:p>
          <a:p>
            <a:pPr>
              <a:buFont typeface="Wingdings" panose="05000000000000000000" pitchFamily="2" charset="2"/>
              <a:buChar char="q"/>
            </a:pPr>
            <a:r>
              <a:rPr lang="it-IT" sz="1800" dirty="0"/>
              <a:t>Diagnosi codice LLM dettagliata</a:t>
            </a:r>
          </a:p>
          <a:p>
            <a:pPr lvl="1">
              <a:buFont typeface="Wingdings" panose="05000000000000000000" pitchFamily="2" charset="2"/>
              <a:buChar char="q"/>
            </a:pPr>
            <a:r>
              <a:rPr lang="it-IT" sz="1600" dirty="0"/>
              <a:t>Richiedere al LLM primario diagnosi più dettagliate, includendo variabili, chiamate a funzione o sezioni di codice coinvolte nel problema.</a:t>
            </a:r>
            <a:endParaRPr lang="it-IT" sz="1800" dirty="0"/>
          </a:p>
          <a:p>
            <a:pPr>
              <a:buFont typeface="Wingdings" panose="05000000000000000000" pitchFamily="2" charset="2"/>
              <a:buChar char="q"/>
            </a:pPr>
            <a:r>
              <a:rPr lang="it-IT" sz="1800" dirty="0"/>
              <a:t>Valutazione della diagnosi con LLM giudice</a:t>
            </a:r>
          </a:p>
          <a:p>
            <a:pPr marL="685800" lvl="1">
              <a:buFont typeface="Wingdings" panose="05000000000000000000" pitchFamily="2" charset="2"/>
              <a:buChar char="q"/>
            </a:pPr>
            <a:r>
              <a:rPr lang="it-IT" sz="1600" dirty="0"/>
              <a:t>Ottimizzare il prompt del giudice per valutare se la diagnosi primaria corrisponde alla diagnosi reale: similitudine delle variabili/chiamate e riferimento alle differenze tra codice studente e corretto.</a:t>
            </a:r>
          </a:p>
          <a:p>
            <a:pPr>
              <a:buFont typeface="Wingdings" panose="05000000000000000000" pitchFamily="2" charset="2"/>
              <a:buChar char="q"/>
            </a:pPr>
            <a:r>
              <a:rPr lang="it-IT" sz="1800" dirty="0"/>
              <a:t>Verificare a campione l’affidabilità del giudice.</a:t>
            </a:r>
          </a:p>
          <a:p>
            <a:pPr lvl="1">
              <a:buFont typeface="Wingdings" panose="05000000000000000000" pitchFamily="2" charset="2"/>
              <a:buChar char="q"/>
            </a:pPr>
            <a:r>
              <a:rPr lang="it-IT" sz="1600" dirty="0"/>
              <a:t>Considerare l’uso di un modello “non </a:t>
            </a:r>
            <a:r>
              <a:rPr lang="it-IT" sz="1600" dirty="0" err="1"/>
              <a:t>coder</a:t>
            </a:r>
            <a:r>
              <a:rPr lang="it-IT" sz="1600" dirty="0"/>
              <a:t>” per il giudice.</a:t>
            </a:r>
          </a:p>
          <a:p>
            <a:pPr>
              <a:buFont typeface="Wingdings" panose="05000000000000000000" pitchFamily="2" charset="2"/>
              <a:buChar char="q"/>
            </a:pPr>
            <a:r>
              <a:rPr lang="it-IT" sz="1800" dirty="0"/>
              <a:t>Categorizzazione dei fallimenti</a:t>
            </a:r>
          </a:p>
          <a:p>
            <a:pPr lvl="1">
              <a:buFont typeface="Wingdings" panose="05000000000000000000" pitchFamily="2" charset="2"/>
              <a:buChar char="q"/>
            </a:pPr>
            <a:r>
              <a:rPr lang="it-IT" sz="1600" dirty="0"/>
              <a:t>Applicare le 5 categorie di fallimento senza ambiguità: crash, </a:t>
            </a:r>
            <a:r>
              <a:rPr lang="it-IT" sz="1600" dirty="0" err="1"/>
              <a:t>timeout</a:t>
            </a:r>
            <a:r>
              <a:rPr lang="it-IT" sz="1600" dirty="0"/>
              <a:t>, IPC leak, </a:t>
            </a:r>
            <a:r>
              <a:rPr lang="it-IT" sz="1600" dirty="0" err="1"/>
              <a:t>dynamic</a:t>
            </a:r>
            <a:r>
              <a:rPr lang="it-IT" sz="1600" dirty="0"/>
              <a:t> </a:t>
            </a:r>
            <a:r>
              <a:rPr lang="it-IT" sz="1600" dirty="0" err="1"/>
              <a:t>failure</a:t>
            </a:r>
            <a:r>
              <a:rPr lang="it-IT" sz="1600" dirty="0"/>
              <a:t>, </a:t>
            </a:r>
            <a:r>
              <a:rPr lang="it-IT" sz="1600" dirty="0" err="1"/>
              <a:t>static</a:t>
            </a:r>
            <a:r>
              <a:rPr lang="it-IT" sz="1600" dirty="0"/>
              <a:t> </a:t>
            </a:r>
            <a:r>
              <a:rPr lang="it-IT" sz="1600" dirty="0" err="1"/>
              <a:t>failure</a:t>
            </a:r>
            <a:r>
              <a:rPr lang="it-IT" sz="1600" dirty="0"/>
              <a:t>.</a:t>
            </a:r>
          </a:p>
          <a:p>
            <a:pPr>
              <a:buFont typeface="Wingdings" panose="05000000000000000000" pitchFamily="2" charset="2"/>
              <a:buChar char="q"/>
            </a:pPr>
            <a:r>
              <a:rPr lang="it-IT" sz="1800" dirty="0"/>
              <a:t>Presentazione dei risultati con grafici chiari e facilmente interpretabili.</a:t>
            </a:r>
          </a:p>
        </p:txBody>
      </p:sp>
    </p:spTree>
    <p:extLst>
      <p:ext uri="{BB962C8B-B14F-4D97-AF65-F5344CB8AC3E}">
        <p14:creationId xmlns:p14="http://schemas.microsoft.com/office/powerpoint/2010/main" val="3906617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3C882B-3904-5353-9B9A-819E9AA8AD94}"/>
              </a:ext>
            </a:extLst>
          </p:cNvPr>
          <p:cNvSpPr>
            <a:spLocks noGrp="1"/>
          </p:cNvSpPr>
          <p:nvPr>
            <p:ph type="title"/>
          </p:nvPr>
        </p:nvSpPr>
        <p:spPr>
          <a:xfrm>
            <a:off x="471948" y="383458"/>
            <a:ext cx="9006349" cy="619433"/>
          </a:xfrm>
        </p:spPr>
        <p:txBody>
          <a:bodyPr/>
          <a:lstStyle/>
          <a:p>
            <a:r>
              <a:rPr lang="it-IT" dirty="0"/>
              <a:t>Test dinamici aggiornati</a:t>
            </a:r>
          </a:p>
        </p:txBody>
      </p:sp>
      <p:sp>
        <p:nvSpPr>
          <p:cNvPr id="3" name="Segnaposto contenuto 2">
            <a:extLst>
              <a:ext uri="{FF2B5EF4-FFF2-40B4-BE49-F238E27FC236}">
                <a16:creationId xmlns:a16="http://schemas.microsoft.com/office/drawing/2014/main" id="{177E0C3E-FDC8-9A6D-7156-7F688E5CC846}"/>
              </a:ext>
            </a:extLst>
          </p:cNvPr>
          <p:cNvSpPr>
            <a:spLocks noGrp="1"/>
          </p:cNvSpPr>
          <p:nvPr>
            <p:ph idx="1"/>
          </p:nvPr>
        </p:nvSpPr>
        <p:spPr>
          <a:xfrm>
            <a:off x="176981" y="1288026"/>
            <a:ext cx="11906863" cy="5260258"/>
          </a:xfrm>
        </p:spPr>
        <p:txBody>
          <a:bodyPr>
            <a:noAutofit/>
          </a:bodyPr>
          <a:lstStyle/>
          <a:p>
            <a:r>
              <a:rPr lang="it-IT" sz="1600" dirty="0">
                <a:latin typeface="+mn-lt"/>
              </a:rPr>
              <a:t>I test automatici sono stati aggiornati all’ultima versione, così da ottenere diagnosi più dettagliate.</a:t>
            </a:r>
          </a:p>
          <a:p>
            <a:r>
              <a:rPr lang="it-IT" sz="1600" dirty="0">
                <a:latin typeface="+mn-lt"/>
              </a:rPr>
              <a:t>Durante l’aggiornamento è emerso un problema legato ai </a:t>
            </a:r>
            <a:r>
              <a:rPr lang="it-IT" sz="1600" dirty="0" err="1">
                <a:latin typeface="+mn-lt"/>
              </a:rPr>
              <a:t>commit</a:t>
            </a:r>
            <a:r>
              <a:rPr lang="it-IT" sz="1600" dirty="0">
                <a:latin typeface="+mn-lt"/>
              </a:rPr>
              <a:t> precedenti: </a:t>
            </a:r>
            <a:r>
              <a:rPr lang="it-IT" sz="1600" dirty="0"/>
              <a:t> il </a:t>
            </a:r>
            <a:r>
              <a:rPr lang="it-IT" sz="1600" b="1" dirty="0"/>
              <a:t>comando </a:t>
            </a:r>
            <a:r>
              <a:rPr lang="it-IT" sz="1600" b="1" dirty="0" err="1"/>
              <a:t>git</a:t>
            </a:r>
            <a:r>
              <a:rPr lang="it-IT" sz="1600" b="1" dirty="0"/>
              <a:t> checkout </a:t>
            </a:r>
            <a:r>
              <a:rPr lang="it-IT" sz="1600" dirty="0"/>
              <a:t>ripristinava anche le vecchie versioni della cartella </a:t>
            </a:r>
            <a:r>
              <a:rPr lang="it-IT" sz="1600" i="1" dirty="0"/>
              <a:t>.test</a:t>
            </a:r>
            <a:r>
              <a:rPr lang="it-IT" sz="1600" dirty="0"/>
              <a:t>, causando l’esecuzione di test obsoleti e risultati incoerenti.</a:t>
            </a:r>
          </a:p>
          <a:p>
            <a:r>
              <a:rPr lang="it-IT" sz="1600" dirty="0">
                <a:latin typeface="+mn-lt"/>
              </a:rPr>
              <a:t>Per eliminare questa dipendenza, è stato introdotto un sistema di </a:t>
            </a:r>
            <a:r>
              <a:rPr lang="it-IT" sz="1600" b="1" dirty="0">
                <a:latin typeface="+mn-lt"/>
              </a:rPr>
              <a:t>test injection</a:t>
            </a:r>
            <a:r>
              <a:rPr lang="it-IT" sz="1600" dirty="0">
                <a:latin typeface="+mn-lt"/>
              </a:rPr>
              <a:t>: dopo ogni checkout, il framework copia automaticamente nella cartella dello studente la versione aggiornata dei test (sia generici sia specifici), prelevandoli dal repository dedicato con test aggiornati.</a:t>
            </a:r>
          </a:p>
          <a:p>
            <a:r>
              <a:rPr lang="it-IT" sz="1600" dirty="0">
                <a:latin typeface="+mn-lt"/>
              </a:rPr>
              <a:t>Questo garantisce che i test siano sempre allineati, indipendenti dal </a:t>
            </a:r>
            <a:r>
              <a:rPr lang="it-IT" sz="1600" dirty="0" err="1">
                <a:latin typeface="+mn-lt"/>
              </a:rPr>
              <a:t>commit</a:t>
            </a:r>
            <a:r>
              <a:rPr lang="it-IT" sz="1600" dirty="0">
                <a:latin typeface="+mn-lt"/>
              </a:rPr>
              <a:t> selezionato e non sovrascrivibili da versioni precedenti.</a:t>
            </a:r>
          </a:p>
          <a:p>
            <a:r>
              <a:rPr lang="it-IT" sz="1600" dirty="0">
                <a:latin typeface="+mn-lt"/>
              </a:rPr>
              <a:t>Il nuovo framework esegue tutti gli script .sh presenti nella cartella .test, raccogliendo </a:t>
            </a:r>
            <a:r>
              <a:rPr lang="it-IT" sz="1600" b="1" dirty="0">
                <a:latin typeface="+mn-lt"/>
              </a:rPr>
              <a:t>output</a:t>
            </a:r>
            <a:r>
              <a:rPr lang="it-IT" sz="1600" dirty="0">
                <a:latin typeface="+mn-lt"/>
              </a:rPr>
              <a:t>, </a:t>
            </a:r>
            <a:r>
              <a:rPr lang="it-IT" sz="1600" b="1" dirty="0">
                <a:latin typeface="+mn-lt"/>
              </a:rPr>
              <a:t>feedback</a:t>
            </a:r>
            <a:r>
              <a:rPr lang="it-IT" sz="1600" dirty="0">
                <a:latin typeface="+mn-lt"/>
              </a:rPr>
              <a:t> e un </a:t>
            </a:r>
            <a:r>
              <a:rPr lang="it-IT" sz="1600" b="1" dirty="0" err="1">
                <a:latin typeface="+mn-lt"/>
              </a:rPr>
              <a:t>error</a:t>
            </a:r>
            <a:r>
              <a:rPr lang="it-IT" sz="1600" b="1" dirty="0">
                <a:latin typeface="+mn-lt"/>
              </a:rPr>
              <a:t> log </a:t>
            </a:r>
            <a:r>
              <a:rPr lang="it-IT" sz="1600" dirty="0">
                <a:latin typeface="+mn-lt"/>
              </a:rPr>
              <a:t>generato dagli script </a:t>
            </a:r>
            <a:r>
              <a:rPr lang="it-IT" sz="1600" dirty="0" err="1">
                <a:latin typeface="+mn-lt"/>
              </a:rPr>
              <a:t>Perl</a:t>
            </a:r>
            <a:r>
              <a:rPr lang="it-IT" sz="1600" dirty="0">
                <a:latin typeface="+mn-lt"/>
              </a:rPr>
              <a:t>.</a:t>
            </a:r>
          </a:p>
          <a:p>
            <a:r>
              <a:rPr lang="it-IT" sz="1600" dirty="0">
                <a:latin typeface="+mn-lt"/>
              </a:rPr>
              <a:t>L’</a:t>
            </a:r>
            <a:r>
              <a:rPr lang="it-IT" sz="1600" dirty="0" err="1">
                <a:latin typeface="+mn-lt"/>
              </a:rPr>
              <a:t>error</a:t>
            </a:r>
            <a:r>
              <a:rPr lang="it-IT" sz="1600" dirty="0">
                <a:latin typeface="+mn-lt"/>
              </a:rPr>
              <a:t> log consente di identificare con precisione crash, </a:t>
            </a:r>
            <a:r>
              <a:rPr lang="it-IT" sz="1600" dirty="0" err="1">
                <a:latin typeface="+mn-lt"/>
              </a:rPr>
              <a:t>timeout</a:t>
            </a:r>
            <a:r>
              <a:rPr lang="it-IT" sz="1600" dirty="0">
                <a:latin typeface="+mn-lt"/>
              </a:rPr>
              <a:t>, errori di sincronizzazione e altre anomalie, migliorando la classificazione dei fallimenti.</a:t>
            </a:r>
          </a:p>
          <a:p>
            <a:r>
              <a:rPr lang="it-IT" sz="1600" dirty="0">
                <a:latin typeface="+mn-lt"/>
              </a:rPr>
              <a:t>L’intero processo assicura una valutazione più robusta, ripetibile e affidabile, con test aggiornati e informazioni diagnostiche complete per ogni </a:t>
            </a:r>
            <a:r>
              <a:rPr lang="it-IT" sz="1600" dirty="0" err="1">
                <a:latin typeface="+mn-lt"/>
              </a:rPr>
              <a:t>commit</a:t>
            </a:r>
            <a:r>
              <a:rPr lang="it-IT" sz="1600" dirty="0">
                <a:latin typeface="+mn-lt"/>
              </a:rPr>
              <a:t> analizzato.</a:t>
            </a:r>
          </a:p>
        </p:txBody>
      </p:sp>
    </p:spTree>
    <p:extLst>
      <p:ext uri="{BB962C8B-B14F-4D97-AF65-F5344CB8AC3E}">
        <p14:creationId xmlns:p14="http://schemas.microsoft.com/office/powerpoint/2010/main" val="19374762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D38DE4E-DA4E-F9CD-8E00-582B56AF8856}"/>
              </a:ext>
            </a:extLst>
          </p:cNvPr>
          <p:cNvSpPr>
            <a:spLocks noGrp="1"/>
          </p:cNvSpPr>
          <p:nvPr>
            <p:ph type="title"/>
          </p:nvPr>
        </p:nvSpPr>
        <p:spPr>
          <a:xfrm>
            <a:off x="370808" y="118420"/>
            <a:ext cx="9404723" cy="1400530"/>
          </a:xfrm>
        </p:spPr>
        <p:txBody>
          <a:bodyPr/>
          <a:lstStyle/>
          <a:p>
            <a:r>
              <a:rPr lang="it-IT" dirty="0"/>
              <a:t>Altri Script </a:t>
            </a:r>
            <a:r>
              <a:rPr lang="it-IT" dirty="0" err="1"/>
              <a:t>Perl</a:t>
            </a:r>
            <a:endParaRPr lang="it-IT" dirty="0"/>
          </a:p>
        </p:txBody>
      </p:sp>
      <p:sp>
        <p:nvSpPr>
          <p:cNvPr id="3" name="Segnaposto contenuto 2">
            <a:extLst>
              <a:ext uri="{FF2B5EF4-FFF2-40B4-BE49-F238E27FC236}">
                <a16:creationId xmlns:a16="http://schemas.microsoft.com/office/drawing/2014/main" id="{AF437311-B0D5-6DC3-9585-D021443DEC8F}"/>
              </a:ext>
            </a:extLst>
          </p:cNvPr>
          <p:cNvSpPr>
            <a:spLocks noGrp="1"/>
          </p:cNvSpPr>
          <p:nvPr>
            <p:ph idx="1"/>
          </p:nvPr>
        </p:nvSpPr>
        <p:spPr>
          <a:xfrm>
            <a:off x="486698" y="1054659"/>
            <a:ext cx="11705302" cy="5684921"/>
          </a:xfrm>
        </p:spPr>
        <p:txBody>
          <a:bodyPr>
            <a:noAutofit/>
          </a:bodyPr>
          <a:lstStyle/>
          <a:p>
            <a:r>
              <a:rPr lang="it-IT" sz="1400" b="1" dirty="0"/>
              <a:t>Struttura attuale:</a:t>
            </a:r>
            <a:r>
              <a:rPr lang="it-IT" sz="1400" dirty="0"/>
              <a:t> </a:t>
            </a:r>
          </a:p>
          <a:p>
            <a:pPr lvl="1"/>
            <a:r>
              <a:rPr lang="it-IT" sz="1400" dirty="0"/>
              <a:t>Gli script di base </a:t>
            </a:r>
            <a:r>
              <a:rPr lang="it-IT" sz="1400" b="1" i="1" dirty="0"/>
              <a:t>test.sh</a:t>
            </a:r>
            <a:r>
              <a:rPr lang="it-IT" sz="1400" dirty="0"/>
              <a:t> sono </a:t>
            </a:r>
            <a:r>
              <a:rPr lang="it-IT" sz="1400" b="1" dirty="0"/>
              <a:t>uguali in tutte le esercitazioni: </a:t>
            </a:r>
            <a:r>
              <a:rPr lang="it-IT" sz="1400" dirty="0"/>
              <a:t>compilazione, esecuzione, controllo IPC e analisi statica (</a:t>
            </a:r>
            <a:r>
              <a:rPr lang="it-IT" sz="1400" dirty="0" err="1"/>
              <a:t>Semgrep</a:t>
            </a:r>
            <a:r>
              <a:rPr lang="it-IT" sz="1400" dirty="0"/>
              <a:t>). </a:t>
            </a:r>
          </a:p>
          <a:p>
            <a:pPr lvl="1"/>
            <a:r>
              <a:rPr lang="it-IT" sz="1400" dirty="0"/>
              <a:t>Verifica output tramite </a:t>
            </a:r>
            <a:r>
              <a:rPr lang="it-IT" sz="1400" b="1" dirty="0"/>
              <a:t>script </a:t>
            </a:r>
            <a:r>
              <a:rPr lang="it-IT" sz="1400" b="1" dirty="0" err="1"/>
              <a:t>Perl</a:t>
            </a:r>
            <a:r>
              <a:rPr lang="it-IT" sz="1400" b="1" dirty="0"/>
              <a:t> </a:t>
            </a:r>
            <a:r>
              <a:rPr lang="it-IT" sz="1400" b="1" dirty="0" err="1"/>
              <a:t>inline</a:t>
            </a:r>
            <a:r>
              <a:rPr lang="it-IT" sz="1400" dirty="0"/>
              <a:t> (</a:t>
            </a:r>
            <a:r>
              <a:rPr lang="it-IT" sz="1400" dirty="0" err="1"/>
              <a:t>regex</a:t>
            </a:r>
            <a:r>
              <a:rPr lang="it-IT" sz="1400" dirty="0"/>
              <a:t> + controlli logici su messaggi/scambio dati). </a:t>
            </a:r>
          </a:p>
          <a:p>
            <a:pPr lvl="1"/>
            <a:r>
              <a:rPr lang="it-IT" sz="1400" dirty="0"/>
              <a:t>In caso di errore → </a:t>
            </a:r>
            <a:r>
              <a:rPr lang="it-IT" sz="1400" dirty="0" err="1"/>
              <a:t>failure</a:t>
            </a:r>
            <a:r>
              <a:rPr lang="it-IT" sz="1400" dirty="0"/>
              <a:t> con </a:t>
            </a:r>
            <a:r>
              <a:rPr lang="it-IT" sz="1400" b="1" dirty="0"/>
              <a:t>messaggio generico</a:t>
            </a:r>
            <a:r>
              <a:rPr lang="it-IT" sz="1400" dirty="0"/>
              <a:t> (senza dettagli specifici). </a:t>
            </a:r>
          </a:p>
          <a:p>
            <a:r>
              <a:rPr lang="it-IT" sz="1400" b="1" dirty="0"/>
              <a:t>Limiti principali:</a:t>
            </a:r>
            <a:r>
              <a:rPr lang="it-IT" sz="1400" dirty="0"/>
              <a:t> </a:t>
            </a:r>
          </a:p>
          <a:p>
            <a:pPr lvl="1"/>
            <a:r>
              <a:rPr lang="it-IT" sz="1400" dirty="0"/>
              <a:t>Diagnostica </a:t>
            </a:r>
            <a:r>
              <a:rPr lang="it-IT" sz="1400" b="1" dirty="0"/>
              <a:t>limitata</a:t>
            </a:r>
            <a:r>
              <a:rPr lang="it-IT" sz="1400" dirty="0"/>
              <a:t>: errori segnalati senza contesto (solo exit code o messaggi brevi). </a:t>
            </a:r>
          </a:p>
          <a:p>
            <a:pPr lvl="1"/>
            <a:r>
              <a:rPr lang="it-IT" sz="1400" dirty="0"/>
              <a:t>Nessuna traccia persistente degli errori (assenza di log). </a:t>
            </a:r>
          </a:p>
          <a:p>
            <a:pPr lvl="1"/>
            <a:r>
              <a:rPr lang="it-IT" sz="1400" dirty="0"/>
              <a:t>Difficile capire </a:t>
            </a:r>
            <a:r>
              <a:rPr lang="it-IT" sz="1400" b="1" dirty="0"/>
              <a:t>quale controllo fallisce</a:t>
            </a:r>
            <a:r>
              <a:rPr lang="it-IT" sz="1400" dirty="0"/>
              <a:t> e perché. </a:t>
            </a:r>
          </a:p>
          <a:p>
            <a:r>
              <a:rPr lang="it-IT" sz="1400" b="1" dirty="0"/>
              <a:t>Novità </a:t>
            </a:r>
            <a:r>
              <a:rPr lang="it-IT" sz="1400" dirty="0"/>
              <a:t>proposte dai test dell’</a:t>
            </a:r>
            <a:r>
              <a:rPr lang="it-IT" sz="1400" b="1" dirty="0"/>
              <a:t>esercitazione 5:</a:t>
            </a:r>
            <a:r>
              <a:rPr lang="it-IT" sz="1400" dirty="0"/>
              <a:t> </a:t>
            </a:r>
          </a:p>
          <a:p>
            <a:pPr lvl="1"/>
            <a:r>
              <a:rPr lang="it-IT" sz="1400" dirty="0"/>
              <a:t>Introduzione di </a:t>
            </a:r>
            <a:r>
              <a:rPr lang="it-IT" sz="1400" b="1" dirty="0"/>
              <a:t>ERROR_LOG</a:t>
            </a:r>
            <a:r>
              <a:rPr lang="it-IT" sz="1400" dirty="0"/>
              <a:t> → output dettagliato degli errori </a:t>
            </a:r>
            <a:r>
              <a:rPr lang="it-IT" sz="1400" dirty="0" err="1"/>
              <a:t>Perl</a:t>
            </a:r>
            <a:r>
              <a:rPr lang="it-IT" sz="1400" dirty="0"/>
              <a:t> salvato e incluso nel feedback. </a:t>
            </a:r>
          </a:p>
          <a:p>
            <a:pPr lvl="1"/>
            <a:r>
              <a:rPr lang="it-IT" sz="1400" dirty="0"/>
              <a:t>Messaggi di errore </a:t>
            </a:r>
            <a:r>
              <a:rPr lang="it-IT" sz="1400" b="1" dirty="0"/>
              <a:t>espliciti e contestualizzati</a:t>
            </a:r>
            <a:r>
              <a:rPr lang="it-IT" sz="1400" dirty="0"/>
              <a:t> (es. mismatch richieste/risposte, valori errati). </a:t>
            </a:r>
          </a:p>
          <a:p>
            <a:pPr lvl="1"/>
            <a:r>
              <a:rPr lang="it-IT" sz="1400" dirty="0"/>
              <a:t>Funzione </a:t>
            </a:r>
            <a:r>
              <a:rPr lang="it-IT" sz="1400" i="1" dirty="0" err="1"/>
              <a:t>colorize</a:t>
            </a:r>
            <a:r>
              <a:rPr lang="it-IT" sz="1400" dirty="0"/>
              <a:t> → output evidenziato (ANSI/HTML) per debugging più leggibile. </a:t>
            </a:r>
          </a:p>
          <a:p>
            <a:r>
              <a:rPr lang="it-IT" sz="1400" b="1" dirty="0"/>
              <a:t>Possibili miglioramenti (estendibili alle altre esercitazioni):</a:t>
            </a:r>
            <a:r>
              <a:rPr lang="it-IT" sz="1400" dirty="0"/>
              <a:t> </a:t>
            </a:r>
          </a:p>
          <a:p>
            <a:pPr lvl="1"/>
            <a:r>
              <a:rPr lang="it-IT" sz="1400" dirty="0"/>
              <a:t>Aggiungere </a:t>
            </a:r>
            <a:r>
              <a:rPr lang="it-IT" sz="1400" b="1" dirty="0" err="1"/>
              <a:t>error</a:t>
            </a:r>
            <a:r>
              <a:rPr lang="it-IT" sz="1400" b="1" dirty="0"/>
              <a:t> log persistente</a:t>
            </a:r>
            <a:r>
              <a:rPr lang="it-IT" sz="1400" dirty="0"/>
              <a:t> per tutti i test. </a:t>
            </a:r>
          </a:p>
          <a:p>
            <a:pPr lvl="1"/>
            <a:r>
              <a:rPr lang="it-IT" sz="1400" dirty="0"/>
              <a:t>Migliorare le </a:t>
            </a:r>
            <a:r>
              <a:rPr lang="it-IT" sz="1400" b="1" dirty="0" err="1"/>
              <a:t>print</a:t>
            </a:r>
            <a:r>
              <a:rPr lang="it-IT" sz="1400" b="1" dirty="0"/>
              <a:t> diagnostiche nel </a:t>
            </a:r>
            <a:r>
              <a:rPr lang="it-IT" sz="1400" b="1" dirty="0" err="1"/>
              <a:t>Perl</a:t>
            </a:r>
            <a:r>
              <a:rPr lang="it-IT" sz="1400" dirty="0"/>
              <a:t> (descrizione precisa del fallimento). </a:t>
            </a:r>
          </a:p>
        </p:txBody>
      </p:sp>
    </p:spTree>
    <p:extLst>
      <p:ext uri="{BB962C8B-B14F-4D97-AF65-F5344CB8AC3E}">
        <p14:creationId xmlns:p14="http://schemas.microsoft.com/office/powerpoint/2010/main" val="200046546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CDA102-F962-16FA-7DEC-5A31E47B4988}"/>
              </a:ext>
            </a:extLst>
          </p:cNvPr>
          <p:cNvSpPr>
            <a:spLocks noGrp="1"/>
          </p:cNvSpPr>
          <p:nvPr>
            <p:ph type="title"/>
          </p:nvPr>
        </p:nvSpPr>
        <p:spPr>
          <a:xfrm>
            <a:off x="665775" y="143136"/>
            <a:ext cx="9404723" cy="1400530"/>
          </a:xfrm>
        </p:spPr>
        <p:txBody>
          <a:bodyPr/>
          <a:lstStyle/>
          <a:p>
            <a:r>
              <a:rPr lang="it-IT" dirty="0"/>
              <a:t>Prompt avanzati per diagnosi  codice LLM Primario</a:t>
            </a:r>
          </a:p>
        </p:txBody>
      </p:sp>
      <p:sp>
        <p:nvSpPr>
          <p:cNvPr id="3" name="Segnaposto contenuto 2">
            <a:extLst>
              <a:ext uri="{FF2B5EF4-FFF2-40B4-BE49-F238E27FC236}">
                <a16:creationId xmlns:a16="http://schemas.microsoft.com/office/drawing/2014/main" id="{957D9146-5514-E91B-BA74-659091D2BE71}"/>
              </a:ext>
            </a:extLst>
          </p:cNvPr>
          <p:cNvSpPr>
            <a:spLocks noGrp="1"/>
          </p:cNvSpPr>
          <p:nvPr>
            <p:ph idx="1"/>
          </p:nvPr>
        </p:nvSpPr>
        <p:spPr>
          <a:xfrm>
            <a:off x="501445" y="1710814"/>
            <a:ext cx="11189110" cy="4704734"/>
          </a:xfrm>
        </p:spPr>
        <p:txBody>
          <a:bodyPr>
            <a:normAutofit/>
          </a:bodyPr>
          <a:lstStyle/>
          <a:p>
            <a:r>
              <a:rPr lang="it-IT" sz="1700" dirty="0"/>
              <a:t>I prompt dedicati all’analisi del codice sono stati progettati per obbligare il modello a fornire diagnosi tecniche, precise e verificabili, evitando risposte vaghe o generiche.</a:t>
            </a:r>
          </a:p>
          <a:p>
            <a:r>
              <a:rPr lang="it-IT" sz="1700" dirty="0"/>
              <a:t>Ogni diagnosi deve includere riferimenti espliciti a </a:t>
            </a:r>
            <a:r>
              <a:rPr lang="it-IT" sz="1700" b="1" i="1" dirty="0"/>
              <a:t>variabili</a:t>
            </a:r>
            <a:r>
              <a:rPr lang="it-IT" sz="1700" dirty="0"/>
              <a:t>, </a:t>
            </a:r>
            <a:r>
              <a:rPr lang="it-IT" sz="1700" b="1" i="1" dirty="0"/>
              <a:t>funzioni</a:t>
            </a:r>
            <a:r>
              <a:rPr lang="it-IT" sz="1700" dirty="0"/>
              <a:t> o </a:t>
            </a:r>
            <a:r>
              <a:rPr lang="it-IT" sz="1700" b="1" i="1" dirty="0"/>
              <a:t>frammenti di codice</a:t>
            </a:r>
            <a:r>
              <a:rPr lang="it-IT" sz="1700" dirty="0"/>
              <a:t>, garantendo tracciabilità e permettendo di verificare facilmente la correttezza dell’analisi.</a:t>
            </a:r>
          </a:p>
          <a:p>
            <a:r>
              <a:rPr lang="it-IT" sz="1700" dirty="0"/>
              <a:t>Il modello è guidato a controllare sistematicamente </a:t>
            </a:r>
            <a:r>
              <a:rPr lang="it-IT" sz="1700" b="1" dirty="0"/>
              <a:t>cinque categorie di problemi</a:t>
            </a:r>
            <a:r>
              <a:rPr lang="it-IT" sz="1700" dirty="0"/>
              <a:t>, derivate dalla costruzione tipica delle regole statiche:</a:t>
            </a:r>
          </a:p>
          <a:p>
            <a:pPr lvl="1"/>
            <a:r>
              <a:rPr lang="it-IT" sz="1700" dirty="0" err="1"/>
              <a:t>resource</a:t>
            </a:r>
            <a:r>
              <a:rPr lang="it-IT" sz="1700" dirty="0"/>
              <a:t> management, sincronizzazione, controllo di flusso, comunicazione IPC e uso corretto delle API.</a:t>
            </a:r>
          </a:p>
          <a:p>
            <a:r>
              <a:rPr lang="it-IT" sz="1700" dirty="0"/>
              <a:t>All’interno del prompt sono state aggiunte regole di tipo «STRICT REQUIREMENT», che impediscono al modello di dichiarare un codice errato senza prove concrete.</a:t>
            </a:r>
          </a:p>
          <a:p>
            <a:r>
              <a:rPr lang="it-IT" sz="1700" dirty="0"/>
              <a:t>Questo approccio produce diagnosi più dettagliate, coerenti e ripetibili, riducendo falsi positivi e migliorando la qualità complessiva della valutazione automatica.</a:t>
            </a:r>
          </a:p>
        </p:txBody>
      </p:sp>
    </p:spTree>
    <p:extLst>
      <p:ext uri="{BB962C8B-B14F-4D97-AF65-F5344CB8AC3E}">
        <p14:creationId xmlns:p14="http://schemas.microsoft.com/office/powerpoint/2010/main" val="115761466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0F4B2F-C761-8095-8AAC-F340D5E31F2F}"/>
              </a:ext>
            </a:extLst>
          </p:cNvPr>
          <p:cNvSpPr>
            <a:spLocks noGrp="1"/>
          </p:cNvSpPr>
          <p:nvPr>
            <p:ph type="title"/>
          </p:nvPr>
        </p:nvSpPr>
        <p:spPr>
          <a:xfrm>
            <a:off x="636279" y="280219"/>
            <a:ext cx="9404723" cy="1400530"/>
          </a:xfrm>
        </p:spPr>
        <p:txBody>
          <a:bodyPr/>
          <a:lstStyle/>
          <a:p>
            <a:r>
              <a:rPr lang="it-IT" dirty="0"/>
              <a:t>Comportamento LLM giudice</a:t>
            </a:r>
          </a:p>
        </p:txBody>
      </p:sp>
      <p:sp>
        <p:nvSpPr>
          <p:cNvPr id="3" name="Segnaposto contenuto 2">
            <a:extLst>
              <a:ext uri="{FF2B5EF4-FFF2-40B4-BE49-F238E27FC236}">
                <a16:creationId xmlns:a16="http://schemas.microsoft.com/office/drawing/2014/main" id="{04FD8E18-0E70-2D32-5BC8-7E75D070605B}"/>
              </a:ext>
            </a:extLst>
          </p:cNvPr>
          <p:cNvSpPr>
            <a:spLocks noGrp="1"/>
          </p:cNvSpPr>
          <p:nvPr>
            <p:ph idx="1"/>
          </p:nvPr>
        </p:nvSpPr>
        <p:spPr>
          <a:xfrm>
            <a:off x="485289" y="1335163"/>
            <a:ext cx="11283924" cy="5242618"/>
          </a:xfrm>
        </p:spPr>
        <p:txBody>
          <a:bodyPr>
            <a:noAutofit/>
          </a:bodyPr>
          <a:lstStyle/>
          <a:p>
            <a:r>
              <a:rPr lang="it-IT" sz="1700" dirty="0"/>
              <a:t>È stato scelto un modello non‑</a:t>
            </a:r>
            <a:r>
              <a:rPr lang="it-IT" sz="1700" dirty="0" err="1"/>
              <a:t>coders</a:t>
            </a:r>
            <a:r>
              <a:rPr lang="it-IT" sz="1700" dirty="0"/>
              <a:t> (</a:t>
            </a:r>
            <a:r>
              <a:rPr lang="it-IT" sz="1700" b="1" dirty="0"/>
              <a:t>qwen2.5:3b</a:t>
            </a:r>
            <a:r>
              <a:rPr lang="it-IT" sz="1700" dirty="0"/>
              <a:t>) per il ruolo di giudice, così da ottenere una valutazione neutrale.</a:t>
            </a:r>
          </a:p>
          <a:p>
            <a:r>
              <a:rPr lang="it-IT" sz="1700" dirty="0"/>
              <a:t>Il giudice riceve la </a:t>
            </a:r>
            <a:r>
              <a:rPr lang="it-IT" sz="1700" b="1" dirty="0"/>
              <a:t>diagnosi</a:t>
            </a:r>
            <a:r>
              <a:rPr lang="it-IT" sz="1700" dirty="0"/>
              <a:t> generata dal modello primario e la confronta con:</a:t>
            </a:r>
          </a:p>
          <a:p>
            <a:pPr lvl="1"/>
            <a:r>
              <a:rPr lang="it-IT" sz="1700" dirty="0"/>
              <a:t>l’errore reale emerso dai test dinamici (</a:t>
            </a:r>
            <a:r>
              <a:rPr lang="it-IT" sz="1700" b="1" dirty="0"/>
              <a:t>giudice output</a:t>
            </a:r>
            <a:r>
              <a:rPr lang="it-IT" sz="1700" dirty="0"/>
              <a:t>)</a:t>
            </a:r>
          </a:p>
          <a:p>
            <a:pPr lvl="1"/>
            <a:r>
              <a:rPr lang="it-IT" sz="1700" dirty="0" err="1"/>
              <a:t>warnings</a:t>
            </a:r>
            <a:r>
              <a:rPr lang="it-IT" sz="1700" dirty="0"/>
              <a:t> della </a:t>
            </a:r>
            <a:r>
              <a:rPr lang="it-IT" sz="1700" dirty="0" err="1"/>
              <a:t>static</a:t>
            </a:r>
            <a:r>
              <a:rPr lang="it-IT" sz="1700" dirty="0"/>
              <a:t> </a:t>
            </a:r>
            <a:r>
              <a:rPr lang="it-IT" sz="1700" dirty="0" err="1"/>
              <a:t>analysis</a:t>
            </a:r>
            <a:r>
              <a:rPr lang="it-IT" sz="1700" dirty="0"/>
              <a:t> (</a:t>
            </a:r>
            <a:r>
              <a:rPr lang="it-IT" sz="1700" b="1" dirty="0"/>
              <a:t>giudice codice per </a:t>
            </a:r>
            <a:r>
              <a:rPr lang="it-IT" sz="1700" b="1" dirty="0" err="1"/>
              <a:t>static</a:t>
            </a:r>
            <a:r>
              <a:rPr lang="it-IT" sz="1700" b="1" dirty="0"/>
              <a:t> </a:t>
            </a:r>
            <a:r>
              <a:rPr lang="it-IT" sz="1700" b="1" dirty="0" err="1"/>
              <a:t>failure</a:t>
            </a:r>
            <a:r>
              <a:rPr lang="it-IT" sz="1700" dirty="0"/>
              <a:t>)</a:t>
            </a:r>
          </a:p>
          <a:p>
            <a:pPr lvl="1"/>
            <a:r>
              <a:rPr lang="it-IT" sz="1700" dirty="0"/>
              <a:t>estratti del codice dello studente, soluzione di riferimento e </a:t>
            </a:r>
            <a:r>
              <a:rPr lang="it-IT" sz="1700" dirty="0" err="1"/>
              <a:t>warnings</a:t>
            </a:r>
            <a:r>
              <a:rPr lang="it-IT" sz="1700" dirty="0"/>
              <a:t> (</a:t>
            </a:r>
            <a:r>
              <a:rPr lang="it-IT" sz="1700" b="1" dirty="0"/>
              <a:t>giudice codice per </a:t>
            </a:r>
            <a:r>
              <a:rPr lang="it-IT" sz="1700" b="1" dirty="0" err="1"/>
              <a:t>dynamic</a:t>
            </a:r>
            <a:r>
              <a:rPr lang="it-IT" sz="1700" b="1" dirty="0"/>
              <a:t> </a:t>
            </a:r>
            <a:r>
              <a:rPr lang="it-IT" sz="1700" b="1" dirty="0" err="1"/>
              <a:t>failure</a:t>
            </a:r>
            <a:r>
              <a:rPr lang="it-IT" sz="1700" dirty="0"/>
              <a:t>).</a:t>
            </a:r>
          </a:p>
          <a:p>
            <a:r>
              <a:rPr lang="it-IT" sz="1700" dirty="0"/>
              <a:t>I prompt del giudice definiscono criteri chiari:</a:t>
            </a:r>
          </a:p>
          <a:p>
            <a:pPr lvl="1"/>
            <a:r>
              <a:rPr lang="it-IT" sz="1700" dirty="0"/>
              <a:t>la diagnosi è </a:t>
            </a:r>
            <a:r>
              <a:rPr lang="it-IT" sz="1700" b="1" dirty="0"/>
              <a:t>corretta</a:t>
            </a:r>
            <a:r>
              <a:rPr lang="it-IT" sz="1700" dirty="0"/>
              <a:t> se individua problemi coerenti con l’output reale o con i warning statici.</a:t>
            </a:r>
          </a:p>
          <a:p>
            <a:pPr lvl="1"/>
            <a:r>
              <a:rPr lang="it-IT" sz="1700" dirty="0"/>
              <a:t>è incorretta se ignora sintomi evidenti, afferma correttezza quando ci sono errori, o cita elementi non pertinenti.</a:t>
            </a:r>
          </a:p>
          <a:p>
            <a:r>
              <a:rPr lang="it-IT" sz="1700" dirty="0"/>
              <a:t>Il giudice si concentra solo su pattern osservabili (output, crash, warning, frammenti di codice) e non penalizza variazioni dovute a concorrenza o scheduling.</a:t>
            </a:r>
          </a:p>
          <a:p>
            <a:r>
              <a:rPr lang="it-IT" sz="1700" dirty="0"/>
              <a:t>L’output finale è sempre binario: </a:t>
            </a:r>
          </a:p>
          <a:p>
            <a:pPr lvl="1"/>
            <a:r>
              <a:rPr lang="it-IT" sz="1700" dirty="0" err="1"/>
              <a:t>Diagnosis_Correct</a:t>
            </a:r>
            <a:r>
              <a:rPr lang="it-IT" sz="1700" dirty="0"/>
              <a:t>: Yes / No.</a:t>
            </a:r>
          </a:p>
        </p:txBody>
      </p:sp>
    </p:spTree>
    <p:extLst>
      <p:ext uri="{BB962C8B-B14F-4D97-AF65-F5344CB8AC3E}">
        <p14:creationId xmlns:p14="http://schemas.microsoft.com/office/powerpoint/2010/main" val="396514154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ECF7EC-D9F9-047B-BF1E-0B120FEFC6A6}"/>
              </a:ext>
            </a:extLst>
          </p:cNvPr>
          <p:cNvSpPr>
            <a:spLocks noGrp="1"/>
          </p:cNvSpPr>
          <p:nvPr>
            <p:ph type="title"/>
          </p:nvPr>
        </p:nvSpPr>
        <p:spPr>
          <a:xfrm>
            <a:off x="655943" y="279086"/>
            <a:ext cx="9404723" cy="958645"/>
          </a:xfrm>
        </p:spPr>
        <p:txBody>
          <a:bodyPr/>
          <a:lstStyle/>
          <a:p>
            <a:r>
              <a:rPr lang="it-IT" dirty="0"/>
              <a:t>Categorie di fallimento esercizi</a:t>
            </a:r>
          </a:p>
        </p:txBody>
      </p:sp>
      <p:sp>
        <p:nvSpPr>
          <p:cNvPr id="3" name="Segnaposto contenuto 2">
            <a:extLst>
              <a:ext uri="{FF2B5EF4-FFF2-40B4-BE49-F238E27FC236}">
                <a16:creationId xmlns:a16="http://schemas.microsoft.com/office/drawing/2014/main" id="{2842A2BD-D670-0B23-CF76-2C57FF752470}"/>
              </a:ext>
            </a:extLst>
          </p:cNvPr>
          <p:cNvSpPr>
            <a:spLocks noGrp="1"/>
          </p:cNvSpPr>
          <p:nvPr>
            <p:ph idx="1"/>
          </p:nvPr>
        </p:nvSpPr>
        <p:spPr>
          <a:xfrm>
            <a:off x="655943" y="1237731"/>
            <a:ext cx="11496728" cy="5271224"/>
          </a:xfrm>
        </p:spPr>
        <p:txBody>
          <a:bodyPr>
            <a:noAutofit/>
          </a:bodyPr>
          <a:lstStyle/>
          <a:p>
            <a:pPr marL="0" indent="0">
              <a:buNone/>
            </a:pPr>
            <a:r>
              <a:rPr lang="it-IT" sz="1700" dirty="0"/>
              <a:t>Le categorie di fallimento sono ora coincidenti a quelle dell’articolo e vengono ricavate in base al fallimento dei test oppure, attraverso una funzione di </a:t>
            </a:r>
            <a:r>
              <a:rPr lang="it-IT" sz="1700" b="1" dirty="0"/>
              <a:t>feedback.md</a:t>
            </a:r>
            <a:r>
              <a:rPr lang="it-IT" sz="1700" dirty="0"/>
              <a:t> (messaggi dei test), </a:t>
            </a:r>
            <a:r>
              <a:rPr lang="it-IT" sz="1700" b="1" dirty="0" err="1"/>
              <a:t>stderr</a:t>
            </a:r>
            <a:r>
              <a:rPr lang="it-IT" sz="1700" dirty="0"/>
              <a:t> del programma, </a:t>
            </a:r>
            <a:r>
              <a:rPr lang="it-IT" sz="1700" b="1" dirty="0"/>
              <a:t>output</a:t>
            </a:r>
            <a:r>
              <a:rPr lang="it-IT" sz="1700" dirty="0"/>
              <a:t> del programma, in cui viene utilizzato un </a:t>
            </a:r>
            <a:r>
              <a:rPr lang="it-IT" sz="1700" b="1" dirty="0"/>
              <a:t>dizionario</a:t>
            </a:r>
            <a:r>
              <a:rPr lang="it-IT" sz="1700" dirty="0"/>
              <a:t> di </a:t>
            </a:r>
            <a:r>
              <a:rPr lang="it-IT" sz="1700" i="1" dirty="0"/>
              <a:t>parole chiave → categorie </a:t>
            </a:r>
            <a:r>
              <a:rPr lang="it-IT" sz="1700" dirty="0"/>
              <a:t>per una classificazione automatica:</a:t>
            </a:r>
          </a:p>
          <a:p>
            <a:r>
              <a:rPr lang="it-IT" sz="1700" b="1" dirty="0" err="1"/>
              <a:t>Failure</a:t>
            </a:r>
            <a:r>
              <a:rPr lang="it-IT" sz="1700" b="1" dirty="0"/>
              <a:t> </a:t>
            </a:r>
            <a:r>
              <a:rPr lang="it-IT" sz="1700" b="1" dirty="0" err="1"/>
              <a:t>Category</a:t>
            </a:r>
            <a:r>
              <a:rPr lang="it-IT" sz="1700" b="1" dirty="0"/>
              <a:t>:</a:t>
            </a:r>
            <a:endParaRPr lang="it-IT" sz="1700" dirty="0"/>
          </a:p>
          <a:p>
            <a:pPr lvl="1"/>
            <a:r>
              <a:rPr lang="it-IT" sz="1700" dirty="0" err="1"/>
              <a:t>compile_error</a:t>
            </a:r>
            <a:r>
              <a:rPr lang="it-IT" sz="1700" dirty="0"/>
              <a:t> → errore durante la compilazione</a:t>
            </a:r>
          </a:p>
          <a:p>
            <a:pPr lvl="1"/>
            <a:r>
              <a:rPr lang="it-IT" sz="1700" dirty="0" err="1"/>
              <a:t>dynamic_failure</a:t>
            </a:r>
            <a:r>
              <a:rPr lang="it-IT" sz="1700" dirty="0"/>
              <a:t> → fallimento dei test dinamici, </a:t>
            </a:r>
            <a:r>
              <a:rPr lang="it-IT" sz="1700" dirty="0" err="1"/>
              <a:t>fallback</a:t>
            </a:r>
            <a:r>
              <a:rPr lang="it-IT" sz="1700" dirty="0"/>
              <a:t> per errori di </a:t>
            </a:r>
            <a:r>
              <a:rPr lang="it-IT" sz="1700" dirty="0" err="1"/>
              <a:t>runtime</a:t>
            </a:r>
            <a:r>
              <a:rPr lang="it-IT" sz="1700" dirty="0"/>
              <a:t> generici</a:t>
            </a:r>
          </a:p>
          <a:p>
            <a:pPr lvl="2"/>
            <a:r>
              <a:rPr lang="it-IT" sz="1700" dirty="0"/>
              <a:t>crash → </a:t>
            </a:r>
            <a:r>
              <a:rPr lang="it-IT" sz="1700" dirty="0" err="1"/>
              <a:t>segmentation</a:t>
            </a:r>
            <a:r>
              <a:rPr lang="it-IT" sz="1700" dirty="0"/>
              <a:t> fault, </a:t>
            </a:r>
            <a:r>
              <a:rPr lang="it-IT" sz="1700" dirty="0" err="1"/>
              <a:t>abort</a:t>
            </a:r>
            <a:endParaRPr lang="it-IT" sz="1700" dirty="0"/>
          </a:p>
          <a:p>
            <a:pPr lvl="2"/>
            <a:r>
              <a:rPr lang="it-IT" sz="1700" dirty="0" err="1"/>
              <a:t>timeout</a:t>
            </a:r>
            <a:r>
              <a:rPr lang="it-IT" sz="1700" dirty="0"/>
              <a:t> → </a:t>
            </a:r>
            <a:r>
              <a:rPr lang="it-IT" sz="1700" dirty="0" err="1"/>
              <a:t>timeout</a:t>
            </a:r>
            <a:r>
              <a:rPr lang="it-IT" sz="1700" dirty="0"/>
              <a:t>, deadlock, hang</a:t>
            </a:r>
          </a:p>
          <a:p>
            <a:pPr lvl="2"/>
            <a:r>
              <a:rPr lang="it-IT" sz="1700" dirty="0" err="1"/>
              <a:t>ipc_leak</a:t>
            </a:r>
            <a:r>
              <a:rPr lang="it-IT" sz="1700" dirty="0"/>
              <a:t> → </a:t>
            </a:r>
            <a:r>
              <a:rPr lang="it-IT" sz="1700" dirty="0" err="1"/>
              <a:t>memory_leak</a:t>
            </a:r>
            <a:r>
              <a:rPr lang="it-IT" sz="1700" dirty="0"/>
              <a:t>, </a:t>
            </a:r>
            <a:r>
              <a:rPr lang="it-IT" sz="1700" dirty="0" err="1"/>
              <a:t>resource_leake</a:t>
            </a:r>
            <a:endParaRPr lang="it-IT" sz="1700" dirty="0"/>
          </a:p>
          <a:p>
            <a:pPr lvl="1"/>
            <a:r>
              <a:rPr lang="it-IT" sz="1700" dirty="0" err="1"/>
              <a:t>static_failure</a:t>
            </a:r>
            <a:r>
              <a:rPr lang="it-IT" sz="1700" dirty="0"/>
              <a:t>→ se i test dinamici sono superati e ci sono solo warning statici</a:t>
            </a:r>
          </a:p>
          <a:p>
            <a:pPr lvl="1"/>
            <a:r>
              <a:rPr lang="it-IT" sz="1700" dirty="0" err="1"/>
              <a:t>correct</a:t>
            </a:r>
            <a:r>
              <a:rPr lang="it-IT" sz="1700" dirty="0"/>
              <a:t> → esercizio corretto</a:t>
            </a:r>
          </a:p>
          <a:p>
            <a:endParaRPr lang="it-IT" sz="1700" dirty="0"/>
          </a:p>
        </p:txBody>
      </p:sp>
    </p:spTree>
    <p:extLst>
      <p:ext uri="{BB962C8B-B14F-4D97-AF65-F5344CB8AC3E}">
        <p14:creationId xmlns:p14="http://schemas.microsoft.com/office/powerpoint/2010/main" val="200809521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8863-685A-8003-0DE7-3CF26A11ADB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B668281-11BF-8A9C-3B45-78C9C40BB21C}"/>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dynamic_failure</a:t>
            </a:r>
            <a:r>
              <a:rPr lang="it-IT" sz="3200" dirty="0"/>
              <a:t>):</a:t>
            </a:r>
          </a:p>
        </p:txBody>
      </p:sp>
      <p:graphicFrame>
        <p:nvGraphicFramePr>
          <p:cNvPr id="4" name="Segnaposto contenuto 3">
            <a:extLst>
              <a:ext uri="{FF2B5EF4-FFF2-40B4-BE49-F238E27FC236}">
                <a16:creationId xmlns:a16="http://schemas.microsoft.com/office/drawing/2014/main" id="{468B4035-F845-23A0-DDD8-22E4A0A1095B}"/>
              </a:ext>
            </a:extLst>
          </p:cNvPr>
          <p:cNvGraphicFramePr>
            <a:graphicFrameLocks noGrp="1"/>
          </p:cNvGraphicFramePr>
          <p:nvPr>
            <p:ph idx="1"/>
            <p:extLst>
              <p:ext uri="{D42A27DB-BD31-4B8C-83A1-F6EECF244321}">
                <p14:modId xmlns:p14="http://schemas.microsoft.com/office/powerpoint/2010/main" val="678517009"/>
              </p:ext>
            </p:extLst>
          </p:nvPr>
        </p:nvGraphicFramePr>
        <p:xfrm>
          <a:off x="117987" y="594360"/>
          <a:ext cx="11567648" cy="6125467"/>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254221">
                  <a:extLst>
                    <a:ext uri="{9D8B030D-6E8A-4147-A177-3AD203B41FA5}">
                      <a16:colId xmlns:a16="http://schemas.microsoft.com/office/drawing/2014/main" val="2402471246"/>
                    </a:ext>
                  </a:extLst>
                </a:gridCol>
                <a:gridCol w="816078">
                  <a:extLst>
                    <a:ext uri="{9D8B030D-6E8A-4147-A177-3AD203B41FA5}">
                      <a16:colId xmlns:a16="http://schemas.microsoft.com/office/drawing/2014/main" val="3564228665"/>
                    </a:ext>
                  </a:extLst>
                </a:gridCol>
                <a:gridCol w="1563329">
                  <a:extLst>
                    <a:ext uri="{9D8B030D-6E8A-4147-A177-3AD203B41FA5}">
                      <a16:colId xmlns:a16="http://schemas.microsoft.com/office/drawing/2014/main" val="1079194908"/>
                    </a:ext>
                  </a:extLst>
                </a:gridCol>
                <a:gridCol w="403122">
                  <a:extLst>
                    <a:ext uri="{9D8B030D-6E8A-4147-A177-3AD203B41FA5}">
                      <a16:colId xmlns:a16="http://schemas.microsoft.com/office/drawing/2014/main" val="457757330"/>
                    </a:ext>
                  </a:extLst>
                </a:gridCol>
                <a:gridCol w="481781">
                  <a:extLst>
                    <a:ext uri="{9D8B030D-6E8A-4147-A177-3AD203B41FA5}">
                      <a16:colId xmlns:a16="http://schemas.microsoft.com/office/drawing/2014/main" val="75598170"/>
                    </a:ext>
                  </a:extLst>
                </a:gridCol>
                <a:gridCol w="1563329">
                  <a:extLst>
                    <a:ext uri="{9D8B030D-6E8A-4147-A177-3AD203B41FA5}">
                      <a16:colId xmlns:a16="http://schemas.microsoft.com/office/drawing/2014/main" val="963411808"/>
                    </a:ext>
                  </a:extLst>
                </a:gridCol>
                <a:gridCol w="442452">
                  <a:extLst>
                    <a:ext uri="{9D8B030D-6E8A-4147-A177-3AD203B41FA5}">
                      <a16:colId xmlns:a16="http://schemas.microsoft.com/office/drawing/2014/main" val="27591704"/>
                    </a:ext>
                  </a:extLst>
                </a:gridCol>
                <a:gridCol w="1838467">
                  <a:extLst>
                    <a:ext uri="{9D8B030D-6E8A-4147-A177-3AD203B41FA5}">
                      <a16:colId xmlns:a16="http://schemas.microsoft.com/office/drawing/2014/main" val="228824343"/>
                    </a:ext>
                  </a:extLst>
                </a:gridCol>
                <a:gridCol w="377394">
                  <a:extLst>
                    <a:ext uri="{9D8B030D-6E8A-4147-A177-3AD203B41FA5}">
                      <a16:colId xmlns:a16="http://schemas.microsoft.com/office/drawing/2014/main" val="2134066566"/>
                    </a:ext>
                  </a:extLst>
                </a:gridCol>
                <a:gridCol w="492922">
                  <a:extLst>
                    <a:ext uri="{9D8B030D-6E8A-4147-A177-3AD203B41FA5}">
                      <a16:colId xmlns:a16="http://schemas.microsoft.com/office/drawing/2014/main" val="1278294766"/>
                    </a:ext>
                  </a:extLst>
                </a:gridCol>
              </a:tblGrid>
              <a:tr h="1478064">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auchry</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9f098d035797ee9d475061c7ee19f82ad08e6c2e</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server aggregatore con </a:t>
                      </a:r>
                      <a:r>
                        <a:rPr lang="it-IT" sz="1050" dirty="0" err="1"/>
                        <a:t>thread</a:t>
                      </a:r>
                      <a:r>
                        <a:rPr lang="it-IT" sz="1050" dirty="0"/>
                        <a:t>. L'esercizio non è ancora stato svolto correttamente. L'esecuzione non è corretta: Il valore letto non corrisponde allo ultimo valore scritto.</a:t>
                      </a:r>
                    </a:p>
                  </a:txBody>
                  <a:tcPr/>
                </a:tc>
                <a:tc>
                  <a:txBody>
                    <a:bodyPr/>
                    <a:lstStyle/>
                    <a:p>
                      <a:pPr algn="l"/>
                      <a:r>
                        <a:rPr lang="it-IT" sz="1050" dirty="0"/>
                        <a:t>Avvio processo collettore (id coda = 45)...\</a:t>
                      </a:r>
                      <a:r>
                        <a:rPr lang="it-IT" sz="1050" dirty="0" err="1"/>
                        <a:t>nCollettore</a:t>
                      </a:r>
                      <a:r>
                        <a:rPr lang="it-IT" sz="1050" dirty="0"/>
                        <a:t>: In attesa di messaggi...\</a:t>
                      </a:r>
                      <a:r>
                        <a:rPr lang="it-IT" sz="1050" dirty="0" err="1"/>
                        <a:t>nAvvio</a:t>
                      </a:r>
                      <a:r>
                        <a:rPr lang="it-IT" sz="1050" dirty="0"/>
                        <a:t> processo collettore (id coda = 46)...\</a:t>
                      </a:r>
                      <a:r>
                        <a:rPr lang="it-IT" sz="1050" dirty="0" err="1"/>
                        <a:t>nCollettore</a:t>
                      </a:r>
                      <a:r>
                        <a:rPr lang="it-IT" sz="1050" dirty="0"/>
                        <a:t>: In attesa di messaggi...\</a:t>
                      </a:r>
                      <a:r>
                        <a:rPr lang="it-IT" sz="1050" dirty="0" err="1"/>
                        <a:t>nAvvio</a:t>
                      </a:r>
                      <a:r>
                        <a:rPr lang="it-IT" sz="1050" dirty="0"/>
                        <a:t> processo collettore (id coda = 47)...\</a:t>
                      </a:r>
                      <a:r>
                        <a:rPr lang="it-IT" sz="1050" dirty="0" err="1"/>
                        <a:t>nCollettore</a:t>
                      </a:r>
                      <a:r>
                        <a:rPr lang="it-IT" sz="1050" dirty="0"/>
                        <a:t>: In attesa di messaggi...\</a:t>
                      </a:r>
                      <a:r>
                        <a:rPr lang="it-IT" sz="1050" dirty="0" err="1"/>
                        <a:t>nAvvio</a:t>
                      </a:r>
                      <a:r>
                        <a:rPr lang="it-IT" sz="1050" dirty="0"/>
                        <a:t> processo aggregatore...\</a:t>
                      </a:r>
                      <a:r>
                        <a:rPr lang="it-IT" sz="1050" dirty="0" err="1"/>
                        <a:t>nAggregatore</a:t>
                      </a:r>
                      <a:r>
                        <a:rPr lang="it-IT" sz="1050" dirty="0"/>
                        <a:t>: In attesa di messaggi...\</a:t>
                      </a:r>
                      <a:r>
                        <a:rPr lang="it-IT" sz="1050" dirty="0" err="1"/>
                        <a:t>nAvvio</a:t>
                      </a:r>
                      <a:r>
                        <a:rPr lang="it-IT" sz="1050" dirty="0"/>
                        <a:t> processo sensore...\</a:t>
                      </a:r>
                      <a:r>
                        <a:rPr lang="it-IT" sz="1050" dirty="0" err="1"/>
                        <a:t>nSensore</a:t>
                      </a:r>
                      <a:r>
                        <a:rPr lang="it-IT" sz="1050" dirty="0"/>
                        <a:t>: (CONTINUA)…</a:t>
                      </a:r>
                    </a:p>
                  </a:txBody>
                  <a:tcPr/>
                </a:tc>
                <a:tc>
                  <a:txBody>
                    <a:bodyPr/>
                    <a:lstStyle/>
                    <a:p>
                      <a:pPr algn="l"/>
                      <a:endParaRPr lang="it-IT" sz="1050" dirty="0"/>
                    </a:p>
                  </a:txBody>
                  <a:tcPr/>
                </a:tc>
                <a:tc>
                  <a:txBody>
                    <a:bodyPr/>
                    <a:lstStyle/>
                    <a:p>
                      <a:pPr algn="l"/>
                      <a:r>
                        <a:rPr lang="it-IT" sz="1050" dirty="0"/>
                        <a:t>NO</a:t>
                      </a:r>
                    </a:p>
                  </a:txBody>
                  <a:tcPr/>
                </a:tc>
                <a:tc>
                  <a:txBody>
                    <a:bodyPr/>
                    <a:lstStyle/>
                    <a:p>
                      <a:pPr algn="l"/>
                      <a:r>
                        <a:rPr lang="en-US" sz="1050" dirty="0"/>
                        <a:t>THE OUTPUT SUGGESTS THAT THE AGGREGATORE PROCESS IS NOT PROPERLY COORDINATING WITH THE COLLETTORI PROCESSES THE AGGREGATORE SEEMS TO BE SENDING MESSAGES TO ALL THREE COLLETTORI SIMULTANEOUSLY, WHICH MAY INDICATE A LACK OF COORDINATION BETWEEN THREADS ADDITIONALLY, THERE ARE REPEATED INVIO AND LETTURA OPERATIONS FROM THE AGGREGATORE, WHICH COULD BE INDICATIVE OF AN INFINITE LOOP OR INCORRECT LOGIC.</a:t>
                      </a:r>
                      <a:endParaRPr lang="it-IT" sz="1050" dirty="0"/>
                    </a:p>
                  </a:txBody>
                  <a:tcPr/>
                </a:tc>
                <a:tc>
                  <a:txBody>
                    <a:bodyPr/>
                    <a:lstStyle/>
                    <a:p>
                      <a:pPr algn="l"/>
                      <a:r>
                        <a:rPr lang="it-IT" sz="1050" dirty="0"/>
                        <a:t>NO</a:t>
                      </a:r>
                    </a:p>
                  </a:txBody>
                  <a:tcPr/>
                </a:tc>
                <a:tc>
                  <a:txBody>
                    <a:bodyPr/>
                    <a:lstStyle/>
                    <a:p>
                      <a:pPr algn="l"/>
                      <a:r>
                        <a:rPr lang="en-US" sz="1050" dirty="0"/>
                        <a:t>THE CODE HAS A RESOURCE MANAGEMENT ISSUE IN THE `AGGREGATOREC` FILE, THE VARIABLE `VALORE` IS DECLARED AS A STACK VARIABLE IN THE `SCRITTORE` THREAD FUNCTION THIS MEANS THAT EACH TIME THE `SCRITTORE` THREAD RUNS, IT ALLOCATES NEW MEMORY FOR `VALORE`, WHICH CAN LEAD TO MEMORY LEAKS IF NOT PROPERLY FREED ADDITIONALLY, THE `LETTORI` THREADS ALSO ACCESS THIS VARIABLE WITHOUT PROPER SYNCHRONIZATION, WHICH CAN CAUSE DATA CORRUPTION OR RACE CONDITIONS.</a:t>
                      </a:r>
                      <a:endParaRPr lang="it-IT" sz="1050" dirty="0"/>
                    </a:p>
                  </a:txBody>
                  <a:tcPr/>
                </a:tc>
                <a:tc>
                  <a:txBody>
                    <a:bodyPr/>
                    <a:lstStyle/>
                    <a:p>
                      <a:pPr algn="l"/>
                      <a:r>
                        <a:rPr lang="it-IT" sz="1050" dirty="0"/>
                        <a:t>YES</a:t>
                      </a:r>
                    </a:p>
                  </a:txBody>
                  <a:tcPr/>
                </a:tc>
                <a:tc>
                  <a:txBody>
                    <a:bodyPr/>
                    <a:lstStyle/>
                    <a:p>
                      <a:pPr algn="l"/>
                      <a:r>
                        <a:rPr lang="it-IT" sz="1050" dirty="0"/>
                        <a:t>NO</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97327314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62F9-1E79-8F57-4DD5-573750C477C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7A82174-2BC6-4711-ECE3-E184A2217832}"/>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static_failure</a:t>
            </a:r>
            <a:r>
              <a:rPr lang="it-IT" sz="3200" dirty="0"/>
              <a:t>):</a:t>
            </a:r>
          </a:p>
        </p:txBody>
      </p:sp>
      <p:sp>
        <p:nvSpPr>
          <p:cNvPr id="6" name="Segnaposto contenuto 5">
            <a:extLst>
              <a:ext uri="{FF2B5EF4-FFF2-40B4-BE49-F238E27FC236}">
                <a16:creationId xmlns:a16="http://schemas.microsoft.com/office/drawing/2014/main" id="{E385A74B-CDC7-14D4-0195-9EEFF851E095}"/>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2B3CE455-6D85-5F26-30CC-C171468E9C6B}"/>
              </a:ext>
            </a:extLst>
          </p:cNvPr>
          <p:cNvGraphicFramePr>
            <a:graphicFrameLocks/>
          </p:cNvGraphicFramePr>
          <p:nvPr>
            <p:extLst>
              <p:ext uri="{D42A27DB-BD31-4B8C-83A1-F6EECF244321}">
                <p14:modId xmlns:p14="http://schemas.microsoft.com/office/powerpoint/2010/main" val="1036089488"/>
              </p:ext>
            </p:extLst>
          </p:nvPr>
        </p:nvGraphicFramePr>
        <p:xfrm>
          <a:off x="117987" y="594360"/>
          <a:ext cx="11567648" cy="6263640"/>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214892">
                  <a:extLst>
                    <a:ext uri="{9D8B030D-6E8A-4147-A177-3AD203B41FA5}">
                      <a16:colId xmlns:a16="http://schemas.microsoft.com/office/drawing/2014/main" val="2402471246"/>
                    </a:ext>
                  </a:extLst>
                </a:gridCol>
                <a:gridCol w="737420">
                  <a:extLst>
                    <a:ext uri="{9D8B030D-6E8A-4147-A177-3AD203B41FA5}">
                      <a16:colId xmlns:a16="http://schemas.microsoft.com/office/drawing/2014/main" val="3564228665"/>
                    </a:ext>
                  </a:extLst>
                </a:gridCol>
                <a:gridCol w="1248696">
                  <a:extLst>
                    <a:ext uri="{9D8B030D-6E8A-4147-A177-3AD203B41FA5}">
                      <a16:colId xmlns:a16="http://schemas.microsoft.com/office/drawing/2014/main" val="1079194908"/>
                    </a:ext>
                  </a:extLst>
                </a:gridCol>
                <a:gridCol w="993058">
                  <a:extLst>
                    <a:ext uri="{9D8B030D-6E8A-4147-A177-3AD203B41FA5}">
                      <a16:colId xmlns:a16="http://schemas.microsoft.com/office/drawing/2014/main" val="457757330"/>
                    </a:ext>
                  </a:extLst>
                </a:gridCol>
                <a:gridCol w="521110">
                  <a:extLst>
                    <a:ext uri="{9D8B030D-6E8A-4147-A177-3AD203B41FA5}">
                      <a16:colId xmlns:a16="http://schemas.microsoft.com/office/drawing/2014/main" val="75598170"/>
                    </a:ext>
                  </a:extLst>
                </a:gridCol>
                <a:gridCol w="1248697">
                  <a:extLst>
                    <a:ext uri="{9D8B030D-6E8A-4147-A177-3AD203B41FA5}">
                      <a16:colId xmlns:a16="http://schemas.microsoft.com/office/drawing/2014/main" val="963411808"/>
                    </a:ext>
                  </a:extLst>
                </a:gridCol>
                <a:gridCol w="383458">
                  <a:extLst>
                    <a:ext uri="{9D8B030D-6E8A-4147-A177-3AD203B41FA5}">
                      <a16:colId xmlns:a16="http://schemas.microsoft.com/office/drawing/2014/main" val="27591704"/>
                    </a:ext>
                  </a:extLst>
                </a:gridCol>
                <a:gridCol w="2015448">
                  <a:extLst>
                    <a:ext uri="{9D8B030D-6E8A-4147-A177-3AD203B41FA5}">
                      <a16:colId xmlns:a16="http://schemas.microsoft.com/office/drawing/2014/main" val="228824343"/>
                    </a:ext>
                  </a:extLst>
                </a:gridCol>
                <a:gridCol w="377394">
                  <a:extLst>
                    <a:ext uri="{9D8B030D-6E8A-4147-A177-3AD203B41FA5}">
                      <a16:colId xmlns:a16="http://schemas.microsoft.com/office/drawing/2014/main" val="2134066566"/>
                    </a:ext>
                  </a:extLst>
                </a:gridCol>
                <a:gridCol w="492922">
                  <a:extLst>
                    <a:ext uri="{9D8B030D-6E8A-4147-A177-3AD203B41FA5}">
                      <a16:colId xmlns:a16="http://schemas.microsoft.com/office/drawing/2014/main" val="1278294766"/>
                    </a:ext>
                  </a:extLst>
                </a:gridCol>
              </a:tblGrid>
              <a:tr h="14517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12020">
                <a:tc>
                  <a:txBody>
                    <a:bodyPr/>
                    <a:lstStyle/>
                    <a:p>
                      <a:pPr algn="l"/>
                      <a:r>
                        <a:rPr lang="it-IT" sz="1050" dirty="0" err="1"/>
                        <a:t>CerottinoPasquale</a:t>
                      </a:r>
                      <a:endParaRPr lang="it-IT" sz="1050" dirty="0"/>
                    </a:p>
                  </a:txBody>
                  <a:tcPr/>
                </a:tc>
                <a:tc>
                  <a:txBody>
                    <a:bodyPr/>
                    <a:lstStyle/>
                    <a:p>
                      <a:pPr algn="l"/>
                      <a:r>
                        <a:rPr lang="it-IT" sz="1050" dirty="0" err="1"/>
                        <a:t>remote_procedure_call</a:t>
                      </a:r>
                      <a:endParaRPr lang="it-IT" sz="1050" dirty="0"/>
                    </a:p>
                  </a:txBody>
                  <a:tcPr/>
                </a:tc>
                <a:tc>
                  <a:txBody>
                    <a:bodyPr/>
                    <a:lstStyle/>
                    <a:p>
                      <a:pPr algn="l"/>
                      <a:r>
                        <a:rPr lang="it-IT" sz="1050" dirty="0"/>
                        <a:t>e76afcb0065aa9f3ede5ab709f8d4fe1e9832464</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remote procedure call.</a:t>
                      </a:r>
                    </a:p>
                    <a:p>
                      <a:pPr algn="l"/>
                      <a:r>
                        <a:rPr lang="it-IT" sz="1050" dirty="0"/>
                        <a:t>Congratulazioni, l'esercizio compila ed esegue correttamente, e non è stato riscontrato nessuno degli errori frequenti nel codice.</a:t>
                      </a:r>
                    </a:p>
                  </a:txBody>
                  <a:tcPr/>
                </a:tc>
                <a:tc>
                  <a:txBody>
                    <a:bodyPr/>
                    <a:lstStyle/>
                    <a:p>
                      <a:pPr algn="l"/>
                      <a:r>
                        <a:rPr lang="it-IT" sz="1050" dirty="0"/>
                        <a:t>Worker] In attesa di richieste...\n[Worker] In attesa di richieste...\n[Worker] In attesa di richieste...\n[Consumatore] Chiamo CONSUMA()\n[Client] Invio richiesta CONSUMA(nessun parametro)\n[Worker] Ricevuta richiesta di tipo CONSUMA(nessun parametro)\</a:t>
                      </a:r>
                      <a:r>
                        <a:rPr lang="it-IT" sz="1050" dirty="0" err="1"/>
                        <a:t>nSto</a:t>
                      </a:r>
                      <a:r>
                        <a:rPr lang="it-IT" sz="1050" dirty="0"/>
                        <a:t> qua...\n[Produttore] Chiamo PRODUCI CON SOMMA (CONTINUA)…</a:t>
                      </a:r>
                    </a:p>
                  </a:txBody>
                  <a:tcPr/>
                </a:tc>
                <a:tc>
                  <a:txBody>
                    <a:bodyPr/>
                    <a:lstStyle/>
                    <a:p>
                      <a:pPr algn="l"/>
                      <a:r>
                        <a:rPr lang="it-IT" sz="1050" dirty="0"/>
                        <a:t> "file": "</a:t>
                      </a:r>
                      <a:r>
                        <a:rPr lang="it-IT" sz="1050" dirty="0" err="1"/>
                        <a:t>server.c</a:t>
                      </a:r>
                      <a:r>
                        <a:rPr lang="it-IT" sz="1050" dirty="0"/>
                        <a:t>",                "line": 52,                "</a:t>
                      </a:r>
                      <a:r>
                        <a:rPr lang="it-IT" sz="1050" dirty="0" err="1"/>
                        <a:t>message</a:t>
                      </a:r>
                      <a:r>
                        <a:rPr lang="it-IT" sz="1050" dirty="0"/>
                        <a:t>": "Per il passaggio dei parametri in </a:t>
                      </a:r>
                      <a:r>
                        <a:rPr lang="it-IT" sz="1050" dirty="0" err="1"/>
                        <a:t>pthread_create</a:t>
                      </a:r>
                      <a:r>
                        <a:rPr lang="it-IT" sz="1050" dirty="0"/>
                        <a:t>(), è necessario utilizzare una struttura allocata in memoria heap."</a:t>
                      </a:r>
                    </a:p>
                  </a:txBody>
                  <a:tcPr/>
                </a:tc>
                <a:tc>
                  <a:txBody>
                    <a:bodyPr/>
                    <a:lstStyle/>
                    <a:p>
                      <a:pPr algn="l"/>
                      <a:r>
                        <a:rPr lang="it-IT" sz="1050" dirty="0"/>
                        <a:t>YES</a:t>
                      </a:r>
                    </a:p>
                  </a:txBody>
                  <a:tcPr/>
                </a:tc>
                <a:tc>
                  <a:txBody>
                    <a:bodyPr/>
                    <a:lstStyle/>
                    <a:p>
                      <a:pPr algn="l"/>
                      <a:r>
                        <a:rPr lang="en-US" sz="1050" dirty="0"/>
                        <a:t>THE OUTPUT APPEARS TO BE CONSISTENT WITH A CORRECT PROGRAM EXECUTION THERE ARE NO OBVIOUS INCONSISTENCIES IN VALUES, ORDERING OF OPERATIONS, OR MESSAGE REPETITION THE OUTPUT SUGGESTS THAT ALL THREADS (WORKER AND CONSUMER) EXECUTE THEIR TASKS CORRECTLY, AND THE CLIENT RECEIVES EXPECTED RESPONSES FROM THE SERVER</a:t>
                      </a:r>
                      <a:endParaRPr lang="it-IT" sz="1050" dirty="0"/>
                    </a:p>
                  </a:txBody>
                  <a:tcPr/>
                </a:tc>
                <a:tc>
                  <a:txBody>
                    <a:bodyPr/>
                    <a:lstStyle/>
                    <a:p>
                      <a:pPr algn="l"/>
                      <a:r>
                        <a:rPr lang="it-IT" sz="1050" dirty="0"/>
                        <a:t>NO</a:t>
                      </a:r>
                    </a:p>
                  </a:txBody>
                  <a:tcPr/>
                </a:tc>
                <a:tc>
                  <a:txBody>
                    <a:bodyPr/>
                    <a:lstStyle/>
                    <a:p>
                      <a:pPr algn="l"/>
                      <a:r>
                        <a:rPr lang="en-US" sz="1050" dirty="0"/>
                        <a:t>THE CODE HAS A RESOURCE MANAGEMENT ISSUE IN THE `SERVERC` FILE, THE `WORKER_THREAD` FUNCTION CREATES A NEW THREAD FOR EACH INCOMING MESSAGE WITHOUT FREEING THE MEMORY ALLOCATED FOR THE PREVIOUS THREADS THIS CAN LEAD TO A MEMORY LEAK AND EVENTUALLY CAUSE THE SERVER TO RUN OUT OF MEMORY SPECIFICALLY, THE LINE `PTHREAD_T WORKER_THREAD = PTHREAD_CREATE(NULL, NULL, &amp;WORKER_THREAD_FUNC, NULL);` SHOULD BE MODIFIED TO INCLUDE PROPER MEMORY MANAGEMENT, SUCH AS FREEING THE THREAD RESOURCES WHEN THEY ARE NO LONGER NEEDED",</a:t>
                      </a:r>
                      <a:endParaRPr lang="it-IT" sz="1050" dirty="0"/>
                    </a:p>
                  </a:txBody>
                  <a:tcPr/>
                </a:tc>
                <a:tc>
                  <a:txBody>
                    <a:bodyPr/>
                    <a:lstStyle/>
                    <a:p>
                      <a:pPr algn="l"/>
                      <a:endParaRPr lang="it-IT" sz="1050" dirty="0"/>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85967281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4F031E-82FC-0679-8928-A2B3D596E8EF}"/>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correct</a:t>
            </a:r>
            <a:r>
              <a:rPr lang="it-IT" sz="3200" dirty="0"/>
              <a:t>):</a:t>
            </a:r>
          </a:p>
        </p:txBody>
      </p:sp>
      <p:sp>
        <p:nvSpPr>
          <p:cNvPr id="6" name="Segnaposto contenuto 5">
            <a:extLst>
              <a:ext uri="{FF2B5EF4-FFF2-40B4-BE49-F238E27FC236}">
                <a16:creationId xmlns:a16="http://schemas.microsoft.com/office/drawing/2014/main" id="{404B830D-625C-95BA-4E59-9209D975101A}"/>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8EEB2D90-DBD3-DCF4-21F8-70E0A0BE085A}"/>
              </a:ext>
            </a:extLst>
          </p:cNvPr>
          <p:cNvGraphicFramePr>
            <a:graphicFrameLocks/>
          </p:cNvGraphicFramePr>
          <p:nvPr>
            <p:extLst>
              <p:ext uri="{D42A27DB-BD31-4B8C-83A1-F6EECF244321}">
                <p14:modId xmlns:p14="http://schemas.microsoft.com/office/powerpoint/2010/main" val="3606418577"/>
              </p:ext>
            </p:extLst>
          </p:nvPr>
        </p:nvGraphicFramePr>
        <p:xfrm>
          <a:off x="117987" y="594360"/>
          <a:ext cx="11567648" cy="6177539"/>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392527">
                  <a:extLst>
                    <a:ext uri="{9D8B030D-6E8A-4147-A177-3AD203B41FA5}">
                      <a16:colId xmlns:a16="http://schemas.microsoft.com/office/drawing/2014/main" val="2402471246"/>
                    </a:ext>
                  </a:extLst>
                </a:gridCol>
                <a:gridCol w="874417">
                  <a:extLst>
                    <a:ext uri="{9D8B030D-6E8A-4147-A177-3AD203B41FA5}">
                      <a16:colId xmlns:a16="http://schemas.microsoft.com/office/drawing/2014/main" val="3564228665"/>
                    </a:ext>
                  </a:extLst>
                </a:gridCol>
                <a:gridCol w="1484671">
                  <a:extLst>
                    <a:ext uri="{9D8B030D-6E8A-4147-A177-3AD203B41FA5}">
                      <a16:colId xmlns:a16="http://schemas.microsoft.com/office/drawing/2014/main" val="1079194908"/>
                    </a:ext>
                  </a:extLst>
                </a:gridCol>
                <a:gridCol w="884904">
                  <a:extLst>
                    <a:ext uri="{9D8B030D-6E8A-4147-A177-3AD203B41FA5}">
                      <a16:colId xmlns:a16="http://schemas.microsoft.com/office/drawing/2014/main" val="457757330"/>
                    </a:ext>
                  </a:extLst>
                </a:gridCol>
                <a:gridCol w="432619">
                  <a:extLst>
                    <a:ext uri="{9D8B030D-6E8A-4147-A177-3AD203B41FA5}">
                      <a16:colId xmlns:a16="http://schemas.microsoft.com/office/drawing/2014/main" val="75598170"/>
                    </a:ext>
                  </a:extLst>
                </a:gridCol>
                <a:gridCol w="1272790">
                  <a:extLst>
                    <a:ext uri="{9D8B030D-6E8A-4147-A177-3AD203B41FA5}">
                      <a16:colId xmlns:a16="http://schemas.microsoft.com/office/drawing/2014/main" val="963411808"/>
                    </a:ext>
                  </a:extLst>
                </a:gridCol>
                <a:gridCol w="485215">
                  <a:extLst>
                    <a:ext uri="{9D8B030D-6E8A-4147-A177-3AD203B41FA5}">
                      <a16:colId xmlns:a16="http://schemas.microsoft.com/office/drawing/2014/main" val="27591704"/>
                    </a:ext>
                  </a:extLst>
                </a:gridCol>
                <a:gridCol w="1535636">
                  <a:extLst>
                    <a:ext uri="{9D8B030D-6E8A-4147-A177-3AD203B41FA5}">
                      <a16:colId xmlns:a16="http://schemas.microsoft.com/office/drawing/2014/main" val="228824343"/>
                    </a:ext>
                  </a:extLst>
                </a:gridCol>
                <a:gridCol w="377394">
                  <a:extLst>
                    <a:ext uri="{9D8B030D-6E8A-4147-A177-3AD203B41FA5}">
                      <a16:colId xmlns:a16="http://schemas.microsoft.com/office/drawing/2014/main" val="2134066566"/>
                    </a:ext>
                  </a:extLst>
                </a:gridCol>
                <a:gridCol w="492922">
                  <a:extLst>
                    <a:ext uri="{9D8B030D-6E8A-4147-A177-3AD203B41FA5}">
                      <a16:colId xmlns:a16="http://schemas.microsoft.com/office/drawing/2014/main" val="1278294766"/>
                    </a:ext>
                  </a:extLst>
                </a:gridCol>
              </a:tblGrid>
              <a:tr h="1494818">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6459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sz="1050" dirty="0"/>
                        <a:t>annalisaa99</a:t>
                      </a:r>
                    </a:p>
                  </a:txBody>
                  <a:tcPr/>
                </a:tc>
                <a:tc>
                  <a:txBody>
                    <a:bodyPr/>
                    <a:lstStyle/>
                    <a:p>
                      <a:pPr algn="l"/>
                      <a:r>
                        <a:rPr lang="it-IT" sz="1050" dirty="0" err="1"/>
                        <a:t>remote_procedure_call</a:t>
                      </a:r>
                      <a:endParaRPr lang="it-IT" sz="1050" dirty="0"/>
                    </a:p>
                  </a:txBody>
                  <a:tcPr/>
                </a:tc>
                <a:tc>
                  <a:txBody>
                    <a:bodyPr/>
                    <a:lstStyle/>
                    <a:p>
                      <a:pPr algn="l"/>
                      <a:r>
                        <a:rPr lang="it-IT" sz="1050" dirty="0"/>
                        <a:t>d10b89a2c3c0423839448c918755787f59149ea9</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remote procedure call. Congratulazioni, l'esercizio compila ed esegue correttamente, e non è stato riscontrato nessuno degli errori frequenti nel codice</a:t>
                      </a:r>
                    </a:p>
                  </a:txBody>
                  <a:tcPr/>
                </a:tc>
                <a:tc>
                  <a:txBody>
                    <a:bodyPr/>
                    <a:lstStyle/>
                    <a:p>
                      <a:pPr algn="l"/>
                      <a:r>
                        <a:rPr lang="it-IT" sz="1050" dirty="0"/>
                        <a:t>[Worker] In attesa di richieste...\n[Produttore] Chiamo PRODUCI CON SOMMA(9, 0, 2)\n[Consumatore] Chiamo CONSUMA()\n[Client] Invio richiesta CONSUMA(nessun parametro)\n[Client] Invio richiesta PRODUCI_CON_SOMMA(9, 0, 2)\n[Worker] In attesa di richieste...\n[Worker] Ricevuta richiesta di tipo CONSUMA(nessun parametro)\n[Worker] In attesa di richieste...\n[Worker] Ricevuta richiesta di tipo PRODUCI CON SOMMA(9, 0, 2 (CONTINUA)…</a:t>
                      </a:r>
                    </a:p>
                  </a:txBody>
                  <a:tcPr/>
                </a:tc>
                <a:tc>
                  <a:txBody>
                    <a:bodyPr/>
                    <a:lstStyle/>
                    <a:p>
                      <a:pPr algn="l"/>
                      <a:endParaRPr lang="it-IT" sz="1050" dirty="0"/>
                    </a:p>
                  </a:txBody>
                  <a:tcPr/>
                </a:tc>
                <a:tc>
                  <a:txBody>
                    <a:bodyPr/>
                    <a:lstStyle/>
                    <a:p>
                      <a:pPr algn="l"/>
                      <a:r>
                        <a:rPr lang="it-IT" sz="1050" dirty="0"/>
                        <a:t>YES</a:t>
                      </a:r>
                    </a:p>
                  </a:txBody>
                  <a:tcPr/>
                </a:tc>
                <a:tc>
                  <a:txBody>
                    <a:bodyPr/>
                    <a:lstStyle/>
                    <a:p>
                      <a:pPr algn="l"/>
                      <a:r>
                        <a:rPr lang="en-US" sz="1050" dirty="0"/>
                        <a:t>THE OUTPUT APPEARS TO BE CONSISTENT WITH A CORRECT PROGRAM EXECUTION THERE ARE NO OBVIOUS INCONSISTENCIES IN VALUES, ORDERING OF OPERATIONS, OR MESSAGE REPETITION THE OUTPUT SUGGESTS THAT THE CLIENT AND SERVER PROCESSES ARE COMMUNICATING CORRECTLY, AND THE WORKER THREADS ARE PROCESSING REQUESTS AS EXPECTED</a:t>
                      </a:r>
                      <a:endParaRPr lang="it-IT" sz="1050" dirty="0"/>
                    </a:p>
                  </a:txBody>
                  <a:tcPr/>
                </a:tc>
                <a:tc>
                  <a:txBody>
                    <a:bodyPr/>
                    <a:lstStyle/>
                    <a:p>
                      <a:pPr algn="l"/>
                      <a:r>
                        <a:rPr lang="it-IT" sz="1050" dirty="0"/>
                        <a:t>YES</a:t>
                      </a:r>
                    </a:p>
                  </a:txBody>
                  <a:tcPr/>
                </a:tc>
                <a:tc>
                  <a:txBody>
                    <a:bodyPr/>
                    <a:lstStyle/>
                    <a:p>
                      <a:pPr algn="l"/>
                      <a:r>
                        <a:rPr lang="en-US" sz="1050" dirty="0"/>
                        <a:t>THE CODE APPEARS TO BE CORRECT THERE ARE NO OBVIOUS BUGS THAT CAN CAUSE WRONG RESULTS, DEADLOCKS, RACE CONDITIONS AFFECTING CORRECTNESS, OR INCORRECT SYNCHRONIZATION LOGIC THE PROGRAM OUTPUT SUGGESTS THAT THE CLIENT-SERVER COMMUNICATION IS WORKING CORRECTLY, AND THE WORKER THREADS ARE PROCESSING REQUESTS AS EXPECTED</a:t>
                      </a:r>
                      <a:endParaRPr lang="it-IT" sz="1050" dirty="0"/>
                    </a:p>
                  </a:txBody>
                  <a:tcPr/>
                </a:tc>
                <a:tc>
                  <a:txBody>
                    <a:bodyPr/>
                    <a:lstStyle/>
                    <a:p>
                      <a:pPr algn="l"/>
                      <a:endParaRPr lang="it-IT" sz="1050" dirty="0"/>
                    </a:p>
                  </a:txBody>
                  <a:tcPr/>
                </a:tc>
                <a:tc>
                  <a:txBody>
                    <a:bodyPr/>
                    <a:lstStyle/>
                    <a:p>
                      <a:pPr algn="l"/>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04854197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F0D669-16BC-5BC1-D984-BC1D2E4D3E2A}"/>
              </a:ext>
            </a:extLst>
          </p:cNvPr>
          <p:cNvSpPr>
            <a:spLocks noGrp="1"/>
          </p:cNvSpPr>
          <p:nvPr>
            <p:ph type="title"/>
          </p:nvPr>
        </p:nvSpPr>
        <p:spPr>
          <a:xfrm>
            <a:off x="226143" y="393724"/>
            <a:ext cx="10198318" cy="1400530"/>
          </a:xfrm>
        </p:spPr>
        <p:txBody>
          <a:bodyPr/>
          <a:lstStyle/>
          <a:p>
            <a:r>
              <a:rPr lang="it-IT" dirty="0"/>
              <a:t>Osservazioni da verifica «a campione»</a:t>
            </a:r>
          </a:p>
        </p:txBody>
      </p:sp>
      <p:sp>
        <p:nvSpPr>
          <p:cNvPr id="3" name="Segnaposto contenuto 2">
            <a:extLst>
              <a:ext uri="{FF2B5EF4-FFF2-40B4-BE49-F238E27FC236}">
                <a16:creationId xmlns:a16="http://schemas.microsoft.com/office/drawing/2014/main" id="{9B8B77A6-ADDB-C0FC-5FDF-11B68DB8D350}"/>
              </a:ext>
            </a:extLst>
          </p:cNvPr>
          <p:cNvSpPr>
            <a:spLocks noGrp="1"/>
          </p:cNvSpPr>
          <p:nvPr>
            <p:ph idx="1"/>
          </p:nvPr>
        </p:nvSpPr>
        <p:spPr>
          <a:xfrm>
            <a:off x="399256" y="1477297"/>
            <a:ext cx="11393487" cy="5173792"/>
          </a:xfrm>
        </p:spPr>
        <p:txBody>
          <a:bodyPr>
            <a:normAutofit/>
          </a:bodyPr>
          <a:lstStyle/>
          <a:p>
            <a:r>
              <a:rPr lang="it-IT" sz="1700" dirty="0"/>
              <a:t>Buona coerenza con </a:t>
            </a:r>
            <a:r>
              <a:rPr lang="it-IT" sz="1700" b="1" dirty="0" err="1"/>
              <a:t>Semgrep</a:t>
            </a:r>
            <a:r>
              <a:rPr lang="it-IT" sz="1700" dirty="0"/>
              <a:t> nel riconoscere problemi di </a:t>
            </a:r>
            <a:r>
              <a:rPr lang="it-IT" sz="1700" b="1" dirty="0"/>
              <a:t>sincronizzazione</a:t>
            </a:r>
            <a:r>
              <a:rPr lang="it-IT" sz="1700" dirty="0"/>
              <a:t>, con relativa conferma del giudice.</a:t>
            </a:r>
          </a:p>
          <a:p>
            <a:r>
              <a:rPr lang="it-IT" sz="1700" b="1" dirty="0"/>
              <a:t>Problemi sull’output</a:t>
            </a:r>
            <a:r>
              <a:rPr lang="it-IT" sz="1700" dirty="0"/>
              <a:t>: in alcuni casi output corretti vengono classificati come errati, ottenendo </a:t>
            </a:r>
            <a:r>
              <a:rPr lang="it-IT" sz="1700" b="1" dirty="0"/>
              <a:t>falsi positivi </a:t>
            </a:r>
            <a:r>
              <a:rPr lang="it-IT" sz="1700" dirty="0"/>
              <a:t>e interpretazioni errate a causa di messaggi aggiuntivi di avvio o attesa dei processi.</a:t>
            </a:r>
          </a:p>
          <a:p>
            <a:r>
              <a:rPr lang="it-IT" sz="1700" dirty="0"/>
              <a:t>I casi di </a:t>
            </a:r>
            <a:r>
              <a:rPr lang="it-IT" sz="1700" dirty="0" err="1"/>
              <a:t>dynamic</a:t>
            </a:r>
            <a:r>
              <a:rPr lang="it-IT" sz="1700" dirty="0"/>
              <a:t> </a:t>
            </a:r>
            <a:r>
              <a:rPr lang="it-IT" sz="1700" dirty="0" err="1"/>
              <a:t>failure</a:t>
            </a:r>
            <a:r>
              <a:rPr lang="it-IT" sz="1700" dirty="0"/>
              <a:t>, in cui il giudice non è d’accordo con la diagnosi sul codice del LLM primario sono spesso quelli in cui c’è assenza di warning segnalati dall’analisi statica.</a:t>
            </a:r>
          </a:p>
          <a:p>
            <a:r>
              <a:rPr lang="it-IT" sz="1700" dirty="0"/>
              <a:t>In generale presenta </a:t>
            </a:r>
            <a:r>
              <a:rPr lang="it-IT" sz="1800" dirty="0"/>
              <a:t>buone prestazioni sui bug evidenti, mentre risulta meno affidabile nei casi più complessi</a:t>
            </a:r>
            <a:r>
              <a:rPr lang="it-IT" sz="1700" dirty="0"/>
              <a:t>.</a:t>
            </a:r>
          </a:p>
        </p:txBody>
      </p:sp>
    </p:spTree>
    <p:extLst>
      <p:ext uri="{BB962C8B-B14F-4D97-AF65-F5344CB8AC3E}">
        <p14:creationId xmlns:p14="http://schemas.microsoft.com/office/powerpoint/2010/main" val="323971333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p:txBody>
          <a:bodyPr/>
          <a:lstStyle/>
          <a:p>
            <a:r>
              <a:rPr lang="it-IT" dirty="0"/>
              <a:t>Analisi effettuate</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X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3" y="1785046"/>
            <a:ext cx="6495841" cy="3897505"/>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a:t>Static Check Failed - Analisi Output LLM Primario</a:t>
            </a:r>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a:t>Static Check Failed - </a:t>
            </a:r>
            <a:r>
              <a:rPr lang="en-US" sz="3900" err="1"/>
              <a:t>Analisi</a:t>
            </a:r>
            <a:r>
              <a:rPr lang="en-US" sz="3900"/>
              <a:t> Codice LLM </a:t>
            </a:r>
            <a:r>
              <a:rPr lang="en-US" sz="3900" err="1"/>
              <a:t>Primario</a:t>
            </a:r>
            <a:endParaRPr lang="it-IT" sz="390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947" r="2527"/>
          <a:stretch>
            <a:fillRect/>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5441</TotalTime>
  <Words>2438</Words>
  <Application>Microsoft Office PowerPoint</Application>
  <PresentationFormat>Widescreen</PresentationFormat>
  <Paragraphs>208</Paragraphs>
  <Slides>19</Slides>
  <Notes>1</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19</vt:i4>
      </vt:variant>
    </vt:vector>
  </HeadingPairs>
  <TitlesOfParts>
    <vt:vector size="28" baseType="lpstr">
      <vt:lpstr>Aptos</vt:lpstr>
      <vt:lpstr>Arial</vt:lpstr>
      <vt:lpstr>Bahnschrift</vt:lpstr>
      <vt:lpstr>Bahnschrift Light</vt:lpstr>
      <vt:lpstr>Century Gothic</vt:lpstr>
      <vt:lpstr>Wingdings</vt:lpstr>
      <vt:lpstr>Wingdings 3</vt:lpstr>
      <vt:lpstr>Ione</vt:lpstr>
      <vt:lpstr>NewYork</vt:lpstr>
      <vt:lpstr>LLM PER SO ESPERIMENTO 1.0 (QUINTA  PRESENTAZIONE)</vt:lpstr>
      <vt:lpstr>Obiettivi</vt:lpstr>
      <vt:lpstr>Test dinamici aggiornati</vt:lpstr>
      <vt:lpstr>Altri Script Perl</vt:lpstr>
      <vt:lpstr>Prompt avanzati per diagnosi  codice LLM Primario</vt:lpstr>
      <vt:lpstr>Comportamento LLM giudice</vt:lpstr>
      <vt:lpstr>Categorie di fallimento esercizi</vt:lpstr>
      <vt:lpstr>Esempio di risultato (dynamic_failure):</vt:lpstr>
      <vt:lpstr>Esempio di risultato (static_failure):</vt:lpstr>
      <vt:lpstr>Esempio di risultato (correct):</vt:lpstr>
      <vt:lpstr>Osservazioni da verifica «a campione»</vt:lpstr>
      <vt:lpstr>Analisi effettuate</vt:lpstr>
      <vt:lpstr>Distribuzione per failure category</vt:lpstr>
      <vt:lpstr>Dynamic Check Failed - Analisi Output LLM Primario </vt:lpstr>
      <vt:lpstr>Dynamic Check Failed - Analisi Codice LLM Primario </vt:lpstr>
      <vt:lpstr>Static Check Failed - Analisi Output LLM Primario</vt:lpstr>
      <vt:lpstr>Static Check Failed - Analisi Codice LLM Primario</vt:lpstr>
      <vt:lpstr>Corretti- Analisi Output LLM Primario (falsi positivi)</vt:lpstr>
      <vt:lpstr>Corretti- Analisi Codice LLM Primario (falsi positivi)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2026-03-25T13:50:03Z</dcterms:modified>
</cp:coreProperties>
</file>