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2" r:id="rId1"/>
    <p:sldMasterId id="2147483660" r:id="rId2"/>
  </p:sldMasterIdLst>
  <p:sldIdLst>
    <p:sldId id="257" r:id="rId3"/>
    <p:sldId id="258" r:id="rId4"/>
    <p:sldId id="260" r:id="rId5"/>
    <p:sldId id="259" r:id="rId6"/>
    <p:sldId id="276" r:id="rId7"/>
    <p:sldId id="261" r:id="rId8"/>
    <p:sldId id="277" r:id="rId9"/>
    <p:sldId id="266" r:id="rId10"/>
    <p:sldId id="264" r:id="rId11"/>
    <p:sldId id="278" r:id="rId12"/>
    <p:sldId id="279" r:id="rId13"/>
    <p:sldId id="280" r:id="rId14"/>
    <p:sldId id="281" r:id="rId15"/>
    <p:sldId id="282" r:id="rId1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679905-8150-4DFC-B0E4-2285ED4CF682}" v="95" dt="2026-03-11T14:14:22.0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Esposito" userId="af663d4e0f6c8da9" providerId="LiveId" clId="{262502FB-FC54-43DB-AB78-73175A28E98A}"/>
    <pc:docChg chg="undo custSel addSld delSld modSld addMainMaster modMainMaster">
      <pc:chgData name="Andrea Esposito" userId="af663d4e0f6c8da9" providerId="LiveId" clId="{262502FB-FC54-43DB-AB78-73175A28E98A}" dt="2026-03-11T14:28:55.659" v="1749" actId="1076"/>
      <pc:docMkLst>
        <pc:docMk/>
      </pc:docMkLst>
      <pc:sldChg chg="modSp mod">
        <pc:chgData name="Andrea Esposito" userId="af663d4e0f6c8da9" providerId="LiveId" clId="{262502FB-FC54-43DB-AB78-73175A28E98A}" dt="2026-03-11T14:06:13.214" v="1617" actId="20577"/>
        <pc:sldMkLst>
          <pc:docMk/>
          <pc:sldMk cId="1263488033" sldId="257"/>
        </pc:sldMkLst>
        <pc:spChg chg="mod">
          <ac:chgData name="Andrea Esposito" userId="af663d4e0f6c8da9" providerId="LiveId" clId="{262502FB-FC54-43DB-AB78-73175A28E98A}" dt="2026-03-11T14:06:13.214" v="1617" actId="20577"/>
          <ac:spMkLst>
            <pc:docMk/>
            <pc:sldMk cId="1263488033" sldId="257"/>
            <ac:spMk id="5" creationId="{5F7A069C-CC32-2115-EB4B-3687677A3594}"/>
          </ac:spMkLst>
        </pc:spChg>
      </pc:sldChg>
      <pc:sldChg chg="modSp mod">
        <pc:chgData name="Andrea Esposito" userId="af663d4e0f6c8da9" providerId="LiveId" clId="{262502FB-FC54-43DB-AB78-73175A28E98A}" dt="2026-03-11T14:08:22.197" v="1618" actId="20577"/>
        <pc:sldMkLst>
          <pc:docMk/>
          <pc:sldMk cId="193747621" sldId="259"/>
        </pc:sldMkLst>
        <pc:spChg chg="mod">
          <ac:chgData name="Andrea Esposito" userId="af663d4e0f6c8da9" providerId="LiveId" clId="{262502FB-FC54-43DB-AB78-73175A28E98A}" dt="2026-03-11T14:08:22.197" v="1618" actId="20577"/>
          <ac:spMkLst>
            <pc:docMk/>
            <pc:sldMk cId="193747621" sldId="259"/>
            <ac:spMk id="3" creationId="{177E0C3E-FDC8-9A6D-7156-7F688E5CC846}"/>
          </ac:spMkLst>
        </pc:spChg>
      </pc:sldChg>
      <pc:sldChg chg="modSp mod">
        <pc:chgData name="Andrea Esposito" userId="af663d4e0f6c8da9" providerId="LiveId" clId="{262502FB-FC54-43DB-AB78-73175A28E98A}" dt="2026-03-10T17:57:12.125" v="1088" actId="20577"/>
        <pc:sldMkLst>
          <pc:docMk/>
          <pc:sldMk cId="419019314" sldId="260"/>
        </pc:sldMkLst>
        <pc:spChg chg="mod">
          <ac:chgData name="Andrea Esposito" userId="af663d4e0f6c8da9" providerId="LiveId" clId="{262502FB-FC54-43DB-AB78-73175A28E98A}" dt="2026-03-10T17:57:12.125" v="1088" actId="20577"/>
          <ac:spMkLst>
            <pc:docMk/>
            <pc:sldMk cId="419019314" sldId="260"/>
            <ac:spMk id="3" creationId="{C8C12828-0C70-3C6E-71D8-E3CBE2E8DA66}"/>
          </ac:spMkLst>
        </pc:spChg>
      </pc:sldChg>
      <pc:sldChg chg="addSp delSp modSp mod">
        <pc:chgData name="Andrea Esposito" userId="af663d4e0f6c8da9" providerId="LiveId" clId="{262502FB-FC54-43DB-AB78-73175A28E98A}" dt="2026-03-11T14:04:21.855" v="1604" actId="114"/>
        <pc:sldMkLst>
          <pc:docMk/>
          <pc:sldMk cId="559199428" sldId="261"/>
        </pc:sldMkLst>
        <pc:spChg chg="mod">
          <ac:chgData name="Andrea Esposito" userId="af663d4e0f6c8da9" providerId="LiveId" clId="{262502FB-FC54-43DB-AB78-73175A28E98A}" dt="2026-03-08T11:50:23.408" v="251" actId="1076"/>
          <ac:spMkLst>
            <pc:docMk/>
            <pc:sldMk cId="559199428" sldId="261"/>
            <ac:spMk id="2" creationId="{BEAB4F55-7C72-D22F-3741-0672BE70F060}"/>
          </ac:spMkLst>
        </pc:spChg>
        <pc:spChg chg="mod">
          <ac:chgData name="Andrea Esposito" userId="af663d4e0f6c8da9" providerId="LiveId" clId="{262502FB-FC54-43DB-AB78-73175A28E98A}" dt="2026-03-11T14:04:21.855" v="1604" actId="114"/>
          <ac:spMkLst>
            <pc:docMk/>
            <pc:sldMk cId="559199428" sldId="261"/>
            <ac:spMk id="3" creationId="{CA0C6D87-6196-9922-FC76-73927550DA72}"/>
          </ac:spMkLst>
        </pc:spChg>
        <pc:spChg chg="add mod">
          <ac:chgData name="Andrea Esposito" userId="af663d4e0f6c8da9" providerId="LiveId" clId="{262502FB-FC54-43DB-AB78-73175A28E98A}" dt="2026-03-10T18:01:55.739" v="1156" actId="113"/>
          <ac:spMkLst>
            <pc:docMk/>
            <pc:sldMk cId="559199428" sldId="261"/>
            <ac:spMk id="6" creationId="{1E66D8D4-08AE-3C15-8D62-0DF882CE66F5}"/>
          </ac:spMkLst>
        </pc:spChg>
        <pc:spChg chg="add mod">
          <ac:chgData name="Andrea Esposito" userId="af663d4e0f6c8da9" providerId="LiveId" clId="{262502FB-FC54-43DB-AB78-73175A28E98A}" dt="2026-03-10T18:01:37.667" v="1152" actId="113"/>
          <ac:spMkLst>
            <pc:docMk/>
            <pc:sldMk cId="559199428" sldId="261"/>
            <ac:spMk id="9" creationId="{47F3D6A8-0BD7-B225-5A21-02D595C21A89}"/>
          </ac:spMkLst>
        </pc:spChg>
        <pc:spChg chg="add mod">
          <ac:chgData name="Andrea Esposito" userId="af663d4e0f6c8da9" providerId="LiveId" clId="{262502FB-FC54-43DB-AB78-73175A28E98A}" dt="2026-03-08T12:05:47.072" v="549" actId="208"/>
          <ac:spMkLst>
            <pc:docMk/>
            <pc:sldMk cId="559199428" sldId="261"/>
            <ac:spMk id="14" creationId="{9632C058-93E4-6027-8F98-2A55D3D867D0}"/>
          </ac:spMkLst>
        </pc:spChg>
        <pc:spChg chg="add mod">
          <ac:chgData name="Andrea Esposito" userId="af663d4e0f6c8da9" providerId="LiveId" clId="{262502FB-FC54-43DB-AB78-73175A28E98A}" dt="2026-03-08T12:05:51.400" v="550" actId="208"/>
          <ac:spMkLst>
            <pc:docMk/>
            <pc:sldMk cId="559199428" sldId="261"/>
            <ac:spMk id="15" creationId="{35CE99B3-1B45-32E8-448D-BC5C3A37ECB6}"/>
          </ac:spMkLst>
        </pc:spChg>
      </pc:sldChg>
      <pc:sldChg chg="modSp mod">
        <pc:chgData name="Andrea Esposito" userId="af663d4e0f6c8da9" providerId="LiveId" clId="{262502FB-FC54-43DB-AB78-73175A28E98A}" dt="2026-03-11T12:00:05.462" v="1558" actId="20577"/>
        <pc:sldMkLst>
          <pc:docMk/>
          <pc:sldMk cId="2218945759" sldId="264"/>
        </pc:sldMkLst>
        <pc:spChg chg="mod">
          <ac:chgData name="Andrea Esposito" userId="af663d4e0f6c8da9" providerId="LiveId" clId="{262502FB-FC54-43DB-AB78-73175A28E98A}" dt="2026-03-11T12:00:05.462" v="1558" actId="20577"/>
          <ac:spMkLst>
            <pc:docMk/>
            <pc:sldMk cId="2218945759" sldId="264"/>
            <ac:spMk id="3" creationId="{FE8E244F-E0E7-6602-DF9C-C278A7003585}"/>
          </ac:spMkLst>
        </pc:spChg>
      </pc:sldChg>
      <pc:sldChg chg="modSp mod">
        <pc:chgData name="Andrea Esposito" userId="af663d4e0f6c8da9" providerId="LiveId" clId="{262502FB-FC54-43DB-AB78-73175A28E98A}" dt="2026-03-11T14:18:45.005" v="1748" actId="20577"/>
        <pc:sldMkLst>
          <pc:docMk/>
          <pc:sldMk cId="2048541978" sldId="266"/>
        </pc:sldMkLst>
        <pc:spChg chg="mod">
          <ac:chgData name="Andrea Esposito" userId="af663d4e0f6c8da9" providerId="LiveId" clId="{262502FB-FC54-43DB-AB78-73175A28E98A}" dt="2026-03-11T10:35:12.759" v="1556" actId="1037"/>
          <ac:spMkLst>
            <pc:docMk/>
            <pc:sldMk cId="2048541978" sldId="266"/>
            <ac:spMk id="2" creationId="{0B4F031E-82FC-0679-8928-A2B3D596E8EF}"/>
          </ac:spMkLst>
        </pc:spChg>
        <pc:graphicFrameChg chg="mod modGraphic">
          <ac:chgData name="Andrea Esposito" userId="af663d4e0f6c8da9" providerId="LiveId" clId="{262502FB-FC54-43DB-AB78-73175A28E98A}" dt="2026-03-11T14:18:45.005" v="1748" actId="20577"/>
          <ac:graphicFrameMkLst>
            <pc:docMk/>
            <pc:sldMk cId="2048541978" sldId="266"/>
            <ac:graphicFrameMk id="4" creationId="{0DF8B56F-3DF5-4D26-AC06-BEA1E4A82D7C}"/>
          </ac:graphicFrameMkLst>
        </pc:graphicFrameChg>
      </pc:sldChg>
      <pc:sldChg chg="del">
        <pc:chgData name="Andrea Esposito" userId="af663d4e0f6c8da9" providerId="LiveId" clId="{262502FB-FC54-43DB-AB78-73175A28E98A}" dt="2026-03-10T18:11:42.711" v="1231" actId="47"/>
        <pc:sldMkLst>
          <pc:docMk/>
          <pc:sldMk cId="2283275298" sldId="267"/>
        </pc:sldMkLst>
      </pc:sldChg>
      <pc:sldChg chg="del">
        <pc:chgData name="Andrea Esposito" userId="af663d4e0f6c8da9" providerId="LiveId" clId="{262502FB-FC54-43DB-AB78-73175A28E98A}" dt="2026-03-10T18:11:44.447" v="1232" actId="47"/>
        <pc:sldMkLst>
          <pc:docMk/>
          <pc:sldMk cId="1543807186" sldId="268"/>
        </pc:sldMkLst>
      </pc:sldChg>
      <pc:sldChg chg="del">
        <pc:chgData name="Andrea Esposito" userId="af663d4e0f6c8da9" providerId="LiveId" clId="{262502FB-FC54-43DB-AB78-73175A28E98A}" dt="2026-03-10T18:11:45.512" v="1233" actId="47"/>
        <pc:sldMkLst>
          <pc:docMk/>
          <pc:sldMk cId="1473031227" sldId="269"/>
        </pc:sldMkLst>
      </pc:sldChg>
      <pc:sldChg chg="del">
        <pc:chgData name="Andrea Esposito" userId="af663d4e0f6c8da9" providerId="LiveId" clId="{262502FB-FC54-43DB-AB78-73175A28E98A}" dt="2026-03-10T18:11:47.050" v="1234" actId="47"/>
        <pc:sldMkLst>
          <pc:docMk/>
          <pc:sldMk cId="4276151322" sldId="270"/>
        </pc:sldMkLst>
      </pc:sldChg>
      <pc:sldChg chg="del">
        <pc:chgData name="Andrea Esposito" userId="af663d4e0f6c8da9" providerId="LiveId" clId="{262502FB-FC54-43DB-AB78-73175A28E98A}" dt="2026-03-10T18:11:47.964" v="1235" actId="47"/>
        <pc:sldMkLst>
          <pc:docMk/>
          <pc:sldMk cId="165876258" sldId="271"/>
        </pc:sldMkLst>
      </pc:sldChg>
      <pc:sldChg chg="del">
        <pc:chgData name="Andrea Esposito" userId="af663d4e0f6c8da9" providerId="LiveId" clId="{262502FB-FC54-43DB-AB78-73175A28E98A}" dt="2026-03-10T18:11:48.850" v="1236" actId="47"/>
        <pc:sldMkLst>
          <pc:docMk/>
          <pc:sldMk cId="3309921222" sldId="272"/>
        </pc:sldMkLst>
      </pc:sldChg>
      <pc:sldChg chg="del">
        <pc:chgData name="Andrea Esposito" userId="af663d4e0f6c8da9" providerId="LiveId" clId="{262502FB-FC54-43DB-AB78-73175A28E98A}" dt="2026-03-10T18:11:49.401" v="1237" actId="47"/>
        <pc:sldMkLst>
          <pc:docMk/>
          <pc:sldMk cId="1911226056" sldId="273"/>
        </pc:sldMkLst>
      </pc:sldChg>
      <pc:sldChg chg="del">
        <pc:chgData name="Andrea Esposito" userId="af663d4e0f6c8da9" providerId="LiveId" clId="{262502FB-FC54-43DB-AB78-73175A28E98A}" dt="2026-03-10T18:11:50.098" v="1238" actId="47"/>
        <pc:sldMkLst>
          <pc:docMk/>
          <pc:sldMk cId="4220015743" sldId="274"/>
        </pc:sldMkLst>
      </pc:sldChg>
      <pc:sldChg chg="del">
        <pc:chgData name="Andrea Esposito" userId="af663d4e0f6c8da9" providerId="LiveId" clId="{262502FB-FC54-43DB-AB78-73175A28E98A}" dt="2026-03-10T18:06:18.670" v="1200" actId="47"/>
        <pc:sldMkLst>
          <pc:docMk/>
          <pc:sldMk cId="1730160189" sldId="275"/>
        </pc:sldMkLst>
      </pc:sldChg>
      <pc:sldChg chg="addSp delSp modSp mod">
        <pc:chgData name="Andrea Esposito" userId="af663d4e0f6c8da9" providerId="LiveId" clId="{262502FB-FC54-43DB-AB78-73175A28E98A}" dt="2026-03-11T14:09:43.847" v="1627" actId="20577"/>
        <pc:sldMkLst>
          <pc:docMk/>
          <pc:sldMk cId="344834827" sldId="276"/>
        </pc:sldMkLst>
        <pc:spChg chg="add del mod">
          <ac:chgData name="Andrea Esposito" userId="af663d4e0f6c8da9" providerId="LiveId" clId="{262502FB-FC54-43DB-AB78-73175A28E98A}" dt="2026-03-11T14:09:43.847" v="1627" actId="20577"/>
          <ac:spMkLst>
            <pc:docMk/>
            <pc:sldMk cId="344834827" sldId="276"/>
            <ac:spMk id="3" creationId="{FEB1DACE-AF69-21FE-BD9A-123783757254}"/>
          </ac:spMkLst>
        </pc:spChg>
      </pc:sldChg>
      <pc:sldChg chg="modSp add mod">
        <pc:chgData name="Andrea Esposito" userId="af663d4e0f6c8da9" providerId="LiveId" clId="{262502FB-FC54-43DB-AB78-73175A28E98A}" dt="2026-03-11T14:28:55.659" v="1749" actId="1076"/>
        <pc:sldMkLst>
          <pc:docMk/>
          <pc:sldMk cId="1602898949" sldId="277"/>
        </pc:sldMkLst>
        <pc:spChg chg="mod">
          <ac:chgData name="Andrea Esposito" userId="af663d4e0f6c8da9" providerId="LiveId" clId="{262502FB-FC54-43DB-AB78-73175A28E98A}" dt="2026-03-08T11:58:52.870" v="388" actId="20577"/>
          <ac:spMkLst>
            <pc:docMk/>
            <pc:sldMk cId="1602898949" sldId="277"/>
            <ac:spMk id="2" creationId="{5CD9C8B7-2B2F-E51A-11AD-631E3AAEC21F}"/>
          </ac:spMkLst>
        </pc:spChg>
        <pc:spChg chg="mod">
          <ac:chgData name="Andrea Esposito" userId="af663d4e0f6c8da9" providerId="LiveId" clId="{262502FB-FC54-43DB-AB78-73175A28E98A}" dt="2026-03-11T14:16:32.212" v="1745" actId="27636"/>
          <ac:spMkLst>
            <pc:docMk/>
            <pc:sldMk cId="1602898949" sldId="277"/>
            <ac:spMk id="3" creationId="{10408E0C-4200-7930-7240-B386524C8EBD}"/>
          </ac:spMkLst>
        </pc:spChg>
        <pc:spChg chg="mod">
          <ac:chgData name="Andrea Esposito" userId="af663d4e0f6c8da9" providerId="LiveId" clId="{262502FB-FC54-43DB-AB78-73175A28E98A}" dt="2026-03-11T08:53:15.474" v="1247" actId="20577"/>
          <ac:spMkLst>
            <pc:docMk/>
            <pc:sldMk cId="1602898949" sldId="277"/>
            <ac:spMk id="6" creationId="{4A430FC4-E9B1-5819-BD35-3E98DFF2DA95}"/>
          </ac:spMkLst>
        </pc:spChg>
        <pc:spChg chg="mod">
          <ac:chgData name="Andrea Esposito" userId="af663d4e0f6c8da9" providerId="LiveId" clId="{262502FB-FC54-43DB-AB78-73175A28E98A}" dt="2026-03-10T18:05:48.048" v="1197" actId="113"/>
          <ac:spMkLst>
            <pc:docMk/>
            <pc:sldMk cId="1602898949" sldId="277"/>
            <ac:spMk id="9" creationId="{EC273BEA-253E-FE38-2276-C59E2202ABE3}"/>
          </ac:spMkLst>
        </pc:spChg>
        <pc:spChg chg="mod">
          <ac:chgData name="Andrea Esposito" userId="af663d4e0f6c8da9" providerId="LiveId" clId="{262502FB-FC54-43DB-AB78-73175A28E98A}" dt="2026-03-11T14:28:55.659" v="1749" actId="1076"/>
          <ac:spMkLst>
            <pc:docMk/>
            <pc:sldMk cId="1602898949" sldId="277"/>
            <ac:spMk id="14" creationId="{4A6984B5-E958-116D-9454-62FA7B6951FC}"/>
          </ac:spMkLst>
        </pc:spChg>
        <pc:spChg chg="mod">
          <ac:chgData name="Andrea Esposito" userId="af663d4e0f6c8da9" providerId="LiveId" clId="{262502FB-FC54-43DB-AB78-73175A28E98A}" dt="2026-03-11T14:15:18.488" v="1722" actId="1036"/>
          <ac:spMkLst>
            <pc:docMk/>
            <pc:sldMk cId="1602898949" sldId="277"/>
            <ac:spMk id="15" creationId="{7FE03B32-EC0A-686F-C96D-EA858B58D237}"/>
          </ac:spMkLst>
        </pc:spChg>
      </pc:sldChg>
      <pc:sldChg chg="addSp delSp modSp new mod">
        <pc:chgData name="Andrea Esposito" userId="af663d4e0f6c8da9" providerId="LiveId" clId="{262502FB-FC54-43DB-AB78-73175A28E98A}" dt="2026-03-11T12:03:12.778" v="1585" actId="14100"/>
        <pc:sldMkLst>
          <pc:docMk/>
          <pc:sldMk cId="1842148543" sldId="278"/>
        </pc:sldMkLst>
        <pc:spChg chg="mod">
          <ac:chgData name="Andrea Esposito" userId="af663d4e0f6c8da9" providerId="LiveId" clId="{262502FB-FC54-43DB-AB78-73175A28E98A}" dt="2026-03-11T10:09:36.365" v="1250"/>
          <ac:spMkLst>
            <pc:docMk/>
            <pc:sldMk cId="1842148543" sldId="278"/>
            <ac:spMk id="2" creationId="{98AEA5EE-C1C2-1793-BE90-8A7CA364F720}"/>
          </ac:spMkLst>
        </pc:spChg>
        <pc:spChg chg="del">
          <ac:chgData name="Andrea Esposito" userId="af663d4e0f6c8da9" providerId="LiveId" clId="{262502FB-FC54-43DB-AB78-73175A28E98A}" dt="2026-03-11T10:09:24.508" v="1249" actId="931"/>
          <ac:spMkLst>
            <pc:docMk/>
            <pc:sldMk cId="1842148543" sldId="278"/>
            <ac:spMk id="3" creationId="{70D1D565-AF3E-BF07-29D0-1D1A5E3949DF}"/>
          </ac:spMkLst>
        </pc:spChg>
        <pc:spChg chg="add del mod">
          <ac:chgData name="Andrea Esposito" userId="af663d4e0f6c8da9" providerId="LiveId" clId="{262502FB-FC54-43DB-AB78-73175A28E98A}" dt="2026-03-11T12:00:31.485" v="1560" actId="931"/>
          <ac:spMkLst>
            <pc:docMk/>
            <pc:sldMk cId="1842148543" sldId="278"/>
            <ac:spMk id="7" creationId="{CA93D819-4796-3DC0-2D50-E2415AA43A53}"/>
          </ac:spMkLst>
        </pc:spChg>
        <pc:picChg chg="add del mod ord">
          <ac:chgData name="Andrea Esposito" userId="af663d4e0f6c8da9" providerId="LiveId" clId="{262502FB-FC54-43DB-AB78-73175A28E98A}" dt="2026-03-11T12:00:24.362" v="1559" actId="478"/>
          <ac:picMkLst>
            <pc:docMk/>
            <pc:sldMk cId="1842148543" sldId="278"/>
            <ac:picMk id="5" creationId="{E2C19A2D-7D6E-AE41-69EA-98FB4123E3CE}"/>
          </ac:picMkLst>
        </pc:picChg>
        <pc:picChg chg="add mod ord">
          <ac:chgData name="Andrea Esposito" userId="af663d4e0f6c8da9" providerId="LiveId" clId="{262502FB-FC54-43DB-AB78-73175A28E98A}" dt="2026-03-11T12:03:12.778" v="1585" actId="14100"/>
          <ac:picMkLst>
            <pc:docMk/>
            <pc:sldMk cId="1842148543" sldId="278"/>
            <ac:picMk id="9" creationId="{CB5E335E-6719-D7FE-7FA8-17807A99FDA2}"/>
          </ac:picMkLst>
        </pc:picChg>
      </pc:sldChg>
      <pc:sldChg chg="addSp delSp modSp new mod setBg">
        <pc:chgData name="Andrea Esposito" userId="af663d4e0f6c8da9" providerId="LiveId" clId="{262502FB-FC54-43DB-AB78-73175A28E98A}" dt="2026-03-11T12:00:49.641" v="1561" actId="14826"/>
        <pc:sldMkLst>
          <pc:docMk/>
          <pc:sldMk cId="440999752" sldId="279"/>
        </pc:sldMkLst>
        <pc:spChg chg="mod">
          <ac:chgData name="Andrea Esposito" userId="af663d4e0f6c8da9" providerId="LiveId" clId="{262502FB-FC54-43DB-AB78-73175A28E98A}" dt="2026-03-11T10:11:54.521" v="1301" actId="26606"/>
          <ac:spMkLst>
            <pc:docMk/>
            <pc:sldMk cId="440999752" sldId="279"/>
            <ac:spMk id="2" creationId="{5D3C6E78-26E1-A896-00D8-72642E7B51CB}"/>
          </ac:spMkLst>
        </pc:spChg>
        <pc:spChg chg="del">
          <ac:chgData name="Andrea Esposito" userId="af663d4e0f6c8da9" providerId="LiveId" clId="{262502FB-FC54-43DB-AB78-73175A28E98A}" dt="2026-03-11T10:09:46.730" v="1252" actId="931"/>
          <ac:spMkLst>
            <pc:docMk/>
            <pc:sldMk cId="440999752" sldId="279"/>
            <ac:spMk id="3" creationId="{0E3527ED-6584-B7E2-CCE2-22CB0944E171}"/>
          </ac:spMkLst>
        </pc:spChg>
        <pc:spChg chg="add mod">
          <ac:chgData name="Andrea Esposito" userId="af663d4e0f6c8da9" providerId="LiveId" clId="{262502FB-FC54-43DB-AB78-73175A28E98A}" dt="2026-03-11T10:20:53.865" v="1400" actId="20577"/>
          <ac:spMkLst>
            <pc:docMk/>
            <pc:sldMk cId="440999752" sldId="279"/>
            <ac:spMk id="6" creationId="{A98BA070-4B76-022A-8092-01D2CE3782C6}"/>
          </ac:spMkLst>
        </pc:spChg>
        <pc:spChg chg="add del">
          <ac:chgData name="Andrea Esposito" userId="af663d4e0f6c8da9" providerId="LiveId" clId="{262502FB-FC54-43DB-AB78-73175A28E98A}" dt="2026-03-11T10:12:08.456" v="1303" actId="22"/>
          <ac:spMkLst>
            <pc:docMk/>
            <pc:sldMk cId="440999752" sldId="279"/>
            <ac:spMk id="8" creationId="{D6EF5D07-1B73-7065-07DD-6AD6AF7F707E}"/>
          </ac:spMkLst>
        </pc:spChg>
        <pc:spChg chg="add del">
          <ac:chgData name="Andrea Esposito" userId="af663d4e0f6c8da9" providerId="LiveId" clId="{262502FB-FC54-43DB-AB78-73175A28E98A}" dt="2026-03-11T10:11:54.470" v="1300" actId="26606"/>
          <ac:spMkLst>
            <pc:docMk/>
            <pc:sldMk cId="440999752" sldId="279"/>
            <ac:spMk id="11" creationId="{D6CEF2A9-EF08-4FB3-AFFB-C5F77AB6E028}"/>
          </ac:spMkLst>
        </pc:spChg>
        <pc:spChg chg="add del">
          <ac:chgData name="Andrea Esposito" userId="af663d4e0f6c8da9" providerId="LiveId" clId="{262502FB-FC54-43DB-AB78-73175A28E98A}" dt="2026-03-11T10:11:54.470" v="1300" actId="26606"/>
          <ac:spMkLst>
            <pc:docMk/>
            <pc:sldMk cId="440999752" sldId="279"/>
            <ac:spMk id="13" creationId="{4109C3C2-C0A8-4559-8462-8007573DF44C}"/>
          </ac:spMkLst>
        </pc:spChg>
        <pc:spChg chg="add del">
          <ac:chgData name="Andrea Esposito" userId="af663d4e0f6c8da9" providerId="LiveId" clId="{262502FB-FC54-43DB-AB78-73175A28E98A}" dt="2026-03-11T10:11:54.470" v="1300" actId="26606"/>
          <ac:spMkLst>
            <pc:docMk/>
            <pc:sldMk cId="440999752" sldId="279"/>
            <ac:spMk id="15" creationId="{4C535542-B72A-4DE0-BE5A-5EA00508C77D}"/>
          </ac:spMkLst>
        </pc:spChg>
        <pc:spChg chg="add del">
          <ac:chgData name="Andrea Esposito" userId="af663d4e0f6c8da9" providerId="LiveId" clId="{262502FB-FC54-43DB-AB78-73175A28E98A}" dt="2026-03-11T10:11:54.470" v="1300" actId="26606"/>
          <ac:spMkLst>
            <pc:docMk/>
            <pc:sldMk cId="440999752" sldId="279"/>
            <ac:spMk id="17" creationId="{11DF0705-615B-4CF3-A16F-8C14680D8BA6}"/>
          </ac:spMkLst>
        </pc:spChg>
        <pc:spChg chg="add">
          <ac:chgData name="Andrea Esposito" userId="af663d4e0f6c8da9" providerId="LiveId" clId="{262502FB-FC54-43DB-AB78-73175A28E98A}" dt="2026-03-11T10:11:54.521" v="1301" actId="26606"/>
          <ac:spMkLst>
            <pc:docMk/>
            <pc:sldMk cId="440999752" sldId="279"/>
            <ac:spMk id="19" creationId="{2FEA51AE-2D18-46BE-B2CA-B90B13168980}"/>
          </ac:spMkLst>
        </pc:spChg>
        <pc:spChg chg="add">
          <ac:chgData name="Andrea Esposito" userId="af663d4e0f6c8da9" providerId="LiveId" clId="{262502FB-FC54-43DB-AB78-73175A28E98A}" dt="2026-03-11T10:11:54.521" v="1301" actId="26606"/>
          <ac:spMkLst>
            <pc:docMk/>
            <pc:sldMk cId="440999752" sldId="279"/>
            <ac:spMk id="20" creationId="{5E6A537E-C106-45AE-9BBB-3CE559441813}"/>
          </ac:spMkLst>
        </pc:spChg>
        <pc:spChg chg="add">
          <ac:chgData name="Andrea Esposito" userId="af663d4e0f6c8da9" providerId="LiveId" clId="{262502FB-FC54-43DB-AB78-73175A28E98A}" dt="2026-03-11T10:11:54.521" v="1301" actId="26606"/>
          <ac:spMkLst>
            <pc:docMk/>
            <pc:sldMk cId="440999752" sldId="279"/>
            <ac:spMk id="21" creationId="{F918BA52-E4A7-4EEC-898E-C49023767C63}"/>
          </ac:spMkLst>
        </pc:spChg>
        <pc:spChg chg="add">
          <ac:chgData name="Andrea Esposito" userId="af663d4e0f6c8da9" providerId="LiveId" clId="{262502FB-FC54-43DB-AB78-73175A28E98A}" dt="2026-03-11T10:11:54.521" v="1301" actId="26606"/>
          <ac:spMkLst>
            <pc:docMk/>
            <pc:sldMk cId="440999752" sldId="279"/>
            <ac:spMk id="22" creationId="{86D3F3B7-282C-4DDC-AD1B-C497F2942BA6}"/>
          </ac:spMkLst>
        </pc:spChg>
        <pc:picChg chg="add mod ord">
          <ac:chgData name="Andrea Esposito" userId="af663d4e0f6c8da9" providerId="LiveId" clId="{262502FB-FC54-43DB-AB78-73175A28E98A}" dt="2026-03-11T12:00:49.641" v="1561" actId="14826"/>
          <ac:picMkLst>
            <pc:docMk/>
            <pc:sldMk cId="440999752" sldId="279"/>
            <ac:picMk id="5" creationId="{E5947B34-239C-979C-B779-56571887CEE4}"/>
          </ac:picMkLst>
        </pc:picChg>
      </pc:sldChg>
      <pc:sldChg chg="addSp delSp modSp add mod setBg delDesignElem">
        <pc:chgData name="Andrea Esposito" userId="af663d4e0f6c8da9" providerId="LiveId" clId="{262502FB-FC54-43DB-AB78-73175A28E98A}" dt="2026-03-11T12:00:59.353" v="1562" actId="14826"/>
        <pc:sldMkLst>
          <pc:docMk/>
          <pc:sldMk cId="1110123291" sldId="280"/>
        </pc:sldMkLst>
        <pc:spChg chg="mod">
          <ac:chgData name="Andrea Esposito" userId="af663d4e0f6c8da9" providerId="LiveId" clId="{262502FB-FC54-43DB-AB78-73175A28E98A}" dt="2026-03-11T10:13:11.339" v="1321" actId="26606"/>
          <ac:spMkLst>
            <pc:docMk/>
            <pc:sldMk cId="1110123291" sldId="280"/>
            <ac:spMk id="2" creationId="{55FC346D-60A1-0A4E-4785-3DF47D6A577B}"/>
          </ac:spMkLst>
        </pc:spChg>
        <pc:spChg chg="add del mod">
          <ac:chgData name="Andrea Esposito" userId="af663d4e0f6c8da9" providerId="LiveId" clId="{262502FB-FC54-43DB-AB78-73175A28E98A}" dt="2026-03-11T10:12:53.740" v="1317" actId="478"/>
          <ac:spMkLst>
            <pc:docMk/>
            <pc:sldMk cId="1110123291" sldId="280"/>
            <ac:spMk id="4" creationId="{4DF5A98B-1D40-138A-559F-416072D4FE88}"/>
          </ac:spMkLst>
        </pc:spChg>
        <pc:spChg chg="del mod">
          <ac:chgData name="Andrea Esposito" userId="af663d4e0f6c8da9" providerId="LiveId" clId="{262502FB-FC54-43DB-AB78-73175A28E98A}" dt="2026-03-11T10:13:11.339" v="1321" actId="26606"/>
          <ac:spMkLst>
            <pc:docMk/>
            <pc:sldMk cId="1110123291" sldId="280"/>
            <ac:spMk id="6" creationId="{7C8A49B6-6F7B-248E-DFCB-EF966B98638E}"/>
          </ac:spMkLst>
        </pc:spChg>
        <pc:spChg chg="add mod">
          <ac:chgData name="Andrea Esposito" userId="af663d4e0f6c8da9" providerId="LiveId" clId="{262502FB-FC54-43DB-AB78-73175A28E98A}" dt="2026-03-11T10:20:26.118" v="1386" actId="20577"/>
          <ac:spMkLst>
            <pc:docMk/>
            <pc:sldMk cId="1110123291" sldId="280"/>
            <ac:spMk id="10" creationId="{CEE1AAD0-A7B9-8E2D-2503-18486F0F73F0}"/>
          </ac:spMkLst>
        </pc:spChg>
        <pc:spChg chg="add">
          <ac:chgData name="Andrea Esposito" userId="af663d4e0f6c8da9" providerId="LiveId" clId="{262502FB-FC54-43DB-AB78-73175A28E98A}" dt="2026-03-11T10:13:11.339" v="1321" actId="26606"/>
          <ac:spMkLst>
            <pc:docMk/>
            <pc:sldMk cId="1110123291" sldId="280"/>
            <ac:spMk id="12" creationId="{F918BA52-E4A7-4EEC-898E-C49023767C63}"/>
          </ac:spMkLst>
        </pc:spChg>
        <pc:spChg chg="add">
          <ac:chgData name="Andrea Esposito" userId="af663d4e0f6c8da9" providerId="LiveId" clId="{262502FB-FC54-43DB-AB78-73175A28E98A}" dt="2026-03-11T10:13:11.339" v="1321" actId="26606"/>
          <ac:spMkLst>
            <pc:docMk/>
            <pc:sldMk cId="1110123291" sldId="280"/>
            <ac:spMk id="13" creationId="{86D3F3B7-282C-4DDC-AD1B-C497F2942BA6}"/>
          </ac:spMkLst>
        </pc:spChg>
        <pc:spChg chg="add">
          <ac:chgData name="Andrea Esposito" userId="af663d4e0f6c8da9" providerId="LiveId" clId="{262502FB-FC54-43DB-AB78-73175A28E98A}" dt="2026-03-11T10:13:11.339" v="1321" actId="26606"/>
          <ac:spMkLst>
            <pc:docMk/>
            <pc:sldMk cId="1110123291" sldId="280"/>
            <ac:spMk id="15" creationId="{2FEA51AE-2D18-46BE-B2CA-B90B13168980}"/>
          </ac:spMkLst>
        </pc:spChg>
        <pc:spChg chg="add">
          <ac:chgData name="Andrea Esposito" userId="af663d4e0f6c8da9" providerId="LiveId" clId="{262502FB-FC54-43DB-AB78-73175A28E98A}" dt="2026-03-11T10:13:11.339" v="1321" actId="26606"/>
          <ac:spMkLst>
            <pc:docMk/>
            <pc:sldMk cId="1110123291" sldId="280"/>
            <ac:spMk id="17" creationId="{5E6A537E-C106-45AE-9BBB-3CE559441813}"/>
          </ac:spMkLst>
        </pc:spChg>
        <pc:spChg chg="del">
          <ac:chgData name="Andrea Esposito" userId="af663d4e0f6c8da9" providerId="LiveId" clId="{262502FB-FC54-43DB-AB78-73175A28E98A}" dt="2026-03-11T10:12:18.884" v="1305"/>
          <ac:spMkLst>
            <pc:docMk/>
            <pc:sldMk cId="1110123291" sldId="280"/>
            <ac:spMk id="19" creationId="{6D53A800-104C-0E7B-9960-56C5ECC8B130}"/>
          </ac:spMkLst>
        </pc:spChg>
        <pc:spChg chg="del">
          <ac:chgData name="Andrea Esposito" userId="af663d4e0f6c8da9" providerId="LiveId" clId="{262502FB-FC54-43DB-AB78-73175A28E98A}" dt="2026-03-11T10:12:18.884" v="1305"/>
          <ac:spMkLst>
            <pc:docMk/>
            <pc:sldMk cId="1110123291" sldId="280"/>
            <ac:spMk id="20" creationId="{6F99B7E6-ECD5-B77C-9E5A-BB6EA189902E}"/>
          </ac:spMkLst>
        </pc:spChg>
        <pc:spChg chg="del">
          <ac:chgData name="Andrea Esposito" userId="af663d4e0f6c8da9" providerId="LiveId" clId="{262502FB-FC54-43DB-AB78-73175A28E98A}" dt="2026-03-11T10:12:18.884" v="1305"/>
          <ac:spMkLst>
            <pc:docMk/>
            <pc:sldMk cId="1110123291" sldId="280"/>
            <ac:spMk id="21" creationId="{E67B4487-0499-5694-05A7-46CD0951C8CB}"/>
          </ac:spMkLst>
        </pc:spChg>
        <pc:spChg chg="del">
          <ac:chgData name="Andrea Esposito" userId="af663d4e0f6c8da9" providerId="LiveId" clId="{262502FB-FC54-43DB-AB78-73175A28E98A}" dt="2026-03-11T10:12:18.884" v="1305"/>
          <ac:spMkLst>
            <pc:docMk/>
            <pc:sldMk cId="1110123291" sldId="280"/>
            <ac:spMk id="22" creationId="{7AF2BF82-C79C-F903-75BE-F30E42643D31}"/>
          </ac:spMkLst>
        </pc:spChg>
        <pc:picChg chg="add del">
          <ac:chgData name="Andrea Esposito" userId="af663d4e0f6c8da9" providerId="LiveId" clId="{262502FB-FC54-43DB-AB78-73175A28E98A}" dt="2026-03-11T10:13:06.981" v="1320" actId="478"/>
          <ac:picMkLst>
            <pc:docMk/>
            <pc:sldMk cId="1110123291" sldId="280"/>
            <ac:picMk id="5" creationId="{D8EE8D44-EA02-0A28-0170-15F1915FC884}"/>
          </ac:picMkLst>
        </pc:picChg>
        <pc:picChg chg="add mod ord">
          <ac:chgData name="Andrea Esposito" userId="af663d4e0f6c8da9" providerId="LiveId" clId="{262502FB-FC54-43DB-AB78-73175A28E98A}" dt="2026-03-11T12:00:59.353" v="1562" actId="14826"/>
          <ac:picMkLst>
            <pc:docMk/>
            <pc:sldMk cId="1110123291" sldId="280"/>
            <ac:picMk id="8" creationId="{67C966C0-469A-C4F3-4E73-47707D821D59}"/>
          </ac:picMkLst>
        </pc:picChg>
      </pc:sldChg>
      <pc:sldChg chg="addSp delSp modSp new mod setBg">
        <pc:chgData name="Andrea Esposito" userId="af663d4e0f6c8da9" providerId="LiveId" clId="{262502FB-FC54-43DB-AB78-73175A28E98A}" dt="2026-03-11T12:02:09.821" v="1580" actId="1076"/>
        <pc:sldMkLst>
          <pc:docMk/>
          <pc:sldMk cId="4184518395" sldId="281"/>
        </pc:sldMkLst>
        <pc:spChg chg="mod">
          <ac:chgData name="Andrea Esposito" userId="af663d4e0f6c8da9" providerId="LiveId" clId="{262502FB-FC54-43DB-AB78-73175A28E98A}" dt="2026-03-11T12:01:48.465" v="1576" actId="26606"/>
          <ac:spMkLst>
            <pc:docMk/>
            <pc:sldMk cId="4184518395" sldId="281"/>
            <ac:spMk id="2" creationId="{648E4098-A90E-7297-148B-44D46EA7E70A}"/>
          </ac:spMkLst>
        </pc:spChg>
        <pc:spChg chg="del">
          <ac:chgData name="Andrea Esposito" userId="af663d4e0f6c8da9" providerId="LiveId" clId="{262502FB-FC54-43DB-AB78-73175A28E98A}" dt="2026-03-11T10:14:47.906" v="1327" actId="931"/>
          <ac:spMkLst>
            <pc:docMk/>
            <pc:sldMk cId="4184518395" sldId="281"/>
            <ac:spMk id="3" creationId="{C92ADB32-15D4-DC03-4504-F2FD38E54475}"/>
          </ac:spMkLst>
        </pc:spChg>
        <pc:spChg chg="add mod ord">
          <ac:chgData name="Andrea Esposito" userId="af663d4e0f6c8da9" providerId="LiveId" clId="{262502FB-FC54-43DB-AB78-73175A28E98A}" dt="2026-03-11T12:01:48.465" v="1576" actId="26606"/>
          <ac:spMkLst>
            <pc:docMk/>
            <pc:sldMk cId="4184518395" sldId="281"/>
            <ac:spMk id="6" creationId="{3DA6B73A-4089-5383-4472-FC6BA0B03615}"/>
          </ac:spMkLst>
        </pc:spChg>
        <pc:spChg chg="add del mod">
          <ac:chgData name="Andrea Esposito" userId="af663d4e0f6c8da9" providerId="LiveId" clId="{262502FB-FC54-43DB-AB78-73175A28E98A}" dt="2026-03-11T10:17:32.829" v="1334" actId="931"/>
          <ac:spMkLst>
            <pc:docMk/>
            <pc:sldMk cId="4184518395" sldId="281"/>
            <ac:spMk id="8" creationId="{7AE5A3F4-25CC-7686-4807-EF0F3DBE81ED}"/>
          </ac:spMkLst>
        </pc:spChg>
        <pc:spChg chg="add del">
          <ac:chgData name="Andrea Esposito" userId="af663d4e0f6c8da9" providerId="LiveId" clId="{262502FB-FC54-43DB-AB78-73175A28E98A}" dt="2026-03-11T12:01:46.681" v="1573" actId="26606"/>
          <ac:spMkLst>
            <pc:docMk/>
            <pc:sldMk cId="4184518395" sldId="281"/>
            <ac:spMk id="12" creationId="{8B552A8E-DEF9-4254-BD69-E4D91C6A153D}"/>
          </ac:spMkLst>
        </pc:spChg>
        <pc:spChg chg="add del">
          <ac:chgData name="Andrea Esposito" userId="af663d4e0f6c8da9" providerId="LiveId" clId="{262502FB-FC54-43DB-AB78-73175A28E98A}" dt="2026-03-11T12:01:48.449" v="1575" actId="26606"/>
          <ac:spMkLst>
            <pc:docMk/>
            <pc:sldMk cId="4184518395" sldId="281"/>
            <ac:spMk id="14" creationId="{B86EAD8C-E6F5-45BA-86CF-3EED09D84756}"/>
          </ac:spMkLst>
        </pc:spChg>
        <pc:spChg chg="add del">
          <ac:chgData name="Andrea Esposito" userId="af663d4e0f6c8da9" providerId="LiveId" clId="{262502FB-FC54-43DB-AB78-73175A28E98A}" dt="2026-03-11T12:01:35.813" v="1567" actId="26606"/>
          <ac:spMkLst>
            <pc:docMk/>
            <pc:sldMk cId="4184518395" sldId="281"/>
            <ac:spMk id="15" creationId="{D6CEF2A9-EF08-4FB3-AFFB-C5F77AB6E028}"/>
          </ac:spMkLst>
        </pc:spChg>
        <pc:spChg chg="add">
          <ac:chgData name="Andrea Esposito" userId="af663d4e0f6c8da9" providerId="LiveId" clId="{262502FB-FC54-43DB-AB78-73175A28E98A}" dt="2026-03-11T12:01:48.465" v="1576" actId="26606"/>
          <ac:spMkLst>
            <pc:docMk/>
            <pc:sldMk cId="4184518395" sldId="281"/>
            <ac:spMk id="16" creationId="{D6CEF2A9-EF08-4FB3-AFFB-C5F77AB6E028}"/>
          </ac:spMkLst>
        </pc:spChg>
        <pc:spChg chg="add del">
          <ac:chgData name="Andrea Esposito" userId="af663d4e0f6c8da9" providerId="LiveId" clId="{262502FB-FC54-43DB-AB78-73175A28E98A}" dt="2026-03-11T12:01:35.813" v="1567" actId="26606"/>
          <ac:spMkLst>
            <pc:docMk/>
            <pc:sldMk cId="4184518395" sldId="281"/>
            <ac:spMk id="17" creationId="{4109C3C2-C0A8-4559-8462-8007573DF44C}"/>
          </ac:spMkLst>
        </pc:spChg>
        <pc:spChg chg="add">
          <ac:chgData name="Andrea Esposito" userId="af663d4e0f6c8da9" providerId="LiveId" clId="{262502FB-FC54-43DB-AB78-73175A28E98A}" dt="2026-03-11T12:01:48.465" v="1576" actId="26606"/>
          <ac:spMkLst>
            <pc:docMk/>
            <pc:sldMk cId="4184518395" sldId="281"/>
            <ac:spMk id="18" creationId="{4109C3C2-C0A8-4559-8462-8007573DF44C}"/>
          </ac:spMkLst>
        </pc:spChg>
        <pc:spChg chg="add del">
          <ac:chgData name="Andrea Esposito" userId="af663d4e0f6c8da9" providerId="LiveId" clId="{262502FB-FC54-43DB-AB78-73175A28E98A}" dt="2026-03-11T12:01:35.813" v="1567" actId="26606"/>
          <ac:spMkLst>
            <pc:docMk/>
            <pc:sldMk cId="4184518395" sldId="281"/>
            <ac:spMk id="19" creationId="{4C535542-B72A-4DE0-BE5A-5EA00508C77D}"/>
          </ac:spMkLst>
        </pc:spChg>
        <pc:spChg chg="add">
          <ac:chgData name="Andrea Esposito" userId="af663d4e0f6c8da9" providerId="LiveId" clId="{262502FB-FC54-43DB-AB78-73175A28E98A}" dt="2026-03-11T12:01:48.465" v="1576" actId="26606"/>
          <ac:spMkLst>
            <pc:docMk/>
            <pc:sldMk cId="4184518395" sldId="281"/>
            <ac:spMk id="20" creationId="{4C535542-B72A-4DE0-BE5A-5EA00508C77D}"/>
          </ac:spMkLst>
        </pc:spChg>
        <pc:spChg chg="add del">
          <ac:chgData name="Andrea Esposito" userId="af663d4e0f6c8da9" providerId="LiveId" clId="{262502FB-FC54-43DB-AB78-73175A28E98A}" dt="2026-03-11T12:01:35.813" v="1567" actId="26606"/>
          <ac:spMkLst>
            <pc:docMk/>
            <pc:sldMk cId="4184518395" sldId="281"/>
            <ac:spMk id="21" creationId="{11DF0705-615B-4CF3-A16F-8C14680D8BA6}"/>
          </ac:spMkLst>
        </pc:spChg>
        <pc:spChg chg="add">
          <ac:chgData name="Andrea Esposito" userId="af663d4e0f6c8da9" providerId="LiveId" clId="{262502FB-FC54-43DB-AB78-73175A28E98A}" dt="2026-03-11T12:01:48.465" v="1576" actId="26606"/>
          <ac:spMkLst>
            <pc:docMk/>
            <pc:sldMk cId="4184518395" sldId="281"/>
            <ac:spMk id="22" creationId="{11DF0705-615B-4CF3-A16F-8C14680D8BA6}"/>
          </ac:spMkLst>
        </pc:spChg>
        <pc:spChg chg="add del">
          <ac:chgData name="Andrea Esposito" userId="af663d4e0f6c8da9" providerId="LiveId" clId="{262502FB-FC54-43DB-AB78-73175A28E98A}" dt="2026-03-11T12:01:43.220" v="1569" actId="26606"/>
          <ac:spMkLst>
            <pc:docMk/>
            <pc:sldMk cId="4184518395" sldId="281"/>
            <ac:spMk id="23" creationId="{1F7E4252-2F8C-4EA5-8B25-80F4D86EEA87}"/>
          </ac:spMkLst>
        </pc:spChg>
        <pc:spChg chg="add del">
          <ac:chgData name="Andrea Esposito" userId="af663d4e0f6c8da9" providerId="LiveId" clId="{262502FB-FC54-43DB-AB78-73175A28E98A}" dt="2026-03-11T12:01:43.220" v="1569" actId="26606"/>
          <ac:spMkLst>
            <pc:docMk/>
            <pc:sldMk cId="4184518395" sldId="281"/>
            <ac:spMk id="24" creationId="{1AE682A4-5C0C-437A-88CB-93903D449D39}"/>
          </ac:spMkLst>
        </pc:spChg>
        <pc:spChg chg="add del">
          <ac:chgData name="Andrea Esposito" userId="af663d4e0f6c8da9" providerId="LiveId" clId="{262502FB-FC54-43DB-AB78-73175A28E98A}" dt="2026-03-11T12:01:43.220" v="1569" actId="26606"/>
          <ac:spMkLst>
            <pc:docMk/>
            <pc:sldMk cId="4184518395" sldId="281"/>
            <ac:spMk id="25" creationId="{BCB0AB8E-3445-441A-B43E-CED27841E742}"/>
          </ac:spMkLst>
        </pc:spChg>
        <pc:spChg chg="add del">
          <ac:chgData name="Andrea Esposito" userId="af663d4e0f6c8da9" providerId="LiveId" clId="{262502FB-FC54-43DB-AB78-73175A28E98A}" dt="2026-03-11T12:01:43.220" v="1569" actId="26606"/>
          <ac:spMkLst>
            <pc:docMk/>
            <pc:sldMk cId="4184518395" sldId="281"/>
            <ac:spMk id="26" creationId="{60202AA6-BAFE-417F-904D-4F7027D36D8B}"/>
          </ac:spMkLst>
        </pc:spChg>
        <pc:picChg chg="add del mod ord">
          <ac:chgData name="Andrea Esposito" userId="af663d4e0f6c8da9" providerId="LiveId" clId="{262502FB-FC54-43DB-AB78-73175A28E98A}" dt="2026-03-11T10:17:27.609" v="1333" actId="478"/>
          <ac:picMkLst>
            <pc:docMk/>
            <pc:sldMk cId="4184518395" sldId="281"/>
            <ac:picMk id="5" creationId="{2B167578-C85E-28A4-E31A-9324AE95075B}"/>
          </ac:picMkLst>
        </pc:picChg>
        <pc:picChg chg="add mod ord modCrop">
          <ac:chgData name="Andrea Esposito" userId="af663d4e0f6c8da9" providerId="LiveId" clId="{262502FB-FC54-43DB-AB78-73175A28E98A}" dt="2026-03-11T12:02:09.821" v="1580" actId="1076"/>
          <ac:picMkLst>
            <pc:docMk/>
            <pc:sldMk cId="4184518395" sldId="281"/>
            <ac:picMk id="10" creationId="{63341522-CA2C-E841-596E-8D8409E83AF8}"/>
          </ac:picMkLst>
        </pc:picChg>
      </pc:sldChg>
      <pc:sldChg chg="addSp modSp new mod setBg">
        <pc:chgData name="Andrea Esposito" userId="af663d4e0f6c8da9" providerId="LiveId" clId="{262502FB-FC54-43DB-AB78-73175A28E98A}" dt="2026-03-11T12:02:52.464" v="1584" actId="1076"/>
        <pc:sldMkLst>
          <pc:docMk/>
          <pc:sldMk cId="1134298706" sldId="282"/>
        </pc:sldMkLst>
        <pc:spChg chg="mod">
          <ac:chgData name="Andrea Esposito" userId="af663d4e0f6c8da9" providerId="LiveId" clId="{262502FB-FC54-43DB-AB78-73175A28E98A}" dt="2026-03-11T10:19:43.333" v="1382" actId="26606"/>
          <ac:spMkLst>
            <pc:docMk/>
            <pc:sldMk cId="1134298706" sldId="282"/>
            <ac:spMk id="2" creationId="{5624EFCC-81B2-8263-6C91-786C4A2FA3BF}"/>
          </ac:spMkLst>
        </pc:spChg>
        <pc:spChg chg="mod ord">
          <ac:chgData name="Andrea Esposito" userId="af663d4e0f6c8da9" providerId="LiveId" clId="{262502FB-FC54-43DB-AB78-73175A28E98A}" dt="2026-03-11T10:20:11.667" v="1385" actId="20577"/>
          <ac:spMkLst>
            <pc:docMk/>
            <pc:sldMk cId="1134298706" sldId="282"/>
            <ac:spMk id="3" creationId="{9730B24D-B359-8564-AB53-48523D1FE038}"/>
          </ac:spMkLst>
        </pc:spChg>
        <pc:picChg chg="add mod modCrop">
          <ac:chgData name="Andrea Esposito" userId="af663d4e0f6c8da9" providerId="LiveId" clId="{262502FB-FC54-43DB-AB78-73175A28E98A}" dt="2026-03-11T12:02:52.464" v="1584" actId="1076"/>
          <ac:picMkLst>
            <pc:docMk/>
            <pc:sldMk cId="1134298706" sldId="282"/>
            <ac:picMk id="5" creationId="{18C5EB5E-FF25-E72D-9CB1-FCD0EF7FE3F3}"/>
          </ac:picMkLst>
        </pc:picChg>
      </pc:sldChg>
      <pc:sldMasterChg chg="add addSldLayout">
        <pc:chgData name="Andrea Esposito" userId="af663d4e0f6c8da9" providerId="LiveId" clId="{262502FB-FC54-43DB-AB78-73175A28E98A}" dt="2026-03-08T11:20:08.130" v="2"/>
        <pc:sldMasterMkLst>
          <pc:docMk/>
          <pc:sldMasterMk cId="2145507585" sldId="2147483660"/>
        </pc:sldMasterMkLst>
        <pc:sldLayoutChg chg="add">
          <pc:chgData name="Andrea Esposito" userId="af663d4e0f6c8da9" providerId="LiveId" clId="{262502FB-FC54-43DB-AB78-73175A28E98A}" dt="2026-03-08T11:19:49.598" v="0"/>
          <pc:sldLayoutMkLst>
            <pc:docMk/>
            <pc:sldMasterMk cId="2145507585" sldId="2147483660"/>
            <pc:sldLayoutMk cId="4209657417" sldId="2147483871"/>
          </pc:sldLayoutMkLst>
        </pc:sldLayoutChg>
        <pc:sldLayoutChg chg="add">
          <pc:chgData name="Andrea Esposito" userId="af663d4e0f6c8da9" providerId="LiveId" clId="{262502FB-FC54-43DB-AB78-73175A28E98A}" dt="2026-03-08T11:20:08.130" v="2"/>
          <pc:sldLayoutMkLst>
            <pc:docMk/>
            <pc:sldMasterMk cId="2145507585" sldId="2147483660"/>
            <pc:sldLayoutMk cId="1588019676" sldId="2147483946"/>
          </pc:sldLayoutMkLst>
        </pc:sldLayoutChg>
      </pc:sldMasterChg>
      <pc:sldMasterChg chg="replId">
        <pc:chgData name="Andrea Esposito" userId="af663d4e0f6c8da9" providerId="LiveId" clId="{262502FB-FC54-43DB-AB78-73175A28E98A}" dt="2026-03-08T11:19:49.598" v="0"/>
        <pc:sldMasterMkLst>
          <pc:docMk/>
          <pc:sldMasterMk cId="2195898980" sldId="2147483872"/>
        </pc:sldMasterMkLst>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image" Target="../media/image8.jpe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7.sv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8463732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634040190"/>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5542382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A1E45834-53BD-4C8F-B791-CD5378F4150E}"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7042902"/>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A1E45834-53BD-4C8F-B791-CD5378F4150E}"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716422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7" name="Date Placeholder 2"/>
          <p:cNvSpPr>
            <a:spLocks noGrp="1"/>
          </p:cNvSpPr>
          <p:nvPr>
            <p:ph type="dt" sz="half" idx="10"/>
          </p:nvPr>
        </p:nvSpPr>
        <p:spPr/>
        <p:txBody>
          <a:bodyPr/>
          <a:lstStyle/>
          <a:p>
            <a:fld id="{A1E45834-53BD-4C8F-B791-CD5378F4150E}" type="datetimeFigureOut">
              <a:rPr lang="en-US" smtClean="0"/>
              <a:t>3/11/2026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595317005"/>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E45834-53BD-4C8F-B791-CD5378F4150E}" type="datetimeFigureOut">
              <a:rPr lang="en-US" smtClean="0"/>
              <a:t>3/11/2026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79658419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7" name="Date Placeholder 4"/>
          <p:cNvSpPr>
            <a:spLocks noGrp="1"/>
          </p:cNvSpPr>
          <p:nvPr>
            <p:ph type="dt" sz="half" idx="10"/>
          </p:nvPr>
        </p:nvSpPr>
        <p:spPr/>
        <p:txBody>
          <a:bodyPr/>
          <a:lstStyle/>
          <a:p>
            <a:fld id="{A1E45834-53BD-4C8F-B791-CD5378F4150E}" type="datetimeFigureOut">
              <a:rPr lang="en-US" smtClean="0"/>
              <a:t>3/11/2026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61703015"/>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74977999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914836460"/>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it-IT"/>
              <a:t>Fare clic per modificare lo stile del titolo dello schema</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57118084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it-IT"/>
              <a:t>Fare clic per modificare lo stile del titolo dello schema</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04865668"/>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0573745"/>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3/11/2026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10486181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3/11/2026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85804596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nchorCtr="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2112452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1792622"/>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ImageColumns">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F9BDAF-97BD-B7E8-E596-FA7F78EF37EB}"/>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p:custDataLst>
              <p:tags r:id="rId1"/>
            </p:custDataLst>
          </p:nvPr>
        </p:nvSpPr>
        <p:spPr>
          <a:xfrm>
            <a:off x="588000" y="5858302"/>
            <a:ext cx="11016000" cy="415498"/>
          </a:xfrm>
        </p:spPr>
        <p:txBody>
          <a:bodyPr lIns="0" tIns="0" rIns="0" bIns="0" anchor="b" anchorCtr="0">
            <a:noAutofit/>
          </a:bodyPr>
          <a:lstStyle>
            <a:lvl1pPr marL="0" indent="0" algn="ctr">
              <a:lnSpc>
                <a:spcPct val="120000"/>
              </a:lnSpc>
              <a:spcBef>
                <a:spcPts val="0"/>
              </a:spcBef>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C98F59F-A6C9-2B50-6862-5346466525A4}"/>
              </a:ext>
            </a:extLst>
          </p:cNvPr>
          <p:cNvSpPr>
            <a:spLocks noGrp="1"/>
          </p:cNvSpPr>
          <p:nvPr>
            <p:ph type="title" hasCustomPrompt="1"/>
            <p:custDataLst>
              <p:tags r:id="rId2"/>
            </p:custDataLst>
          </p:nvPr>
        </p:nvSpPr>
        <p:spPr>
          <a:xfrm>
            <a:off x="597207" y="1309407"/>
            <a:ext cx="11007418" cy="276999"/>
          </a:xfrm>
          <a:prstGeom prst="rect">
            <a:avLst/>
          </a:prstGeom>
        </p:spPr>
        <p:txBody>
          <a:bodyPr vert="horz" wrap="square" lIns="0" tIns="0" rIns="0" bIns="0" rtlCol="0" anchor="t" anchorCtr="0">
            <a:noAutofit/>
          </a:bodyPr>
          <a:lstStyle>
            <a:lvl1pPr>
              <a:defRPr sz="2000" spc="0">
                <a:latin typeface="+mj-lt"/>
              </a:defRPr>
            </a:lvl1pPr>
          </a:lstStyle>
          <a:p>
            <a:pPr lvl="0"/>
            <a:r>
              <a:rPr lang="en-US" dirty="0"/>
              <a:t>CLICK TO EDIT MASTER TEXT STYLES</a:t>
            </a:r>
            <a:endParaRPr lang="ru-RU" dirty="0"/>
          </a:p>
        </p:txBody>
      </p:sp>
      <p:sp>
        <p:nvSpPr>
          <p:cNvPr id="12" name="Picture Placeholder 11">
            <a:extLst>
              <a:ext uri="{FF2B5EF4-FFF2-40B4-BE49-F238E27FC236}">
                <a16:creationId xmlns:a16="http://schemas.microsoft.com/office/drawing/2014/main" id="{779F6F6C-B0C0-FD55-BA23-AAC3C485E665}"/>
              </a:ext>
            </a:extLst>
          </p:cNvPr>
          <p:cNvSpPr>
            <a:spLocks noGrp="1"/>
          </p:cNvSpPr>
          <p:nvPr>
            <p:ph type="pic" sz="quarter" idx="27"/>
          </p:nvPr>
        </p:nvSpPr>
        <p:spPr>
          <a:xfrm>
            <a:off x="587375" y="1802406"/>
            <a:ext cx="11017250" cy="3839898"/>
          </a:xfrm>
          <a:prstGeom prst="round2SameRect">
            <a:avLst>
              <a:gd name="adj1" fmla="val 11543"/>
              <a:gd name="adj2" fmla="val 0"/>
            </a:avLst>
          </a:prstGeom>
        </p:spPr>
        <p:txBody>
          <a:bodyPr/>
          <a:lstStyle/>
          <a:p>
            <a:endParaRPr lang="ru-RU"/>
          </a:p>
        </p:txBody>
      </p:sp>
      <p:pic>
        <p:nvPicPr>
          <p:cNvPr id="2" name="Graphic" descr="Портфель со сплошной заливкой">
            <a:extLst>
              <a:ext uri="{FF2B5EF4-FFF2-40B4-BE49-F238E27FC236}">
                <a16:creationId xmlns:a16="http://schemas.microsoft.com/office/drawing/2014/main" id="{989A2208-4E6D-1AD6-32D2-AB05C3649BD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54328" y="480357"/>
            <a:ext cx="360000" cy="360000"/>
          </a:xfrm>
          <a:prstGeom prst="rect">
            <a:avLst/>
          </a:prstGeom>
        </p:spPr>
      </p:pic>
      <p:sp>
        <p:nvSpPr>
          <p:cNvPr id="4" name="Footer Placeholder">
            <a:extLst>
              <a:ext uri="{FF2B5EF4-FFF2-40B4-BE49-F238E27FC236}">
                <a16:creationId xmlns:a16="http://schemas.microsoft.com/office/drawing/2014/main" id="{1D2D3368-569E-CC8A-A8A7-FA642F931BBB}"/>
              </a:ext>
            </a:extLst>
          </p:cNvPr>
          <p:cNvSpPr>
            <a:spLocks noGrp="1"/>
          </p:cNvSpPr>
          <p:nvPr>
            <p:ph type="body" sz="quarter" idx="22" hasCustomPrompt="1"/>
            <p:custDataLst>
              <p:tags r:id="rId3"/>
            </p:custDataLst>
          </p:nvPr>
        </p:nvSpPr>
        <p:spPr>
          <a:xfrm>
            <a:off x="1087588" y="572328"/>
            <a:ext cx="4900462"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pic>
        <p:nvPicPr>
          <p:cNvPr id="8" name="Free Badge"/>
          <p:cNvPicPr>
            <a:picLocks noChangeAspect="1"/>
          </p:cNvPicPr>
          <p:nvPr userDrawn="1"/>
        </p:nvPicPr>
        <p:blipFill>
          <a:blip r:embed="rId7"/>
          <a:stretch>
            <a:fillRect/>
          </a:stretch>
        </p:blipFill>
        <p:spPr>
          <a:xfrm>
            <a:off x="10526400" y="6429600"/>
            <a:ext cx="1134000" cy="273600"/>
          </a:xfrm>
          <a:prstGeom prst="rect">
            <a:avLst/>
          </a:prstGeom>
        </p:spPr>
      </p:pic>
    </p:spTree>
    <p:extLst>
      <p:ext uri="{BB962C8B-B14F-4D97-AF65-F5344CB8AC3E}">
        <p14:creationId xmlns:p14="http://schemas.microsoft.com/office/powerpoint/2010/main" val="1588019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B49AF0BE-EA0C-C2AF-FCBA-EAA6664E50DD}"/>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pic>
        <p:nvPicPr>
          <p:cNvPr id="6" name="Graphic" descr="Портфель со сплошной заливкой">
            <a:extLst>
              <a:ext uri="{FF2B5EF4-FFF2-40B4-BE49-F238E27FC236}">
                <a16:creationId xmlns:a16="http://schemas.microsoft.com/office/drawing/2014/main" id="{1D2A880B-8363-6BB1-EDBC-9D9AC3A0FD4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54328" y="480357"/>
            <a:ext cx="360000" cy="360000"/>
          </a:xfrm>
          <a:prstGeom prst="rect">
            <a:avLst/>
          </a:prstGeom>
        </p:spPr>
      </p:pic>
      <p:sp>
        <p:nvSpPr>
          <p:cNvPr id="4" name="Subtitle Placeholder">
            <a:extLst>
              <a:ext uri="{FF2B5EF4-FFF2-40B4-BE49-F238E27FC236}">
                <a16:creationId xmlns:a16="http://schemas.microsoft.com/office/drawing/2014/main" id="{4B9E17C6-8EFF-03D0-72BA-CAC2B146B711}"/>
              </a:ext>
            </a:extLst>
          </p:cNvPr>
          <p:cNvSpPr>
            <a:spLocks noGrp="1"/>
          </p:cNvSpPr>
          <p:nvPr>
            <p:ph type="body" idx="26" hasCustomPrompt="1"/>
            <p:custDataLst>
              <p:tags r:id="rId1"/>
            </p:custDataLst>
          </p:nvPr>
        </p:nvSpPr>
        <p:spPr>
          <a:xfrm>
            <a:off x="561811" y="1065937"/>
            <a:ext cx="11007418" cy="525886"/>
          </a:xfrm>
        </p:spPr>
        <p:txBody>
          <a:bodyPr wrap="square" lIns="36000" tIns="0" rIns="0" bIns="216000" anchor="t" anchorCtr="0">
            <a:spAutoFit/>
          </a:bodyPr>
          <a:lstStyle>
            <a:lvl1pPr marL="0" indent="0" algn="l">
              <a:spcBef>
                <a:spcPts val="600"/>
              </a:spcBef>
              <a:buNone/>
              <a:defRPr sz="2000" spc="0" baseline="0">
                <a:solidFill>
                  <a:schemeClr val="tx1"/>
                </a:solidFill>
                <a:latin typeface="Bahnschrift"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 name="Name Date Placeholder">
            <a:extLst>
              <a:ext uri="{FF2B5EF4-FFF2-40B4-BE49-F238E27FC236}">
                <a16:creationId xmlns:a16="http://schemas.microsoft.com/office/drawing/2014/main" id="{C28C2C46-CCA7-9BC1-5A92-7E912F07EDAD}"/>
              </a:ext>
            </a:extLst>
          </p:cNvPr>
          <p:cNvSpPr>
            <a:spLocks noGrp="1"/>
          </p:cNvSpPr>
          <p:nvPr>
            <p:ph type="body" sz="quarter" idx="22"/>
          </p:nvPr>
        </p:nvSpPr>
        <p:spPr>
          <a:xfrm>
            <a:off x="1087588" y="572328"/>
            <a:ext cx="7708750"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styles</a:t>
            </a:r>
            <a:endParaRPr lang="ru-RU" dirty="0"/>
          </a:p>
        </p:txBody>
      </p:sp>
      <p:sp>
        <p:nvSpPr>
          <p:cNvPr id="5" name="Picture 19">
            <a:extLst>
              <a:ext uri="{FF2B5EF4-FFF2-40B4-BE49-F238E27FC236}">
                <a16:creationId xmlns:a16="http://schemas.microsoft.com/office/drawing/2014/main" id="{3133F166-DAE8-2B28-90E9-242BCBB4093C}"/>
              </a:ext>
            </a:extLst>
          </p:cNvPr>
          <p:cNvSpPr>
            <a:spLocks noGrp="1"/>
          </p:cNvSpPr>
          <p:nvPr>
            <p:ph type="pic" sz="quarter" idx="12"/>
          </p:nvPr>
        </p:nvSpPr>
        <p:spPr>
          <a:xfrm>
            <a:off x="587375" y="3077439"/>
            <a:ext cx="11017250" cy="3780560"/>
          </a:xfrm>
          <a:prstGeom prst="round2SameRect">
            <a:avLst>
              <a:gd name="adj1" fmla="val 13573"/>
              <a:gd name="adj2" fmla="val 0"/>
            </a:avLst>
          </a:prstGeom>
        </p:spPr>
        <p:txBody>
          <a:bodyPr/>
          <a:lstStyle/>
          <a:p>
            <a:endParaRPr lang="ru-RU"/>
          </a:p>
        </p:txBody>
      </p:sp>
      <p:sp>
        <p:nvSpPr>
          <p:cNvPr id="8" name="Title Placeholder">
            <a:extLst>
              <a:ext uri="{FF2B5EF4-FFF2-40B4-BE49-F238E27FC236}">
                <a16:creationId xmlns:a16="http://schemas.microsoft.com/office/drawing/2014/main" id="{381312CE-2C3B-2F5A-EA24-F624616A4902}"/>
              </a:ext>
            </a:extLst>
          </p:cNvPr>
          <p:cNvSpPr>
            <a:spLocks noGrp="1"/>
          </p:cNvSpPr>
          <p:nvPr>
            <p:ph type="title" hasCustomPrompt="1"/>
            <p:custDataLst>
              <p:tags r:id="rId2"/>
            </p:custDataLst>
          </p:nvPr>
        </p:nvSpPr>
        <p:spPr>
          <a:xfrm>
            <a:off x="561811" y="1605712"/>
            <a:ext cx="11007418" cy="1255728"/>
          </a:xfrm>
          <a:prstGeom prst="rect">
            <a:avLst/>
          </a:prstGeom>
        </p:spPr>
        <p:txBody>
          <a:bodyPr vert="horz" wrap="square" lIns="0" tIns="0" rIns="0" bIns="0" rtlCol="0" anchor="ctr" anchorCtr="0">
            <a:noAutofit/>
          </a:bodyPr>
          <a:lstStyle>
            <a:lvl1pPr algn="l">
              <a:lnSpc>
                <a:spcPct val="85000"/>
              </a:lnSpc>
              <a:defRPr sz="4800" b="1" spc="0">
                <a:solidFill>
                  <a:schemeClr val="tx1"/>
                </a:solidFill>
                <a:latin typeface="Bahnschrift" panose="020B0502040204020203" pitchFamily="34" charset="0"/>
              </a:defRPr>
            </a:lvl1pPr>
          </a:lstStyle>
          <a:p>
            <a:pPr lvl="0"/>
            <a:r>
              <a:rPr lang="en-US" dirty="0"/>
              <a:t>CLICK TO EDIT MASTER TEXT</a:t>
            </a:r>
            <a:r>
              <a:rPr lang="ru-RU" dirty="0"/>
              <a:t> </a:t>
            </a:r>
            <a:r>
              <a:rPr lang="en-US" dirty="0"/>
              <a:t>STYLES</a:t>
            </a:r>
            <a:endParaRPr lang="ru-RU" dirty="0"/>
          </a:p>
        </p:txBody>
      </p:sp>
    </p:spTree>
    <p:extLst>
      <p:ext uri="{BB962C8B-B14F-4D97-AF65-F5344CB8AC3E}">
        <p14:creationId xmlns:p14="http://schemas.microsoft.com/office/powerpoint/2010/main" val="4209657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ags" Target="../tags/tag2.xml"/><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1E45834-53BD-4C8F-B791-CD5378F4150E}" type="datetimeFigureOut">
              <a:rPr lang="en-US" smtClean="0"/>
              <a:t>3/11/2026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19D7796-F675-488F-AC46-C88938C80352}" type="slidenum">
              <a:rPr lang="en-US" smtClean="0"/>
              <a:t>‹N›</a:t>
            </a:fld>
            <a:endParaRPr lang="en-US"/>
          </a:p>
        </p:txBody>
      </p:sp>
    </p:spTree>
    <p:extLst>
      <p:ext uri="{BB962C8B-B14F-4D97-AF65-F5344CB8AC3E}">
        <p14:creationId xmlns:p14="http://schemas.microsoft.com/office/powerpoint/2010/main" val="21958989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slow">
    <p:wipe/>
  </p:transition>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custDataLst>
              <p:tags r:id="rId4"/>
            </p:custDataLst>
          </p:nvPr>
        </p:nvSpPr>
        <p:spPr>
          <a:xfrm>
            <a:off x="597207" y="566333"/>
            <a:ext cx="11007418"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custDataLst>
              <p:tags r:id="rId5"/>
            </p:custDataLst>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Slide Number Placeholder">
            <a:extLst>
              <a:ext uri="{FF2B5EF4-FFF2-40B4-BE49-F238E27FC236}">
                <a16:creationId xmlns:a16="http://schemas.microsoft.com/office/drawing/2014/main" id="{E09F05A8-3E39-B0B1-3CD9-3F55B5F2E712}"/>
              </a:ext>
            </a:extLst>
          </p:cNvPr>
          <p:cNvSpPr txBox="1">
            <a:spLocks/>
          </p:cNvSpPr>
          <p:nvPr userDrawn="1"/>
        </p:nvSpPr>
        <p:spPr>
          <a:xfrm>
            <a:off x="11000187" y="572328"/>
            <a:ext cx="594606" cy="200055"/>
          </a:xfrm>
          <a:prstGeom prst="rect">
            <a:avLst/>
          </a:prstGeom>
        </p:spPr>
        <p:txBody>
          <a:bodyPr wrap="square" lIns="0" tIns="0" rIns="0" bIns="0">
            <a:noAutofit/>
          </a:bodyPr>
          <a:lstStyle>
            <a:lvl1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kern="1200">
                <a:solidFill>
                  <a:schemeClr val="accent2"/>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CF6F24BE-8BEB-403A-BDCC-38E201D0662D}" type="slidenum">
              <a:rPr lang="en-ID" smtClean="0">
                <a:solidFill>
                  <a:schemeClr val="tx1">
                    <a:alpha val="35000"/>
                  </a:schemeClr>
                </a:solidFill>
              </a:rPr>
              <a:pPr/>
              <a:t>‹N›</a:t>
            </a:fld>
            <a:endParaRPr lang="en-ID" dirty="0">
              <a:solidFill>
                <a:schemeClr val="tx1">
                  <a:alpha val="35000"/>
                </a:schemeClr>
              </a:solidFill>
            </a:endParaRPr>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3946" r:id="rId1"/>
    <p:sldLayoutId id="2147483871" r:id="rId2"/>
  </p:sldLayoutIdLst>
  <p:hf hdr="0" ftr="0" dt="0"/>
  <p:txStyles>
    <p:titleStyle>
      <a:lvl1pPr algn="l" defTabSz="914400" rtl="0" eaLnBrk="1" latinLnBrk="0" hangingPunct="1">
        <a:lnSpc>
          <a:spcPct val="90000"/>
        </a:lnSpc>
        <a:spcBef>
          <a:spcPct val="0"/>
        </a:spcBef>
        <a:buNone/>
        <a:defRPr sz="4800" kern="1200" spc="-8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228C0E-4B44-AE91-0AC0-2C2B2924078C}"/>
              </a:ext>
            </a:extLst>
          </p:cNvPr>
          <p:cNvPicPr>
            <a:picLocks noChangeAspect="1"/>
          </p:cNvPicPr>
          <p:nvPr/>
        </p:nvPicPr>
        <p:blipFill>
          <a:blip r:embed="rId2">
            <a:alphaModFix amt="60000"/>
          </a:blip>
          <a:srcRect/>
          <a:stretch>
            <a:fill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36589F58-A08D-CE97-7557-37E4EE640150}"/>
              </a:ext>
            </a:extLst>
          </p:cNvPr>
          <p:cNvSpPr>
            <a:spLocks noGrp="1"/>
          </p:cNvSpPr>
          <p:nvPr>
            <p:ph type="ctrTitle"/>
          </p:nvPr>
        </p:nvSpPr>
        <p:spPr>
          <a:xfrm>
            <a:off x="281354" y="641546"/>
            <a:ext cx="11723833" cy="4564027"/>
          </a:xfrm>
        </p:spPr>
        <p:txBody>
          <a:bodyPr anchor="t">
            <a:normAutofit fontScale="90000"/>
          </a:bodyPr>
          <a:lstStyle/>
          <a:p>
            <a:r>
              <a:rPr lang="it-IT" sz="8000" dirty="0">
                <a:solidFill>
                  <a:srgbClr val="FFFFFF"/>
                </a:solidFill>
              </a:rPr>
              <a:t>LLM PER SO</a:t>
            </a:r>
            <a:br>
              <a:rPr lang="it-IT" sz="8000" dirty="0">
                <a:solidFill>
                  <a:srgbClr val="FFFFFF"/>
                </a:solidFill>
              </a:rPr>
            </a:br>
            <a:r>
              <a:rPr lang="it-IT" sz="8000" dirty="0">
                <a:solidFill>
                  <a:srgbClr val="FFFFFF"/>
                </a:solidFill>
              </a:rPr>
              <a:t>ESPERIMENTO 1.0</a:t>
            </a:r>
            <a:br>
              <a:rPr lang="it-IT" sz="8000" dirty="0">
                <a:solidFill>
                  <a:srgbClr val="FFFFFF"/>
                </a:solidFill>
              </a:rPr>
            </a:br>
            <a:r>
              <a:rPr lang="it-IT" sz="8000" dirty="0">
                <a:solidFill>
                  <a:srgbClr val="FFFFFF"/>
                </a:solidFill>
              </a:rPr>
              <a:t>(TERZA</a:t>
            </a:r>
            <a:br>
              <a:rPr lang="it-IT" sz="8000" dirty="0">
                <a:solidFill>
                  <a:srgbClr val="FFFFFF"/>
                </a:solidFill>
              </a:rPr>
            </a:br>
            <a:r>
              <a:rPr lang="it-IT" sz="8000" dirty="0">
                <a:solidFill>
                  <a:srgbClr val="FFFFFF"/>
                </a:solidFill>
              </a:rPr>
              <a:t> PRESENTAZIONE)</a:t>
            </a:r>
          </a:p>
        </p:txBody>
      </p:sp>
      <p:sp>
        <p:nvSpPr>
          <p:cNvPr id="3" name="Sottotitolo 2">
            <a:extLst>
              <a:ext uri="{FF2B5EF4-FFF2-40B4-BE49-F238E27FC236}">
                <a16:creationId xmlns:a16="http://schemas.microsoft.com/office/drawing/2014/main" id="{CE09D758-365D-156A-5234-C3086A49026E}"/>
              </a:ext>
            </a:extLst>
          </p:cNvPr>
          <p:cNvSpPr>
            <a:spLocks noGrp="1"/>
          </p:cNvSpPr>
          <p:nvPr>
            <p:ph type="subTitle" idx="1"/>
          </p:nvPr>
        </p:nvSpPr>
        <p:spPr>
          <a:xfrm>
            <a:off x="471949" y="4953406"/>
            <a:ext cx="9257512" cy="1263047"/>
          </a:xfrm>
        </p:spPr>
        <p:txBody>
          <a:bodyPr anchor="b">
            <a:normAutofit/>
          </a:bodyPr>
          <a:lstStyle/>
          <a:p>
            <a:r>
              <a:rPr lang="it-IT" dirty="0">
                <a:solidFill>
                  <a:srgbClr val="FFFFFF"/>
                </a:solidFill>
              </a:rPr>
              <a:t>Tesi di laurea magistrale in Software Security </a:t>
            </a:r>
          </a:p>
          <a:p>
            <a:r>
              <a:rPr lang="it-IT" dirty="0">
                <a:solidFill>
                  <a:srgbClr val="FFFFFF"/>
                </a:solidFill>
              </a:rPr>
              <a:t>Andrea Esposito, M63001650</a:t>
            </a:r>
          </a:p>
        </p:txBody>
      </p:sp>
      <p:sp>
        <p:nvSpPr>
          <p:cNvPr id="5" name="CasellaDiTesto 4">
            <a:extLst>
              <a:ext uri="{FF2B5EF4-FFF2-40B4-BE49-F238E27FC236}">
                <a16:creationId xmlns:a16="http://schemas.microsoft.com/office/drawing/2014/main" id="{5F7A069C-CC32-2115-EB4B-3687677A3594}"/>
              </a:ext>
            </a:extLst>
          </p:cNvPr>
          <p:cNvSpPr txBox="1"/>
          <p:nvPr/>
        </p:nvSpPr>
        <p:spPr>
          <a:xfrm>
            <a:off x="8904093" y="5847121"/>
            <a:ext cx="310109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a:t>
            </a:r>
            <a:r>
              <a:rPr lang="it-IT" dirty="0">
                <a:solidFill>
                  <a:prstClr val="white"/>
                </a:solidFill>
                <a:latin typeface="Century Gothic" panose="020B0502020202020204"/>
              </a:rPr>
              <a:t>11</a:t>
            </a: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/03/2026)</a:t>
            </a:r>
          </a:p>
        </p:txBody>
      </p:sp>
    </p:spTree>
    <p:extLst>
      <p:ext uri="{BB962C8B-B14F-4D97-AF65-F5344CB8AC3E}">
        <p14:creationId xmlns:p14="http://schemas.microsoft.com/office/powerpoint/2010/main" val="126348803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8E79BD-5D75-CD5F-75E6-EDDA212A34EF}"/>
              </a:ext>
            </a:extLst>
          </p:cNvPr>
          <p:cNvSpPr>
            <a:spLocks noGrp="1"/>
          </p:cNvSpPr>
          <p:nvPr>
            <p:ph type="title"/>
          </p:nvPr>
        </p:nvSpPr>
        <p:spPr/>
        <p:txBody>
          <a:bodyPr/>
          <a:lstStyle/>
          <a:p>
            <a:r>
              <a:rPr lang="it-IT" dirty="0"/>
              <a:t>Obiettivi</a:t>
            </a:r>
          </a:p>
        </p:txBody>
      </p:sp>
      <p:sp>
        <p:nvSpPr>
          <p:cNvPr id="3" name="Segnaposto contenuto 2">
            <a:extLst>
              <a:ext uri="{FF2B5EF4-FFF2-40B4-BE49-F238E27FC236}">
                <a16:creationId xmlns:a16="http://schemas.microsoft.com/office/drawing/2014/main" id="{71DE7DEB-E78E-8286-14C0-2000608E9251}"/>
              </a:ext>
            </a:extLst>
          </p:cNvPr>
          <p:cNvSpPr>
            <a:spLocks noGrp="1"/>
          </p:cNvSpPr>
          <p:nvPr>
            <p:ph idx="1"/>
          </p:nvPr>
        </p:nvSpPr>
        <p:spPr>
          <a:xfrm>
            <a:off x="645131" y="1396180"/>
            <a:ext cx="9404722" cy="4881715"/>
          </a:xfrm>
        </p:spPr>
        <p:txBody>
          <a:bodyPr>
            <a:normAutofit fontScale="92500" lnSpcReduction="10000"/>
          </a:bodyPr>
          <a:lstStyle/>
          <a:p>
            <a:pPr>
              <a:buFont typeface="Wingdings" panose="05000000000000000000" pitchFamily="2" charset="2"/>
              <a:buChar char="q"/>
            </a:pPr>
            <a:r>
              <a:rPr lang="it-IT" dirty="0"/>
              <a:t>Analisi esercizi divisa in:</a:t>
            </a:r>
          </a:p>
          <a:p>
            <a:pPr lvl="1">
              <a:buFont typeface="Wingdings" panose="05000000000000000000" pitchFamily="2" charset="2"/>
              <a:buChar char="q"/>
            </a:pPr>
            <a:r>
              <a:rPr lang="it-IT" dirty="0"/>
              <a:t>Esercizi che falliscono </a:t>
            </a:r>
            <a:r>
              <a:rPr lang="it-IT" b="1" dirty="0" err="1"/>
              <a:t>dynamic</a:t>
            </a:r>
            <a:r>
              <a:rPr lang="it-IT" b="1" dirty="0"/>
              <a:t> check</a:t>
            </a:r>
            <a:r>
              <a:rPr lang="it-IT" dirty="0"/>
              <a:t>.</a:t>
            </a:r>
          </a:p>
          <a:p>
            <a:pPr lvl="1">
              <a:buFont typeface="Wingdings" panose="05000000000000000000" pitchFamily="2" charset="2"/>
              <a:buChar char="q"/>
            </a:pPr>
            <a:r>
              <a:rPr lang="it-IT" dirty="0"/>
              <a:t>Esercizi che falliscono </a:t>
            </a:r>
            <a:r>
              <a:rPr lang="it-IT" b="1" dirty="0" err="1"/>
              <a:t>static</a:t>
            </a:r>
            <a:r>
              <a:rPr lang="it-IT" b="1" dirty="0"/>
              <a:t> check</a:t>
            </a:r>
            <a:r>
              <a:rPr lang="it-IT" dirty="0"/>
              <a:t>.</a:t>
            </a:r>
          </a:p>
          <a:p>
            <a:pPr>
              <a:buFont typeface="Wingdings" panose="05000000000000000000" pitchFamily="2" charset="2"/>
              <a:buChar char="q"/>
            </a:pPr>
            <a:r>
              <a:rPr lang="it-IT" sz="1800" dirty="0"/>
              <a:t>Definizione di </a:t>
            </a:r>
            <a:r>
              <a:rPr lang="it-IT" sz="1800" b="1" dirty="0" err="1"/>
              <a:t>failure</a:t>
            </a:r>
            <a:r>
              <a:rPr lang="it-IT" sz="1800" b="1" dirty="0"/>
              <a:t> </a:t>
            </a:r>
            <a:r>
              <a:rPr lang="it-IT" sz="1800" b="1" dirty="0" err="1"/>
              <a:t>category</a:t>
            </a:r>
            <a:r>
              <a:rPr lang="it-IT" sz="1800" b="1" dirty="0"/>
              <a:t> </a:t>
            </a:r>
            <a:r>
              <a:rPr lang="it-IT" sz="1800" dirty="0"/>
              <a:t>dell’esercizio:</a:t>
            </a:r>
          </a:p>
          <a:p>
            <a:pPr lvl="1">
              <a:buFont typeface="Wingdings" panose="05000000000000000000" pitchFamily="2" charset="2"/>
              <a:buChar char="q"/>
            </a:pPr>
            <a:r>
              <a:rPr lang="it-IT" sz="1600" dirty="0"/>
              <a:t>errori di compilazione</a:t>
            </a:r>
          </a:p>
          <a:p>
            <a:pPr lvl="1">
              <a:buFont typeface="Wingdings" panose="05000000000000000000" pitchFamily="2" charset="2"/>
              <a:buChar char="q"/>
            </a:pPr>
            <a:r>
              <a:rPr lang="it-IT" sz="1600" dirty="0"/>
              <a:t>crash/</a:t>
            </a:r>
            <a:r>
              <a:rPr lang="it-IT" sz="1600" dirty="0" err="1"/>
              <a:t>timeout</a:t>
            </a:r>
            <a:endParaRPr lang="it-IT" sz="1600" dirty="0"/>
          </a:p>
          <a:p>
            <a:pPr lvl="1">
              <a:buFont typeface="Wingdings" panose="05000000000000000000" pitchFamily="2" charset="2"/>
              <a:buChar char="q"/>
            </a:pPr>
            <a:r>
              <a:rPr lang="it-IT" sz="1600" dirty="0" err="1"/>
              <a:t>resource</a:t>
            </a:r>
            <a:r>
              <a:rPr lang="it-IT" sz="1600" dirty="0"/>
              <a:t> leak</a:t>
            </a:r>
          </a:p>
          <a:p>
            <a:pPr lvl="1">
              <a:buFont typeface="Wingdings" panose="05000000000000000000" pitchFamily="2" charset="2"/>
              <a:buChar char="q"/>
            </a:pPr>
            <a:r>
              <a:rPr lang="it-IT" sz="1600" dirty="0"/>
              <a:t>fallimento segnalato dai </a:t>
            </a:r>
            <a:r>
              <a:rPr lang="it-IT" sz="1600" dirty="0" err="1"/>
              <a:t>dynamic</a:t>
            </a:r>
            <a:r>
              <a:rPr lang="it-IT" sz="1600" dirty="0"/>
              <a:t> check</a:t>
            </a:r>
          </a:p>
          <a:p>
            <a:pPr lvl="1">
              <a:buFont typeface="Wingdings" panose="05000000000000000000" pitchFamily="2" charset="2"/>
              <a:buChar char="q"/>
            </a:pPr>
            <a:r>
              <a:rPr lang="it-IT" sz="1600" dirty="0"/>
              <a:t>fallimento segnalato dagli </a:t>
            </a:r>
            <a:r>
              <a:rPr lang="it-IT" sz="1600" dirty="0" err="1"/>
              <a:t>static</a:t>
            </a:r>
            <a:r>
              <a:rPr lang="it-IT" sz="1600" dirty="0"/>
              <a:t> check</a:t>
            </a:r>
          </a:p>
          <a:p>
            <a:pPr>
              <a:buFont typeface="Wingdings" panose="05000000000000000000" pitchFamily="2" charset="2"/>
              <a:buChar char="q"/>
            </a:pPr>
            <a:r>
              <a:rPr lang="it-IT" sz="1800" dirty="0"/>
              <a:t>Sfruttamento dell’output dei test dinamici e dei warning dell’analisi statica come GT per LLM giudice.</a:t>
            </a:r>
          </a:p>
          <a:p>
            <a:pPr>
              <a:buFont typeface="Wingdings" panose="05000000000000000000" pitchFamily="2" charset="2"/>
              <a:buChar char="q"/>
            </a:pPr>
            <a:r>
              <a:rPr lang="it-IT" sz="1800" dirty="0"/>
              <a:t>Prompt più efficaci.</a:t>
            </a:r>
          </a:p>
          <a:p>
            <a:pPr>
              <a:buFont typeface="Wingdings" panose="05000000000000000000" pitchFamily="2" charset="2"/>
              <a:buChar char="q"/>
            </a:pPr>
            <a:r>
              <a:rPr lang="it-IT" sz="1800" dirty="0"/>
              <a:t>Salvataggio dei log di esecuzione e analisi statica.</a:t>
            </a:r>
          </a:p>
          <a:p>
            <a:pPr>
              <a:buFont typeface="Wingdings" panose="05000000000000000000" pitchFamily="2" charset="2"/>
              <a:buChar char="q"/>
            </a:pPr>
            <a:r>
              <a:rPr lang="it-IT" sz="1800" dirty="0"/>
              <a:t>Grafici di analisi dei risultati.</a:t>
            </a:r>
          </a:p>
        </p:txBody>
      </p:sp>
    </p:spTree>
    <p:extLst>
      <p:ext uri="{BB962C8B-B14F-4D97-AF65-F5344CB8AC3E}">
        <p14:creationId xmlns:p14="http://schemas.microsoft.com/office/powerpoint/2010/main" val="39066176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917844A-39E6-50FC-17BE-6F9E99F29BCE}"/>
              </a:ext>
            </a:extLst>
          </p:cNvPr>
          <p:cNvSpPr>
            <a:spLocks noGrp="1"/>
          </p:cNvSpPr>
          <p:nvPr>
            <p:ph type="title"/>
          </p:nvPr>
        </p:nvSpPr>
        <p:spPr/>
        <p:txBody>
          <a:bodyPr/>
          <a:lstStyle/>
          <a:p>
            <a:r>
              <a:rPr lang="it-IT" dirty="0"/>
              <a:t>Raccolta dati</a:t>
            </a:r>
          </a:p>
        </p:txBody>
      </p:sp>
      <p:sp>
        <p:nvSpPr>
          <p:cNvPr id="3" name="Segnaposto contenuto 2">
            <a:extLst>
              <a:ext uri="{FF2B5EF4-FFF2-40B4-BE49-F238E27FC236}">
                <a16:creationId xmlns:a16="http://schemas.microsoft.com/office/drawing/2014/main" id="{C8C12828-0C70-3C6E-71D8-E3CBE2E8DA66}"/>
              </a:ext>
            </a:extLst>
          </p:cNvPr>
          <p:cNvSpPr>
            <a:spLocks noGrp="1"/>
          </p:cNvSpPr>
          <p:nvPr>
            <p:ph idx="1"/>
          </p:nvPr>
        </p:nvSpPr>
        <p:spPr/>
        <p:txBody>
          <a:bodyPr>
            <a:normAutofit lnSpcReduction="10000"/>
          </a:bodyPr>
          <a:lstStyle/>
          <a:p>
            <a:r>
              <a:rPr lang="it-IT" dirty="0"/>
              <a:t>Si è proseguito analogamente alla versione precedente, analizzando fino a tre </a:t>
            </a:r>
            <a:r>
              <a:rPr lang="it-IT" dirty="0" err="1"/>
              <a:t>commit</a:t>
            </a:r>
            <a:r>
              <a:rPr lang="it-IT" dirty="0"/>
              <a:t> per esercizio.</a:t>
            </a:r>
          </a:p>
          <a:p>
            <a:r>
              <a:rPr lang="it-IT" dirty="0"/>
              <a:t>Il </a:t>
            </a:r>
            <a:r>
              <a:rPr lang="it-IT" dirty="0" err="1"/>
              <a:t>commit</a:t>
            </a:r>
            <a:r>
              <a:rPr lang="it-IT" dirty="0"/>
              <a:t> da analizzare viene selezionato in modo da </a:t>
            </a:r>
            <a:r>
              <a:rPr lang="it-IT" b="1" dirty="0"/>
              <a:t>bilanciare il dataset</a:t>
            </a:r>
            <a:r>
              <a:rPr lang="it-IT" dirty="0"/>
              <a:t>, privilegiando esercizi corretti o non corretti in base al conteggio corrente dei risultati già raccolti.</a:t>
            </a:r>
          </a:p>
          <a:p>
            <a:r>
              <a:rPr lang="it-IT" b="1" dirty="0" err="1"/>
              <a:t>GitIngest</a:t>
            </a:r>
            <a:r>
              <a:rPr lang="it-IT" b="1" dirty="0"/>
              <a:t> </a:t>
            </a:r>
            <a:r>
              <a:rPr lang="it-IT" dirty="0"/>
              <a:t>utilizzato per la raccolta del contenuto del repository di ogni studente per ogni esercizio, così da fornire codice dello studente a LLM, in particolare recuperando i file «.c» e «.h».</a:t>
            </a:r>
          </a:p>
          <a:p>
            <a:r>
              <a:rPr lang="it-IT" dirty="0"/>
              <a:t>Vengono estratte soltanto le porzioni di codice studente intorno alla linea di warning statico </a:t>
            </a:r>
            <a:r>
              <a:rPr lang="it-IT" dirty="0" err="1"/>
              <a:t>semgrep</a:t>
            </a:r>
            <a:r>
              <a:rPr lang="it-IT" dirty="0"/>
              <a:t>(un intorno di +10/-10 linee). </a:t>
            </a:r>
          </a:p>
          <a:p>
            <a:r>
              <a:rPr lang="it-IT" dirty="0"/>
              <a:t>Viene fornito il codice di soluzione nelle stesse posizioni al prompt giudice per analisi statica anziché l'intero codice.</a:t>
            </a:r>
          </a:p>
          <a:p>
            <a:endParaRPr lang="it-IT" dirty="0"/>
          </a:p>
          <a:p>
            <a:endParaRPr lang="it-IT" dirty="0"/>
          </a:p>
        </p:txBody>
      </p:sp>
    </p:spTree>
    <p:extLst>
      <p:ext uri="{BB962C8B-B14F-4D97-AF65-F5344CB8AC3E}">
        <p14:creationId xmlns:p14="http://schemas.microsoft.com/office/powerpoint/2010/main" val="41901931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3C882B-3904-5353-9B9A-819E9AA8AD94}"/>
              </a:ext>
            </a:extLst>
          </p:cNvPr>
          <p:cNvSpPr>
            <a:spLocks noGrp="1"/>
          </p:cNvSpPr>
          <p:nvPr>
            <p:ph type="title"/>
          </p:nvPr>
        </p:nvSpPr>
        <p:spPr/>
        <p:txBody>
          <a:bodyPr/>
          <a:lstStyle/>
          <a:p>
            <a:r>
              <a:rPr lang="it-IT" dirty="0"/>
              <a:t>Analisi esercizi</a:t>
            </a:r>
          </a:p>
        </p:txBody>
      </p:sp>
      <p:sp>
        <p:nvSpPr>
          <p:cNvPr id="3" name="Segnaposto contenuto 2">
            <a:extLst>
              <a:ext uri="{FF2B5EF4-FFF2-40B4-BE49-F238E27FC236}">
                <a16:creationId xmlns:a16="http://schemas.microsoft.com/office/drawing/2014/main" id="{177E0C3E-FDC8-9A6D-7156-7F688E5CC846}"/>
              </a:ext>
            </a:extLst>
          </p:cNvPr>
          <p:cNvSpPr>
            <a:spLocks noGrp="1"/>
          </p:cNvSpPr>
          <p:nvPr>
            <p:ph idx="1"/>
          </p:nvPr>
        </p:nvSpPr>
        <p:spPr>
          <a:xfrm>
            <a:off x="875201" y="1961403"/>
            <a:ext cx="8946541" cy="4195481"/>
          </a:xfrm>
        </p:spPr>
        <p:txBody>
          <a:bodyPr>
            <a:normAutofit/>
          </a:bodyPr>
          <a:lstStyle/>
          <a:p>
            <a:r>
              <a:rPr lang="it-IT" dirty="0"/>
              <a:t>Gestione casistiche esercizi (</a:t>
            </a:r>
            <a:r>
              <a:rPr lang="it-IT" b="1" dirty="0" err="1"/>
              <a:t>failure</a:t>
            </a:r>
            <a:r>
              <a:rPr lang="it-IT" b="1" dirty="0"/>
              <a:t> </a:t>
            </a:r>
            <a:r>
              <a:rPr lang="it-IT" b="1" dirty="0" err="1"/>
              <a:t>category</a:t>
            </a:r>
            <a:r>
              <a:rPr lang="it-IT" dirty="0"/>
              <a:t>):</a:t>
            </a:r>
          </a:p>
          <a:p>
            <a:pPr lvl="1"/>
            <a:r>
              <a:rPr lang="it-IT" dirty="0"/>
              <a:t>Esercizi che non compilano:</a:t>
            </a:r>
          </a:p>
          <a:p>
            <a:pPr lvl="2"/>
            <a:r>
              <a:rPr lang="it-IT" dirty="0"/>
              <a:t>Nessuna analisi tramite LLM.</a:t>
            </a:r>
          </a:p>
          <a:p>
            <a:pPr lvl="1"/>
            <a:r>
              <a:rPr lang="it-IT" dirty="0"/>
              <a:t>Esercizi corretti (compilano e superano test dinamici e analisi statica preesistenti)</a:t>
            </a:r>
          </a:p>
          <a:p>
            <a:pPr lvl="2"/>
            <a:r>
              <a:rPr lang="it-IT" dirty="0"/>
              <a:t>Nessuna analisi tramite LLM.</a:t>
            </a:r>
          </a:p>
          <a:p>
            <a:pPr lvl="1"/>
            <a:r>
              <a:rPr lang="it-IT" dirty="0"/>
              <a:t>Esercizi che falliscono </a:t>
            </a:r>
            <a:r>
              <a:rPr lang="it-IT" dirty="0" err="1"/>
              <a:t>dynamic</a:t>
            </a:r>
            <a:r>
              <a:rPr lang="it-IT" dirty="0"/>
              <a:t> check.</a:t>
            </a:r>
          </a:p>
          <a:p>
            <a:pPr lvl="1"/>
            <a:r>
              <a:rPr lang="it-IT" dirty="0"/>
              <a:t>Esercizi che falliscono </a:t>
            </a:r>
            <a:r>
              <a:rPr lang="it-IT" dirty="0" err="1"/>
              <a:t>static</a:t>
            </a:r>
            <a:r>
              <a:rPr lang="it-IT" dirty="0"/>
              <a:t> check (implica che i check dinamici sono superati).</a:t>
            </a:r>
          </a:p>
          <a:p>
            <a:pPr lvl="2"/>
            <a:endParaRPr lang="it-IT" dirty="0"/>
          </a:p>
        </p:txBody>
      </p:sp>
    </p:spTree>
    <p:extLst>
      <p:ext uri="{BB962C8B-B14F-4D97-AF65-F5344CB8AC3E}">
        <p14:creationId xmlns:p14="http://schemas.microsoft.com/office/powerpoint/2010/main" val="19374762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A27A9-D0D9-7B78-2E14-D1CA4D19080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E397A92-5867-2907-9114-DD0F11F2B853}"/>
              </a:ext>
            </a:extLst>
          </p:cNvPr>
          <p:cNvSpPr>
            <a:spLocks noGrp="1"/>
          </p:cNvSpPr>
          <p:nvPr>
            <p:ph type="title"/>
          </p:nvPr>
        </p:nvSpPr>
        <p:spPr/>
        <p:txBody>
          <a:bodyPr/>
          <a:lstStyle/>
          <a:p>
            <a:r>
              <a:rPr lang="it-IT" dirty="0"/>
              <a:t>Pipeline di analisi</a:t>
            </a:r>
          </a:p>
        </p:txBody>
      </p:sp>
      <p:sp>
        <p:nvSpPr>
          <p:cNvPr id="3" name="Segnaposto contenuto 2">
            <a:extLst>
              <a:ext uri="{FF2B5EF4-FFF2-40B4-BE49-F238E27FC236}">
                <a16:creationId xmlns:a16="http://schemas.microsoft.com/office/drawing/2014/main" id="{FEB1DACE-AF69-21FE-BD9A-123783757254}"/>
              </a:ext>
            </a:extLst>
          </p:cNvPr>
          <p:cNvSpPr>
            <a:spLocks noGrp="1"/>
          </p:cNvSpPr>
          <p:nvPr>
            <p:ph idx="1"/>
          </p:nvPr>
        </p:nvSpPr>
        <p:spPr>
          <a:xfrm>
            <a:off x="179470" y="1238865"/>
            <a:ext cx="11924039" cy="5476567"/>
          </a:xfrm>
        </p:spPr>
        <p:txBody>
          <a:bodyPr>
            <a:normAutofit fontScale="92500" lnSpcReduction="10000"/>
          </a:bodyPr>
          <a:lstStyle/>
          <a:p>
            <a:pPr marL="742950" indent="-742950">
              <a:lnSpc>
                <a:spcPct val="90000"/>
              </a:lnSpc>
              <a:buFont typeface="+mj-lt"/>
              <a:buAutoNum type="arabicPeriod"/>
            </a:pPr>
            <a:r>
              <a:rPr lang="it-IT" sz="1400" dirty="0"/>
              <a:t>Scansione delle repository degli studenti e recupero dei </a:t>
            </a:r>
            <a:r>
              <a:rPr lang="it-IT" sz="1400" dirty="0" err="1"/>
              <a:t>commit</a:t>
            </a:r>
            <a:r>
              <a:rPr lang="it-IT" sz="1400" dirty="0"/>
              <a:t>.</a:t>
            </a:r>
          </a:p>
          <a:p>
            <a:pPr marL="742950" indent="-742950">
              <a:lnSpc>
                <a:spcPct val="90000"/>
              </a:lnSpc>
              <a:buFont typeface="+mj-lt"/>
              <a:buAutoNum type="arabicPeriod"/>
            </a:pPr>
            <a:r>
              <a:rPr lang="it-IT" sz="1400" dirty="0"/>
              <a:t>Esecuzione automatica: </a:t>
            </a:r>
          </a:p>
          <a:p>
            <a:pPr lvl="1">
              <a:lnSpc>
                <a:spcPct val="90000"/>
              </a:lnSpc>
            </a:pPr>
            <a:r>
              <a:rPr lang="it-IT" sz="1400" dirty="0"/>
              <a:t>Compilazione del codice tramite make.</a:t>
            </a:r>
          </a:p>
          <a:p>
            <a:pPr lvl="1">
              <a:lnSpc>
                <a:spcPct val="90000"/>
              </a:lnSpc>
            </a:pPr>
            <a:r>
              <a:rPr lang="it-IT" sz="1400" dirty="0"/>
              <a:t>Esecuzione dei test dinamici presenti nella cartella .test.</a:t>
            </a:r>
          </a:p>
          <a:p>
            <a:pPr marL="742950" indent="-742950">
              <a:lnSpc>
                <a:spcPct val="90000"/>
              </a:lnSpc>
              <a:buFont typeface="+mj-lt"/>
              <a:buAutoNum type="arabicPeriod"/>
            </a:pPr>
            <a:r>
              <a:rPr lang="it-IT" sz="1400" dirty="0"/>
              <a:t>Analisi statica con </a:t>
            </a:r>
            <a:r>
              <a:rPr lang="it-IT" sz="1400" dirty="0" err="1"/>
              <a:t>semgrep</a:t>
            </a:r>
            <a:r>
              <a:rPr lang="it-IT" sz="1400" dirty="0"/>
              <a:t>.</a:t>
            </a:r>
          </a:p>
          <a:p>
            <a:pPr marL="742950" indent="-742950">
              <a:lnSpc>
                <a:spcPct val="90000"/>
              </a:lnSpc>
              <a:buFont typeface="+mj-lt"/>
              <a:buAutoNum type="arabicPeriod"/>
            </a:pPr>
            <a:r>
              <a:rPr lang="it-IT" sz="1400" dirty="0"/>
              <a:t>Salvataggio dei log d'esecuzione e dell’analisi statica.</a:t>
            </a:r>
          </a:p>
          <a:p>
            <a:pPr marL="742950" indent="-742950">
              <a:lnSpc>
                <a:spcPct val="90000"/>
              </a:lnSpc>
              <a:buFont typeface="+mj-lt"/>
              <a:buAutoNum type="arabicPeriod"/>
            </a:pPr>
            <a:r>
              <a:rPr lang="it-IT" sz="1400" dirty="0"/>
              <a:t>Classificazione del risultato:</a:t>
            </a:r>
          </a:p>
          <a:p>
            <a:pPr lvl="1">
              <a:lnSpc>
                <a:spcPct val="90000"/>
              </a:lnSpc>
            </a:pPr>
            <a:r>
              <a:rPr lang="it-IT" sz="1400" dirty="0" err="1"/>
              <a:t>compile_error</a:t>
            </a:r>
            <a:r>
              <a:rPr lang="it-IT" sz="1400" dirty="0"/>
              <a:t> -&gt; nessuna analisi</a:t>
            </a:r>
          </a:p>
          <a:p>
            <a:pPr lvl="1">
              <a:lnSpc>
                <a:spcPct val="90000"/>
              </a:lnSpc>
            </a:pPr>
            <a:r>
              <a:rPr lang="it-IT" sz="1400" dirty="0" err="1"/>
              <a:t>dynamic_check_failed</a:t>
            </a:r>
            <a:endParaRPr lang="it-IT" sz="1400" dirty="0"/>
          </a:p>
          <a:p>
            <a:pPr lvl="2">
              <a:lnSpc>
                <a:spcPct val="90000"/>
              </a:lnSpc>
            </a:pPr>
            <a:r>
              <a:rPr lang="it-IT" sz="1400" dirty="0"/>
              <a:t>LLM primario riceve testo traccia, output --&gt; valuta se output è "corretto", fornisce anche una "diagnosi" sull'output.</a:t>
            </a:r>
          </a:p>
          <a:p>
            <a:pPr lvl="2">
              <a:lnSpc>
                <a:spcPct val="90000"/>
              </a:lnSpc>
            </a:pPr>
            <a:r>
              <a:rPr lang="it-IT" sz="1400" dirty="0"/>
              <a:t>LLM primario riceve </a:t>
            </a:r>
            <a:r>
              <a:rPr lang="it-IT" sz="1400" dirty="0" err="1"/>
              <a:t>testo+output+codice</a:t>
            </a:r>
            <a:r>
              <a:rPr lang="it-IT" sz="1400" dirty="0"/>
              <a:t> --&gt; dare una "diagnosi" sul sorgente.</a:t>
            </a:r>
          </a:p>
          <a:p>
            <a:pPr lvl="1">
              <a:lnSpc>
                <a:spcPct val="90000"/>
              </a:lnSpc>
            </a:pPr>
            <a:r>
              <a:rPr lang="it-IT" sz="1400" dirty="0" err="1"/>
              <a:t>static_check_failed</a:t>
            </a:r>
            <a:endParaRPr lang="it-IT" sz="1400" dirty="0"/>
          </a:p>
          <a:p>
            <a:pPr lvl="2">
              <a:lnSpc>
                <a:spcPct val="90000"/>
              </a:lnSpc>
            </a:pPr>
            <a:r>
              <a:rPr lang="it-IT" sz="1400" dirty="0"/>
              <a:t>LLM primario riceve testo traccia, output --&gt; valuta se output è "corretto", fornisce anche una "diagnosi" sull'output (se trova errori, sono falsi allarmi).</a:t>
            </a:r>
          </a:p>
          <a:p>
            <a:pPr lvl="2">
              <a:lnSpc>
                <a:spcPct val="90000"/>
              </a:lnSpc>
            </a:pPr>
            <a:r>
              <a:rPr lang="it-IT" sz="1400" dirty="0"/>
              <a:t>LLM primario riceve </a:t>
            </a:r>
            <a:r>
              <a:rPr lang="it-IT" sz="1400" dirty="0" err="1"/>
              <a:t>testo+output+codice</a:t>
            </a:r>
            <a:r>
              <a:rPr lang="it-IT" sz="1400" dirty="0"/>
              <a:t> --&gt; dare una "diagnosi" sul sorgente.</a:t>
            </a:r>
          </a:p>
          <a:p>
            <a:pPr lvl="1">
              <a:lnSpc>
                <a:spcPct val="90000"/>
              </a:lnSpc>
            </a:pPr>
            <a:r>
              <a:rPr lang="it-IT" sz="1400" dirty="0" err="1"/>
              <a:t>Correct</a:t>
            </a:r>
            <a:r>
              <a:rPr lang="it-IT" sz="1400" dirty="0"/>
              <a:t> -&gt; nessuna analisi</a:t>
            </a:r>
          </a:p>
          <a:p>
            <a:pPr marL="742950" indent="-742950">
              <a:lnSpc>
                <a:spcPct val="90000"/>
              </a:lnSpc>
              <a:buFont typeface="+mj-lt"/>
              <a:buAutoNum type="arabicPeriod"/>
            </a:pPr>
            <a:r>
              <a:rPr lang="it-IT" sz="1400" dirty="0"/>
              <a:t>Analisi con </a:t>
            </a:r>
            <a:r>
              <a:rPr lang="it-IT" sz="1400" b="1" dirty="0"/>
              <a:t>LLM Giudice </a:t>
            </a:r>
            <a:r>
              <a:rPr lang="it-IT" sz="1400" dirty="0"/>
              <a:t>che analizza: output del programma codice sorgente dello studente e produce una diagnosi sulla correttezza e sul possibile errore.</a:t>
            </a:r>
          </a:p>
          <a:p>
            <a:pPr marL="742950" indent="-742950">
              <a:lnSpc>
                <a:spcPct val="90000"/>
              </a:lnSpc>
              <a:buFont typeface="+mj-lt"/>
              <a:buAutoNum type="arabicPeriod"/>
            </a:pPr>
            <a:r>
              <a:rPr lang="it-IT" sz="1400" dirty="0"/>
              <a:t>Valutazione della diagnosi (LLM giudice) che verifica se la diagnosi è coerente con l’errore reale o con i risultati dell’analisi statica.</a:t>
            </a:r>
          </a:p>
          <a:p>
            <a:pPr marL="742950" indent="-742950">
              <a:lnSpc>
                <a:spcPct val="90000"/>
              </a:lnSpc>
              <a:buFont typeface="+mj-lt"/>
              <a:buAutoNum type="arabicPeriod"/>
            </a:pPr>
            <a:r>
              <a:rPr lang="it-IT" sz="1400" dirty="0"/>
              <a:t>Salvataggio dei risultati in formato JSON per l’analisi sperimentale.</a:t>
            </a:r>
          </a:p>
        </p:txBody>
      </p:sp>
    </p:spTree>
    <p:extLst>
      <p:ext uri="{BB962C8B-B14F-4D97-AF65-F5344CB8AC3E}">
        <p14:creationId xmlns:p14="http://schemas.microsoft.com/office/powerpoint/2010/main" val="34483482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AB4F55-7C72-D22F-3741-0672BE70F060}"/>
              </a:ext>
            </a:extLst>
          </p:cNvPr>
          <p:cNvSpPr>
            <a:spLocks noGrp="1"/>
          </p:cNvSpPr>
          <p:nvPr>
            <p:ph type="title"/>
          </p:nvPr>
        </p:nvSpPr>
        <p:spPr>
          <a:xfrm>
            <a:off x="205291" y="76766"/>
            <a:ext cx="9404723" cy="1400530"/>
          </a:xfrm>
        </p:spPr>
        <p:txBody>
          <a:bodyPr/>
          <a:lstStyle/>
          <a:p>
            <a:r>
              <a:rPr lang="it-IT" dirty="0"/>
              <a:t>LLM Primario</a:t>
            </a:r>
          </a:p>
        </p:txBody>
      </p:sp>
      <p:sp>
        <p:nvSpPr>
          <p:cNvPr id="3" name="Segnaposto contenuto 2">
            <a:extLst>
              <a:ext uri="{FF2B5EF4-FFF2-40B4-BE49-F238E27FC236}">
                <a16:creationId xmlns:a16="http://schemas.microsoft.com/office/drawing/2014/main" id="{CA0C6D87-6196-9922-FC76-73927550DA72}"/>
              </a:ext>
            </a:extLst>
          </p:cNvPr>
          <p:cNvSpPr>
            <a:spLocks noGrp="1"/>
          </p:cNvSpPr>
          <p:nvPr>
            <p:ph idx="1"/>
          </p:nvPr>
        </p:nvSpPr>
        <p:spPr>
          <a:xfrm>
            <a:off x="205291" y="777031"/>
            <a:ext cx="11656310" cy="6004203"/>
          </a:xfrm>
          <a:noFill/>
          <a:ln>
            <a:noFill/>
          </a:ln>
        </p:spPr>
        <p:txBody>
          <a:bodyPr>
            <a:normAutofit/>
          </a:bodyPr>
          <a:lstStyle/>
          <a:p>
            <a:pPr marL="0" indent="0">
              <a:buNone/>
            </a:pPr>
            <a:r>
              <a:rPr lang="it-IT" sz="1600" b="1" dirty="0"/>
              <a:t>(Modello</a:t>
            </a:r>
            <a:r>
              <a:rPr lang="it-IT" sz="1600" b="1" i="1" dirty="0"/>
              <a:t> llama3:8b</a:t>
            </a:r>
            <a:r>
              <a:rPr lang="it-IT" sz="1600" b="1" dirty="0"/>
              <a:t>)</a:t>
            </a:r>
          </a:p>
          <a:p>
            <a:pPr marL="0" indent="0">
              <a:buNone/>
            </a:pPr>
            <a:r>
              <a:rPr lang="it-IT" sz="1600" b="1" dirty="0"/>
              <a:t>Prompt LLM Primario per i casi:</a:t>
            </a:r>
          </a:p>
          <a:p>
            <a:pPr marL="0" indent="0">
              <a:buNone/>
            </a:pPr>
            <a:r>
              <a:rPr lang="it-IT" sz="1600" b="1" dirty="0" err="1"/>
              <a:t>dynamic_check_failed</a:t>
            </a:r>
            <a:r>
              <a:rPr lang="it-IT" sz="1600" b="1" dirty="0"/>
              <a:t> e </a:t>
            </a:r>
            <a:r>
              <a:rPr lang="it-IT" sz="1600" b="1" dirty="0" err="1"/>
              <a:t>static_check_failed</a:t>
            </a:r>
            <a:r>
              <a:rPr lang="it-IT" sz="1600" b="1" dirty="0"/>
              <a:t> </a:t>
            </a:r>
          </a:p>
          <a:p>
            <a:pPr marL="0" indent="0">
              <a:buNone/>
            </a:pPr>
            <a:r>
              <a:rPr lang="it-IT" sz="1600" dirty="0"/>
              <a:t>(stesse query per entrambi i casi):</a:t>
            </a:r>
          </a:p>
          <a:p>
            <a:pPr marL="0" indent="0">
              <a:buNone/>
            </a:pPr>
            <a:r>
              <a:rPr lang="it-IT" sz="1600" b="1" dirty="0"/>
              <a:t>Diagnosi output</a:t>
            </a:r>
          </a:p>
          <a:p>
            <a:pPr marL="0" indent="0">
              <a:buNone/>
            </a:pPr>
            <a:endParaRPr lang="it-IT" sz="1600" b="1" dirty="0"/>
          </a:p>
          <a:p>
            <a:pPr marL="0" indent="0">
              <a:buNone/>
            </a:pPr>
            <a:endParaRPr lang="it-IT" sz="1600" b="1" dirty="0"/>
          </a:p>
          <a:p>
            <a:pPr marL="0" indent="0">
              <a:buNone/>
            </a:pPr>
            <a:endParaRPr lang="it-IT" sz="1600" b="1" dirty="0"/>
          </a:p>
          <a:p>
            <a:pPr marL="0" indent="0">
              <a:buNone/>
            </a:pPr>
            <a:endParaRPr lang="it-IT" sz="1600" b="1" dirty="0"/>
          </a:p>
          <a:p>
            <a:pPr marL="0" indent="0">
              <a:buNone/>
            </a:pPr>
            <a:endParaRPr lang="it-IT" sz="1600" b="1" dirty="0"/>
          </a:p>
          <a:p>
            <a:pPr marL="0" indent="0">
              <a:buNone/>
            </a:pPr>
            <a:endParaRPr lang="it-IT" sz="1600" b="1" dirty="0"/>
          </a:p>
          <a:p>
            <a:pPr marL="0" indent="0">
              <a:buNone/>
            </a:pPr>
            <a:endParaRPr lang="it-IT" sz="1600" b="1" dirty="0"/>
          </a:p>
          <a:p>
            <a:pPr marL="0" indent="0">
              <a:buNone/>
            </a:pPr>
            <a:r>
              <a:rPr lang="it-IT" sz="1600" b="1" dirty="0"/>
              <a:t>Diagnosi codice </a:t>
            </a:r>
            <a:endParaRPr lang="it-IT" sz="1600" dirty="0"/>
          </a:p>
        </p:txBody>
      </p:sp>
      <p:sp>
        <p:nvSpPr>
          <p:cNvPr id="6" name="Rettangolo con angoli arrotondati 5">
            <a:extLst>
              <a:ext uri="{FF2B5EF4-FFF2-40B4-BE49-F238E27FC236}">
                <a16:creationId xmlns:a16="http://schemas.microsoft.com/office/drawing/2014/main" id="{1E66D8D4-08AE-3C15-8D62-0DF882CE66F5}"/>
              </a:ext>
            </a:extLst>
          </p:cNvPr>
          <p:cNvSpPr/>
          <p:nvPr/>
        </p:nvSpPr>
        <p:spPr>
          <a:xfrm>
            <a:off x="5110400" y="93406"/>
            <a:ext cx="6813756" cy="3242754"/>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it-IT" sz="1200" dirty="0"/>
              <a:t>Sei un assistente che analizza l'esecuzione di programmi C concorrenti.</a:t>
            </a:r>
          </a:p>
          <a:p>
            <a:r>
              <a:rPr lang="it-IT" sz="1200" dirty="0"/>
              <a:t>ATTENZIONE:</a:t>
            </a:r>
          </a:p>
          <a:p>
            <a:r>
              <a:rPr lang="it-IT" sz="1200" dirty="0"/>
              <a:t>* I programmi potrebbero essere corretti.</a:t>
            </a:r>
          </a:p>
          <a:p>
            <a:r>
              <a:rPr lang="it-IT" sz="1200" dirty="0"/>
              <a:t>* Non assumere errori se non sei sicuro.</a:t>
            </a:r>
          </a:p>
          <a:p>
            <a:r>
              <a:rPr lang="it-IT" sz="1200" dirty="0"/>
              <a:t>* Essendo programmi concorrenti, l'ordine delle stampe può cambiare.</a:t>
            </a:r>
          </a:p>
          <a:p>
            <a:endParaRPr lang="it-IT" sz="1200" dirty="0"/>
          </a:p>
          <a:p>
            <a:r>
              <a:rPr lang="it-IT" sz="1200" dirty="0"/>
              <a:t>Questo è il programma che è stato eseguito, con la sua traccia e l'output risultante.</a:t>
            </a:r>
          </a:p>
          <a:p>
            <a:endParaRPr lang="it-IT" sz="1200" dirty="0"/>
          </a:p>
          <a:p>
            <a:r>
              <a:rPr lang="it-IT" sz="1200" b="1" dirty="0"/>
              <a:t>TRACCIA ESERCIZIO</a:t>
            </a:r>
            <a:r>
              <a:rPr lang="it-IT" sz="1200" dirty="0"/>
              <a:t>:</a:t>
            </a:r>
          </a:p>
          <a:p>
            <a:r>
              <a:rPr lang="it-IT" sz="1200" dirty="0"/>
              <a:t>{</a:t>
            </a:r>
            <a:r>
              <a:rPr lang="it-IT" sz="1200" dirty="0" err="1"/>
              <a:t>readme</a:t>
            </a:r>
            <a:r>
              <a:rPr lang="it-IT" sz="1200" dirty="0"/>
              <a:t>}</a:t>
            </a:r>
          </a:p>
          <a:p>
            <a:r>
              <a:rPr lang="it-IT" sz="1200" b="1" dirty="0"/>
              <a:t>OUTPUT DEL PROGRAMMA</a:t>
            </a:r>
            <a:r>
              <a:rPr lang="it-IT" sz="1200" dirty="0"/>
              <a:t>:</a:t>
            </a:r>
          </a:p>
          <a:p>
            <a:r>
              <a:rPr lang="it-IT" sz="1200" dirty="0"/>
              <a:t>{</a:t>
            </a:r>
            <a:r>
              <a:rPr lang="it-IT" sz="1200" dirty="0" err="1"/>
              <a:t>program_output</a:t>
            </a:r>
            <a:r>
              <a:rPr lang="it-IT" sz="1200" dirty="0"/>
              <a:t>}</a:t>
            </a:r>
          </a:p>
          <a:p>
            <a:endParaRPr lang="it-IT" sz="1200" dirty="0"/>
          </a:p>
          <a:p>
            <a:r>
              <a:rPr lang="it-IT" sz="1200" dirty="0"/>
              <a:t>Rispondi solo con:</a:t>
            </a:r>
          </a:p>
          <a:p>
            <a:r>
              <a:rPr lang="it-IT" sz="1200" b="1" dirty="0"/>
              <a:t>OUTPUT_CORRETTO</a:t>
            </a:r>
            <a:r>
              <a:rPr lang="it-IT" sz="1200" dirty="0"/>
              <a:t>: SI oppure NO</a:t>
            </a:r>
          </a:p>
          <a:p>
            <a:r>
              <a:rPr lang="it-IT" sz="1200" b="1" dirty="0"/>
              <a:t>DIAGNOSI_OUTPUT</a:t>
            </a:r>
            <a:r>
              <a:rPr lang="it-IT" sz="1200" dirty="0"/>
              <a:t>: &lt;max 3 righe&gt;</a:t>
            </a:r>
          </a:p>
          <a:p>
            <a:pPr algn="ctr"/>
            <a:endParaRPr lang="it-IT" sz="1200" dirty="0"/>
          </a:p>
        </p:txBody>
      </p:sp>
      <p:sp>
        <p:nvSpPr>
          <p:cNvPr id="9" name="Rettangolo con angoli arrotondati 8">
            <a:extLst>
              <a:ext uri="{FF2B5EF4-FFF2-40B4-BE49-F238E27FC236}">
                <a16:creationId xmlns:a16="http://schemas.microsoft.com/office/drawing/2014/main" id="{47F3D6A8-0BD7-B225-5A21-02D595C21A89}"/>
              </a:ext>
            </a:extLst>
          </p:cNvPr>
          <p:cNvSpPr/>
          <p:nvPr/>
        </p:nvSpPr>
        <p:spPr>
          <a:xfrm>
            <a:off x="5110400" y="3352800"/>
            <a:ext cx="6876309" cy="3505200"/>
          </a:xfrm>
          <a:prstGeom prst="roundRect">
            <a:avLst/>
          </a:prstGeom>
          <a:solidFill>
            <a:srgbClr val="00B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it-IT" sz="1200" dirty="0"/>
              <a:t>Sei un analista statico che analizza codice C concorrente.</a:t>
            </a:r>
          </a:p>
          <a:p>
            <a:r>
              <a:rPr lang="it-IT" sz="1200" dirty="0"/>
              <a:t>ATTENZIONE:</a:t>
            </a:r>
          </a:p>
          <a:p>
            <a:r>
              <a:rPr lang="it-IT" sz="1200" dirty="0"/>
              <a:t>* Il programma potrebbe essere corretto.</a:t>
            </a:r>
          </a:p>
          <a:p>
            <a:r>
              <a:rPr lang="it-IT" sz="1200" dirty="0"/>
              <a:t>* Non assumere errori se non sei sicuro.</a:t>
            </a:r>
          </a:p>
          <a:p>
            <a:r>
              <a:rPr lang="it-IT" sz="1200" dirty="0"/>
              <a:t>* Vedi solo parti del codice a causa di limiti di contesto.</a:t>
            </a:r>
          </a:p>
          <a:p>
            <a:r>
              <a:rPr lang="it-IT" sz="1200" dirty="0"/>
              <a:t>Questo è il programma che è stato eseguito, con la sua traccia, l'output risultante e il codice sorgente.</a:t>
            </a:r>
            <a:br>
              <a:rPr lang="it-IT" sz="1200" dirty="0"/>
            </a:br>
            <a:endParaRPr lang="it-IT" sz="1200" dirty="0"/>
          </a:p>
          <a:p>
            <a:r>
              <a:rPr lang="it-IT" sz="1200" b="1" dirty="0"/>
              <a:t>TRACCIA</a:t>
            </a:r>
            <a:r>
              <a:rPr lang="it-IT" sz="1200" dirty="0"/>
              <a:t>:</a:t>
            </a:r>
          </a:p>
          <a:p>
            <a:r>
              <a:rPr lang="it-IT" sz="1200" dirty="0"/>
              <a:t>{</a:t>
            </a:r>
            <a:r>
              <a:rPr lang="it-IT" sz="1200" dirty="0" err="1"/>
              <a:t>readme</a:t>
            </a:r>
            <a:r>
              <a:rPr lang="it-IT" sz="1200" dirty="0"/>
              <a:t>}</a:t>
            </a:r>
          </a:p>
          <a:p>
            <a:r>
              <a:rPr lang="it-IT" sz="1200" b="1" dirty="0"/>
              <a:t>OUTPUT</a:t>
            </a:r>
            <a:r>
              <a:rPr lang="it-IT" sz="1200" dirty="0"/>
              <a:t>:</a:t>
            </a:r>
          </a:p>
          <a:p>
            <a:r>
              <a:rPr lang="it-IT" sz="1200" dirty="0"/>
              <a:t>{</a:t>
            </a:r>
            <a:r>
              <a:rPr lang="it-IT" sz="1200" dirty="0" err="1"/>
              <a:t>program_output</a:t>
            </a:r>
            <a:r>
              <a:rPr lang="it-IT" sz="1200" dirty="0"/>
              <a:t>}</a:t>
            </a:r>
          </a:p>
          <a:p>
            <a:r>
              <a:rPr lang="it-IT" sz="1200" b="1" dirty="0"/>
              <a:t>CODICE STUDENTE</a:t>
            </a:r>
            <a:r>
              <a:rPr lang="it-IT" sz="1200" dirty="0"/>
              <a:t>:</a:t>
            </a:r>
          </a:p>
          <a:p>
            <a:r>
              <a:rPr lang="it-IT" sz="1200" dirty="0"/>
              <a:t>{code}</a:t>
            </a:r>
          </a:p>
          <a:p>
            <a:endParaRPr lang="it-IT" sz="1200" dirty="0"/>
          </a:p>
          <a:p>
            <a:r>
              <a:rPr lang="it-IT" sz="1200" dirty="0"/>
              <a:t>Rispondi solo con:</a:t>
            </a:r>
          </a:p>
          <a:p>
            <a:r>
              <a:rPr lang="it-IT" sz="1200" b="1" dirty="0"/>
              <a:t>CODICE_CORRETTO</a:t>
            </a:r>
            <a:r>
              <a:rPr lang="it-IT" sz="1200" dirty="0"/>
              <a:t>: SI oppure NO</a:t>
            </a:r>
          </a:p>
          <a:p>
            <a:r>
              <a:rPr lang="it-IT" sz="1200" b="1" dirty="0"/>
              <a:t>DIAGNOSI_CODICE</a:t>
            </a:r>
            <a:r>
              <a:rPr lang="it-IT" sz="1200" dirty="0"/>
              <a:t>: &lt;max 4 righe&gt;</a:t>
            </a:r>
          </a:p>
          <a:p>
            <a:pPr algn="ctr"/>
            <a:endParaRPr lang="it-IT" sz="500" dirty="0"/>
          </a:p>
        </p:txBody>
      </p:sp>
      <p:sp>
        <p:nvSpPr>
          <p:cNvPr id="14" name="Freccia a destra 13">
            <a:extLst>
              <a:ext uri="{FF2B5EF4-FFF2-40B4-BE49-F238E27FC236}">
                <a16:creationId xmlns:a16="http://schemas.microsoft.com/office/drawing/2014/main" id="{9632C058-93E4-6027-8F98-2A55D3D867D0}"/>
              </a:ext>
            </a:extLst>
          </p:cNvPr>
          <p:cNvSpPr/>
          <p:nvPr/>
        </p:nvSpPr>
        <p:spPr>
          <a:xfrm>
            <a:off x="1927122" y="2271850"/>
            <a:ext cx="3183277" cy="310978"/>
          </a:xfrm>
          <a:prstGeom prst="rightArrow">
            <a:avLst/>
          </a:prstGeom>
          <a:solidFill>
            <a:schemeClr val="bg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reccia a destra 14">
            <a:extLst>
              <a:ext uri="{FF2B5EF4-FFF2-40B4-BE49-F238E27FC236}">
                <a16:creationId xmlns:a16="http://schemas.microsoft.com/office/drawing/2014/main" id="{35CE99B3-1B45-32E8-448D-BC5C3A37ECB6}"/>
              </a:ext>
            </a:extLst>
          </p:cNvPr>
          <p:cNvSpPr/>
          <p:nvPr/>
        </p:nvSpPr>
        <p:spPr>
          <a:xfrm>
            <a:off x="1927122" y="5265174"/>
            <a:ext cx="3183277" cy="310978"/>
          </a:xfrm>
          <a:prstGeom prst="rightArrow">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5591994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AA042-3FBB-38AE-6143-823987658A3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CD9C8B7-2B2F-E51A-11AD-631E3AAEC21F}"/>
              </a:ext>
            </a:extLst>
          </p:cNvPr>
          <p:cNvSpPr>
            <a:spLocks noGrp="1"/>
          </p:cNvSpPr>
          <p:nvPr>
            <p:ph type="title"/>
          </p:nvPr>
        </p:nvSpPr>
        <p:spPr>
          <a:xfrm>
            <a:off x="205291" y="76766"/>
            <a:ext cx="9404723" cy="1400530"/>
          </a:xfrm>
        </p:spPr>
        <p:txBody>
          <a:bodyPr/>
          <a:lstStyle/>
          <a:p>
            <a:r>
              <a:rPr lang="it-IT" dirty="0"/>
              <a:t>LLM Giudice</a:t>
            </a:r>
          </a:p>
        </p:txBody>
      </p:sp>
      <p:sp>
        <p:nvSpPr>
          <p:cNvPr id="3" name="Segnaposto contenuto 2">
            <a:extLst>
              <a:ext uri="{FF2B5EF4-FFF2-40B4-BE49-F238E27FC236}">
                <a16:creationId xmlns:a16="http://schemas.microsoft.com/office/drawing/2014/main" id="{10408E0C-4200-7930-7240-B386524C8EBD}"/>
              </a:ext>
            </a:extLst>
          </p:cNvPr>
          <p:cNvSpPr>
            <a:spLocks noGrp="1"/>
          </p:cNvSpPr>
          <p:nvPr>
            <p:ph idx="1"/>
          </p:nvPr>
        </p:nvSpPr>
        <p:spPr>
          <a:xfrm>
            <a:off x="205291" y="777031"/>
            <a:ext cx="11656310" cy="6004203"/>
          </a:xfrm>
          <a:noFill/>
          <a:ln>
            <a:noFill/>
          </a:ln>
        </p:spPr>
        <p:txBody>
          <a:bodyPr>
            <a:normAutofit lnSpcReduction="10000"/>
          </a:bodyPr>
          <a:lstStyle/>
          <a:p>
            <a:pPr marL="0" indent="0">
              <a:buNone/>
            </a:pPr>
            <a:r>
              <a:rPr lang="it-IT" sz="1600" b="1" dirty="0"/>
              <a:t>(Modello</a:t>
            </a:r>
            <a:r>
              <a:rPr lang="it-IT" sz="1600" b="1" i="1" dirty="0"/>
              <a:t> qwen2.5-coder:7b</a:t>
            </a:r>
            <a:r>
              <a:rPr lang="it-IT" sz="1600" b="1" dirty="0"/>
              <a:t>)</a:t>
            </a:r>
          </a:p>
          <a:p>
            <a:pPr marL="0" indent="0">
              <a:buNone/>
            </a:pPr>
            <a:r>
              <a:rPr lang="it-IT" sz="1600" b="1" dirty="0"/>
              <a:t>Prompt LLM Giudice:</a:t>
            </a:r>
            <a:endParaRPr lang="it-IT" sz="1600" b="1" dirty="0">
              <a:solidFill>
                <a:schemeClr val="accent4"/>
              </a:solidFill>
            </a:endParaRPr>
          </a:p>
          <a:p>
            <a:pPr marL="0" indent="0">
              <a:buNone/>
            </a:pPr>
            <a:endParaRPr lang="it-IT" sz="1600" b="1" dirty="0"/>
          </a:p>
          <a:p>
            <a:pPr marL="0" indent="0">
              <a:buNone/>
            </a:pPr>
            <a:r>
              <a:rPr lang="it-IT" sz="1600" b="1" dirty="0"/>
              <a:t>Diagnosi output</a:t>
            </a:r>
          </a:p>
          <a:p>
            <a:pPr marL="0" indent="0">
              <a:buNone/>
            </a:pPr>
            <a:r>
              <a:rPr lang="it-IT" sz="1600" b="1" dirty="0"/>
              <a:t>*Nota: </a:t>
            </a:r>
            <a:r>
              <a:rPr lang="it-IT" sz="1600" dirty="0"/>
              <a:t>in caso di </a:t>
            </a:r>
            <a:r>
              <a:rPr lang="it-IT" sz="1600" b="1" dirty="0" err="1"/>
              <a:t>static_check_failed</a:t>
            </a:r>
            <a:r>
              <a:rPr lang="it-IT" sz="1600" b="1" dirty="0"/>
              <a:t> </a:t>
            </a:r>
            <a:r>
              <a:rPr lang="it-IT" sz="1600" dirty="0"/>
              <a:t>non viene</a:t>
            </a:r>
          </a:p>
          <a:p>
            <a:pPr marL="0" indent="0">
              <a:buNone/>
            </a:pPr>
            <a:r>
              <a:rPr lang="it-IT" sz="1600" dirty="0"/>
              <a:t>chiamato il giudice della diagnosi output </a:t>
            </a:r>
          </a:p>
          <a:p>
            <a:pPr marL="0" indent="0">
              <a:buNone/>
            </a:pPr>
            <a:r>
              <a:rPr lang="it-IT" sz="1600" dirty="0"/>
              <a:t>poiché non serve.</a:t>
            </a:r>
          </a:p>
          <a:p>
            <a:pPr marL="0" indent="0">
              <a:buNone/>
            </a:pPr>
            <a:endParaRPr lang="it-IT" sz="1600" b="1" dirty="0"/>
          </a:p>
          <a:p>
            <a:pPr marL="0" indent="0">
              <a:buNone/>
            </a:pPr>
            <a:endParaRPr lang="it-IT" sz="1600" b="1" dirty="0"/>
          </a:p>
          <a:p>
            <a:pPr marL="0" indent="0">
              <a:buNone/>
            </a:pPr>
            <a:endParaRPr lang="it-IT" sz="1600" b="1" dirty="0"/>
          </a:p>
          <a:p>
            <a:pPr marL="0" indent="0">
              <a:buNone/>
            </a:pPr>
            <a:endParaRPr lang="it-IT" sz="1600" b="1" dirty="0"/>
          </a:p>
          <a:p>
            <a:pPr marL="0" indent="0">
              <a:buNone/>
            </a:pPr>
            <a:endParaRPr lang="it-IT" sz="1600" b="1" dirty="0"/>
          </a:p>
          <a:p>
            <a:pPr marL="0" indent="0">
              <a:buNone/>
            </a:pPr>
            <a:endParaRPr lang="it-IT" sz="1600" b="1" dirty="0"/>
          </a:p>
          <a:p>
            <a:pPr marL="0" indent="0">
              <a:buNone/>
            </a:pPr>
            <a:endParaRPr lang="it-IT" sz="1600" b="1" dirty="0"/>
          </a:p>
          <a:p>
            <a:pPr marL="0" indent="0">
              <a:buNone/>
            </a:pPr>
            <a:r>
              <a:rPr lang="it-IT" sz="1600" b="1" dirty="0"/>
              <a:t>Diagnosi codice </a:t>
            </a:r>
          </a:p>
          <a:p>
            <a:pPr marL="0" indent="0">
              <a:buNone/>
            </a:pPr>
            <a:r>
              <a:rPr lang="it-IT" sz="1600" b="1" dirty="0"/>
              <a:t>*Nota: </a:t>
            </a:r>
            <a:r>
              <a:rPr lang="it-IT" sz="1600" dirty="0"/>
              <a:t>in caso di </a:t>
            </a:r>
            <a:r>
              <a:rPr lang="it-IT" sz="1600" b="1" dirty="0" err="1"/>
              <a:t>static_check_failed</a:t>
            </a:r>
            <a:r>
              <a:rPr lang="it-IT" sz="1600" b="1" dirty="0"/>
              <a:t> </a:t>
            </a:r>
            <a:r>
              <a:rPr lang="it-IT" sz="1600" dirty="0"/>
              <a:t>non vengono</a:t>
            </a:r>
          </a:p>
          <a:p>
            <a:pPr marL="0" indent="0">
              <a:buNone/>
            </a:pPr>
            <a:r>
              <a:rPr lang="it-IT" sz="1600" dirty="0"/>
              <a:t>passati codice studente e codice soluzione.</a:t>
            </a:r>
          </a:p>
        </p:txBody>
      </p:sp>
      <p:sp>
        <p:nvSpPr>
          <p:cNvPr id="6" name="Rettangolo con angoli arrotondati 5">
            <a:extLst>
              <a:ext uri="{FF2B5EF4-FFF2-40B4-BE49-F238E27FC236}">
                <a16:creationId xmlns:a16="http://schemas.microsoft.com/office/drawing/2014/main" id="{4A430FC4-E9B1-5819-BD35-3E98DFF2DA95}"/>
              </a:ext>
            </a:extLst>
          </p:cNvPr>
          <p:cNvSpPr/>
          <p:nvPr/>
        </p:nvSpPr>
        <p:spPr>
          <a:xfrm>
            <a:off x="5287381" y="223685"/>
            <a:ext cx="6813755" cy="3170902"/>
          </a:xfrm>
          <a:prstGeom prst="roundRect">
            <a:avLst/>
          </a:prstGeom>
          <a:solidFill>
            <a:schemeClr val="accent3"/>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it-IT" sz="1200" dirty="0"/>
              <a:t>Sei un giudice esperto di output di programmi C concorrenti.</a:t>
            </a:r>
          </a:p>
          <a:p>
            <a:r>
              <a:rPr lang="it-IT" sz="1200" dirty="0"/>
              <a:t>Valuta questa diagnosi sulla correttezza dell'output.</a:t>
            </a:r>
          </a:p>
          <a:p>
            <a:r>
              <a:rPr lang="it-IT" sz="1200" dirty="0"/>
              <a:t>NOTA: il programma è concorrente, quindi l'ordine delle stampe può variare.</a:t>
            </a:r>
          </a:p>
          <a:p>
            <a:r>
              <a:rPr lang="it-IT" sz="1200" dirty="0"/>
              <a:t>Questa è la diagnosi che devi giudicare, confrontandola con l'errore reale osservato nei test:</a:t>
            </a:r>
          </a:p>
          <a:p>
            <a:r>
              <a:rPr lang="it-IT" sz="1200" b="1" dirty="0"/>
              <a:t>DIAGNOSI LLM:</a:t>
            </a:r>
          </a:p>
          <a:p>
            <a:r>
              <a:rPr lang="it-IT" sz="1200" dirty="0"/>
              <a:t>{diagnosi}</a:t>
            </a:r>
          </a:p>
          <a:p>
            <a:r>
              <a:rPr lang="it-IT" sz="1200" b="1" dirty="0"/>
              <a:t>ERRORE REALE DAL TEST:</a:t>
            </a:r>
          </a:p>
          <a:p>
            <a:r>
              <a:rPr lang="it-IT" sz="1200" dirty="0"/>
              <a:t>{</a:t>
            </a:r>
            <a:r>
              <a:rPr lang="it-IT" sz="1200" dirty="0" err="1"/>
              <a:t>errore_reale</a:t>
            </a:r>
            <a:r>
              <a:rPr lang="it-IT" sz="1200" dirty="0"/>
              <a:t>}</a:t>
            </a:r>
          </a:p>
          <a:p>
            <a:endParaRPr lang="it-IT" sz="1200" dirty="0"/>
          </a:p>
          <a:p>
            <a:r>
              <a:rPr lang="it-IT" sz="1200" dirty="0"/>
              <a:t>La diagnosi LLM spiegata è coerente con l'errore reale osservato? Valuta obiettivamente se la diagnosi spiega adeguatamente l'errore o è troppo vaga/superficiale.</a:t>
            </a:r>
          </a:p>
          <a:p>
            <a:endParaRPr lang="it-IT" sz="1200" dirty="0"/>
          </a:p>
          <a:p>
            <a:r>
              <a:rPr lang="it-IT" sz="1200" dirty="0"/>
              <a:t>Rispondi esattamente in questo formato:</a:t>
            </a:r>
          </a:p>
          <a:p>
            <a:r>
              <a:rPr lang="it-IT" sz="1200" b="1" dirty="0"/>
              <a:t>DIAGNOSI_CORRETTA</a:t>
            </a:r>
            <a:r>
              <a:rPr lang="it-IT" sz="1200" dirty="0"/>
              <a:t>: SI oppure NO</a:t>
            </a:r>
          </a:p>
          <a:p>
            <a:pPr algn="ctr"/>
            <a:endParaRPr lang="it-IT" sz="1000" dirty="0"/>
          </a:p>
        </p:txBody>
      </p:sp>
      <p:sp>
        <p:nvSpPr>
          <p:cNvPr id="9" name="Rettangolo con angoli arrotondati 8">
            <a:extLst>
              <a:ext uri="{FF2B5EF4-FFF2-40B4-BE49-F238E27FC236}">
                <a16:creationId xmlns:a16="http://schemas.microsoft.com/office/drawing/2014/main" id="{EC273BEA-253E-FE38-2276-C59E2202ABE3}"/>
              </a:ext>
            </a:extLst>
          </p:cNvPr>
          <p:cNvSpPr/>
          <p:nvPr/>
        </p:nvSpPr>
        <p:spPr>
          <a:xfrm>
            <a:off x="5287381" y="3394587"/>
            <a:ext cx="6813755" cy="3411794"/>
          </a:xfrm>
          <a:prstGeom prst="roundRect">
            <a:avLst/>
          </a:prstGeom>
          <a:solidFill>
            <a:schemeClr val="accent4">
              <a:lumMod val="5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it-IT" sz="1200" dirty="0"/>
              <a:t>Sei un giudice esperto di codice C concorrente.</a:t>
            </a:r>
          </a:p>
          <a:p>
            <a:r>
              <a:rPr lang="it-IT" sz="1200" dirty="0"/>
              <a:t>Valuta questa diagnosi sulla correttezza del codice realizzato dallo studente, confrontandola con il codice della soluzione.</a:t>
            </a:r>
          </a:p>
          <a:p>
            <a:r>
              <a:rPr lang="it-IT" sz="1200" b="1" dirty="0"/>
              <a:t>DIAGNOSI LLM:</a:t>
            </a:r>
          </a:p>
          <a:p>
            <a:r>
              <a:rPr lang="it-IT" sz="1200" dirty="0"/>
              <a:t>{diagnosi}{</a:t>
            </a:r>
            <a:r>
              <a:rPr lang="it-IT" sz="1200" dirty="0" err="1"/>
              <a:t>warnings_text</a:t>
            </a:r>
            <a:r>
              <a:rPr lang="it-IT" sz="1200" dirty="0"/>
              <a:t>}</a:t>
            </a:r>
          </a:p>
          <a:p>
            <a:r>
              <a:rPr lang="it-IT" sz="1200" b="1" dirty="0"/>
              <a:t>CODICE STUDENTE:</a:t>
            </a:r>
          </a:p>
          <a:p>
            <a:r>
              <a:rPr lang="it-IT" sz="1200" dirty="0"/>
              <a:t>{</a:t>
            </a:r>
            <a:r>
              <a:rPr lang="it-IT" sz="1200" dirty="0" err="1"/>
              <a:t>code_around</a:t>
            </a:r>
            <a:r>
              <a:rPr lang="it-IT" sz="1200" dirty="0"/>
              <a:t>}</a:t>
            </a:r>
          </a:p>
          <a:p>
            <a:r>
              <a:rPr lang="it-IT" sz="1200" b="1" dirty="0"/>
              <a:t>CODICE SOLUZIONE:</a:t>
            </a:r>
          </a:p>
          <a:p>
            <a:r>
              <a:rPr lang="it-IT" sz="1200" dirty="0"/>
              <a:t>{</a:t>
            </a:r>
            <a:r>
              <a:rPr lang="it-IT" sz="1200" dirty="0" err="1"/>
              <a:t>solution_code</a:t>
            </a:r>
            <a:r>
              <a:rPr lang="it-IT" sz="1200" dirty="0"/>
              <a:t>}</a:t>
            </a:r>
          </a:p>
          <a:p>
            <a:endParaRPr lang="it-IT" sz="1200" dirty="0"/>
          </a:p>
          <a:p>
            <a:r>
              <a:rPr lang="it-IT" sz="1200" dirty="0"/>
              <a:t>I warning di analisi statica rappresentano problemi reali nel codice. Usa questi come verità assoluta per valutare se la diagnosi dell'LLM identifica correttamente i problemi presenti.</a:t>
            </a:r>
          </a:p>
          <a:p>
            <a:r>
              <a:rPr lang="it-IT" sz="1200" dirty="0"/>
              <a:t>Dati il codice della soluzione e i warning reali, la diagnosi LLM individua correttamente il problema nel codice?</a:t>
            </a:r>
          </a:p>
          <a:p>
            <a:endParaRPr lang="it-IT" sz="1200" dirty="0"/>
          </a:p>
          <a:p>
            <a:r>
              <a:rPr lang="it-IT" sz="1200" dirty="0"/>
              <a:t>Rispondi esattamente in questo formato:</a:t>
            </a:r>
          </a:p>
          <a:p>
            <a:r>
              <a:rPr lang="it-IT" sz="1200" b="1" dirty="0"/>
              <a:t>DIAGNOSI_CORRETTA</a:t>
            </a:r>
            <a:r>
              <a:rPr lang="it-IT" sz="1200" dirty="0"/>
              <a:t>: SI oppure NO</a:t>
            </a:r>
          </a:p>
          <a:p>
            <a:pPr algn="ctr"/>
            <a:endParaRPr lang="it-IT" sz="200" dirty="0"/>
          </a:p>
        </p:txBody>
      </p:sp>
      <p:sp>
        <p:nvSpPr>
          <p:cNvPr id="14" name="Freccia a destra 13">
            <a:extLst>
              <a:ext uri="{FF2B5EF4-FFF2-40B4-BE49-F238E27FC236}">
                <a16:creationId xmlns:a16="http://schemas.microsoft.com/office/drawing/2014/main" id="{4A6984B5-E958-116D-9454-62FA7B6951FC}"/>
              </a:ext>
            </a:extLst>
          </p:cNvPr>
          <p:cNvSpPr/>
          <p:nvPr/>
        </p:nvSpPr>
        <p:spPr>
          <a:xfrm>
            <a:off x="1976285" y="1809136"/>
            <a:ext cx="3183277" cy="310978"/>
          </a:xfrm>
          <a:prstGeom prst="rightArrow">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reccia a destra 14">
            <a:extLst>
              <a:ext uri="{FF2B5EF4-FFF2-40B4-BE49-F238E27FC236}">
                <a16:creationId xmlns:a16="http://schemas.microsoft.com/office/drawing/2014/main" id="{7FE03B32-EC0A-686F-C96D-EA858B58D237}"/>
              </a:ext>
            </a:extLst>
          </p:cNvPr>
          <p:cNvSpPr/>
          <p:nvPr/>
        </p:nvSpPr>
        <p:spPr>
          <a:xfrm>
            <a:off x="2104103" y="5632341"/>
            <a:ext cx="3183277" cy="310978"/>
          </a:xfrm>
          <a:prstGeom prst="rightArrow">
            <a:avLst/>
          </a:prstGeom>
          <a:solidFill>
            <a:schemeClr val="accent4">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602898949"/>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B4F031E-82FC-0679-8928-A2B3D596E8EF}"/>
              </a:ext>
            </a:extLst>
          </p:cNvPr>
          <p:cNvSpPr>
            <a:spLocks noGrp="1"/>
          </p:cNvSpPr>
          <p:nvPr>
            <p:ph type="title"/>
          </p:nvPr>
        </p:nvSpPr>
        <p:spPr>
          <a:xfrm>
            <a:off x="462117" y="39328"/>
            <a:ext cx="4218579" cy="1016072"/>
          </a:xfrm>
        </p:spPr>
        <p:txBody>
          <a:bodyPr/>
          <a:lstStyle/>
          <a:p>
            <a:r>
              <a:rPr lang="it-IT" sz="3200" dirty="0"/>
              <a:t>Esempio di risultato:</a:t>
            </a:r>
          </a:p>
        </p:txBody>
      </p:sp>
      <p:graphicFrame>
        <p:nvGraphicFramePr>
          <p:cNvPr id="4" name="Segnaposto contenuto 3">
            <a:extLst>
              <a:ext uri="{FF2B5EF4-FFF2-40B4-BE49-F238E27FC236}">
                <a16:creationId xmlns:a16="http://schemas.microsoft.com/office/drawing/2014/main" id="{0DF8B56F-3DF5-4D26-AC06-BEA1E4A82D7C}"/>
              </a:ext>
            </a:extLst>
          </p:cNvPr>
          <p:cNvGraphicFramePr>
            <a:graphicFrameLocks noGrp="1"/>
          </p:cNvGraphicFramePr>
          <p:nvPr>
            <p:ph idx="1"/>
            <p:extLst>
              <p:ext uri="{D42A27DB-BD31-4B8C-83A1-F6EECF244321}">
                <p14:modId xmlns:p14="http://schemas.microsoft.com/office/powerpoint/2010/main" val="3050144407"/>
              </p:ext>
            </p:extLst>
          </p:nvPr>
        </p:nvGraphicFramePr>
        <p:xfrm>
          <a:off x="117987" y="594360"/>
          <a:ext cx="11970773" cy="6263640"/>
        </p:xfrm>
        <a:graphic>
          <a:graphicData uri="http://schemas.openxmlformats.org/drawingml/2006/table">
            <a:tbl>
              <a:tblPr firstRow="1" bandRow="1">
                <a:tableStyleId>{5C22544A-7EE6-4342-B048-85BDC9FD1C3A}</a:tableStyleId>
              </a:tblPr>
              <a:tblGrid>
                <a:gridCol w="710729">
                  <a:extLst>
                    <a:ext uri="{9D8B030D-6E8A-4147-A177-3AD203B41FA5}">
                      <a16:colId xmlns:a16="http://schemas.microsoft.com/office/drawing/2014/main" val="1875058376"/>
                    </a:ext>
                  </a:extLst>
                </a:gridCol>
                <a:gridCol w="818202">
                  <a:extLst>
                    <a:ext uri="{9D8B030D-6E8A-4147-A177-3AD203B41FA5}">
                      <a16:colId xmlns:a16="http://schemas.microsoft.com/office/drawing/2014/main" val="2729272592"/>
                    </a:ext>
                  </a:extLst>
                </a:gridCol>
                <a:gridCol w="764779">
                  <a:extLst>
                    <a:ext uri="{9D8B030D-6E8A-4147-A177-3AD203B41FA5}">
                      <a16:colId xmlns:a16="http://schemas.microsoft.com/office/drawing/2014/main" val="2911452443"/>
                    </a:ext>
                  </a:extLst>
                </a:gridCol>
                <a:gridCol w="464058">
                  <a:extLst>
                    <a:ext uri="{9D8B030D-6E8A-4147-A177-3AD203B41FA5}">
                      <a16:colId xmlns:a16="http://schemas.microsoft.com/office/drawing/2014/main" val="2479012610"/>
                    </a:ext>
                  </a:extLst>
                </a:gridCol>
                <a:gridCol w="464058">
                  <a:extLst>
                    <a:ext uri="{9D8B030D-6E8A-4147-A177-3AD203B41FA5}">
                      <a16:colId xmlns:a16="http://schemas.microsoft.com/office/drawing/2014/main" val="2959452781"/>
                    </a:ext>
                  </a:extLst>
                </a:gridCol>
                <a:gridCol w="514744">
                  <a:extLst>
                    <a:ext uri="{9D8B030D-6E8A-4147-A177-3AD203B41FA5}">
                      <a16:colId xmlns:a16="http://schemas.microsoft.com/office/drawing/2014/main" val="1078437898"/>
                    </a:ext>
                  </a:extLst>
                </a:gridCol>
                <a:gridCol w="565004">
                  <a:extLst>
                    <a:ext uri="{9D8B030D-6E8A-4147-A177-3AD203B41FA5}">
                      <a16:colId xmlns:a16="http://schemas.microsoft.com/office/drawing/2014/main" val="3324487126"/>
                    </a:ext>
                  </a:extLst>
                </a:gridCol>
                <a:gridCol w="500483">
                  <a:extLst>
                    <a:ext uri="{9D8B030D-6E8A-4147-A177-3AD203B41FA5}">
                      <a16:colId xmlns:a16="http://schemas.microsoft.com/office/drawing/2014/main" val="2402471246"/>
                    </a:ext>
                  </a:extLst>
                </a:gridCol>
                <a:gridCol w="1414103">
                  <a:extLst>
                    <a:ext uri="{9D8B030D-6E8A-4147-A177-3AD203B41FA5}">
                      <a16:colId xmlns:a16="http://schemas.microsoft.com/office/drawing/2014/main" val="457757330"/>
                    </a:ext>
                  </a:extLst>
                </a:gridCol>
                <a:gridCol w="866124">
                  <a:extLst>
                    <a:ext uri="{9D8B030D-6E8A-4147-A177-3AD203B41FA5}">
                      <a16:colId xmlns:a16="http://schemas.microsoft.com/office/drawing/2014/main" val="75598170"/>
                    </a:ext>
                  </a:extLst>
                </a:gridCol>
                <a:gridCol w="1202176">
                  <a:extLst>
                    <a:ext uri="{9D8B030D-6E8A-4147-A177-3AD203B41FA5}">
                      <a16:colId xmlns:a16="http://schemas.microsoft.com/office/drawing/2014/main" val="963411808"/>
                    </a:ext>
                  </a:extLst>
                </a:gridCol>
                <a:gridCol w="618662">
                  <a:extLst>
                    <a:ext uri="{9D8B030D-6E8A-4147-A177-3AD203B41FA5}">
                      <a16:colId xmlns:a16="http://schemas.microsoft.com/office/drawing/2014/main" val="27591704"/>
                    </a:ext>
                  </a:extLst>
                </a:gridCol>
                <a:gridCol w="1957975">
                  <a:extLst>
                    <a:ext uri="{9D8B030D-6E8A-4147-A177-3AD203B41FA5}">
                      <a16:colId xmlns:a16="http://schemas.microsoft.com/office/drawing/2014/main" val="228824343"/>
                    </a:ext>
                  </a:extLst>
                </a:gridCol>
                <a:gridCol w="481187">
                  <a:extLst>
                    <a:ext uri="{9D8B030D-6E8A-4147-A177-3AD203B41FA5}">
                      <a16:colId xmlns:a16="http://schemas.microsoft.com/office/drawing/2014/main" val="2134066566"/>
                    </a:ext>
                  </a:extLst>
                </a:gridCol>
                <a:gridCol w="628489">
                  <a:extLst>
                    <a:ext uri="{9D8B030D-6E8A-4147-A177-3AD203B41FA5}">
                      <a16:colId xmlns:a16="http://schemas.microsoft.com/office/drawing/2014/main" val="1278294766"/>
                    </a:ext>
                  </a:extLst>
                </a:gridCol>
              </a:tblGrid>
              <a:tr h="790008">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760302">
                <a:tc>
                  <a:txBody>
                    <a:bodyPr/>
                    <a:lstStyle/>
                    <a:p>
                      <a:pPr algn="l"/>
                      <a:r>
                        <a:rPr lang="it-IT" sz="1050" dirty="0"/>
                        <a:t>Agda78</a:t>
                      </a:r>
                    </a:p>
                  </a:txBody>
                  <a:tcPr/>
                </a:tc>
                <a:tc>
                  <a:txBody>
                    <a:bodyPr/>
                    <a:lstStyle/>
                    <a:p>
                      <a:pPr algn="l"/>
                      <a:r>
                        <a:rPr lang="it-IT" sz="1050" dirty="0" err="1"/>
                        <a:t>server_aggregatore_thread</a:t>
                      </a:r>
                      <a:r>
                        <a:rPr lang="it-IT" sz="1050" dirty="0"/>
                        <a:t>"</a:t>
                      </a:r>
                    </a:p>
                  </a:txBody>
                  <a:tcPr/>
                </a:tc>
                <a:tc>
                  <a:txBody>
                    <a:bodyPr/>
                    <a:lstStyle/>
                    <a:p>
                      <a:pPr algn="l"/>
                      <a:r>
                        <a:rPr lang="it-IT" sz="1050" dirty="0"/>
                        <a:t>d996d26cdf78b7f711afd9733309059fc7d3a3af</a:t>
                      </a:r>
                    </a:p>
                  </a:txBody>
                  <a:tcPr/>
                </a:tc>
                <a:tc>
                  <a:txBody>
                    <a:bodyPr/>
                    <a:lstStyle/>
                    <a:p>
                      <a:pPr algn="l"/>
                      <a:r>
                        <a:rPr lang="it-IT" sz="1050" dirty="0" err="1"/>
                        <a:t>dynamic_check_failed</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r>
                        <a:rPr lang="it-IT" sz="1050" dirty="0" err="1"/>
                        <a:t>ipcrm</a:t>
                      </a:r>
                      <a:r>
                        <a:rPr lang="it-IT" sz="1050" dirty="0"/>
                        <a:t>: </a:t>
                      </a:r>
                      <a:r>
                        <a:rPr lang="it-IT" sz="1050" dirty="0" err="1"/>
                        <a:t>invalid</a:t>
                      </a:r>
                      <a:r>
                        <a:rPr lang="it-IT" sz="1050" dirty="0"/>
                        <a:t> id (664)\</a:t>
                      </a:r>
                      <a:r>
                        <a:rPr lang="it-IT" sz="1050" dirty="0" err="1"/>
                        <a:t>nipcrm</a:t>
                      </a:r>
                      <a:r>
                        <a:rPr lang="it-IT" sz="1050" dirty="0"/>
                        <a:t>: </a:t>
                      </a:r>
                      <a:r>
                        <a:rPr lang="it-IT" sz="1050" dirty="0" err="1"/>
                        <a:t>invalid</a:t>
                      </a:r>
                      <a:r>
                        <a:rPr lang="it-IT" sz="1050" dirty="0"/>
                        <a:t> id (0)\</a:t>
                      </a:r>
                      <a:r>
                        <a:rPr lang="it-IT" sz="1050" dirty="0" err="1"/>
                        <a:t>nipcrm</a:t>
                      </a:r>
                      <a:r>
                        <a:rPr lang="it-IT" sz="1050" dirty="0"/>
                        <a:t>: </a:t>
                      </a:r>
                      <a:r>
                        <a:rPr lang="it-IT" sz="1050" dirty="0" err="1"/>
                        <a:t>invalid</a:t>
                      </a:r>
                      <a:r>
                        <a:rPr lang="it-IT" sz="1050" dirty="0"/>
                        <a:t> id (3)\</a:t>
                      </a:r>
                      <a:r>
                        <a:rPr lang="it-IT" sz="1050" dirty="0" err="1"/>
                        <a:t>nipcrm</a:t>
                      </a:r>
                      <a:r>
                        <a:rPr lang="it-IT" sz="1050" dirty="0"/>
                        <a:t>: </a:t>
                      </a:r>
                      <a:r>
                        <a:rPr lang="it-IT" sz="1050" dirty="0" err="1"/>
                        <a:t>invalid</a:t>
                      </a:r>
                      <a:r>
                        <a:rPr lang="it-IT" sz="1050" dirty="0"/>
                        <a:t> id (664)\</a:t>
                      </a:r>
                      <a:r>
                        <a:rPr lang="it-IT" sz="1050" dirty="0" err="1"/>
                        <a:t>nipcrm</a:t>
                      </a:r>
                      <a:r>
                        <a:rPr lang="it-IT" sz="1050" dirty="0"/>
                        <a:t>: </a:t>
                      </a:r>
                      <a:r>
                        <a:rPr lang="it-IT" sz="1050" dirty="0" err="1"/>
                        <a:t>invalid</a:t>
                      </a:r>
                      <a:r>
                        <a:rPr lang="it-IT" sz="1050" dirty="0"/>
                        <a:t> id (0)\</a:t>
                      </a:r>
                      <a:r>
                        <a:rPr lang="it-IT" sz="1050" dirty="0" err="1"/>
                        <a:t>nipcrm</a:t>
                      </a:r>
                      <a:r>
                        <a:rPr lang="it-IT" sz="1050" dirty="0"/>
                        <a:t>: </a:t>
                      </a:r>
                      <a:r>
                        <a:rPr lang="it-IT" sz="1050" dirty="0" err="1"/>
                        <a:t>invalid</a:t>
                      </a:r>
                      <a:r>
                        <a:rPr lang="it-IT" sz="1050" dirty="0"/>
                        <a:t> id (3)\n</a:t>
                      </a:r>
                    </a:p>
                  </a:txBody>
                  <a:tcPr/>
                </a:tc>
                <a:tc>
                  <a:txBody>
                    <a:bodyPr/>
                    <a:lstStyle/>
                    <a:p>
                      <a:pPr algn="l"/>
                      <a:r>
                        <a:rPr lang="it-IT" sz="1050" dirty="0"/>
                        <a:t>"file": "</a:t>
                      </a:r>
                      <a:r>
                        <a:rPr lang="it-IT" sz="1050" dirty="0" err="1"/>
                        <a:t>aggregatore.c</a:t>
                      </a:r>
                      <a:r>
                        <a:rPr lang="it-IT" sz="1050" dirty="0"/>
                        <a:t>",                "line": 67,                "</a:t>
                      </a:r>
                      <a:r>
                        <a:rPr lang="it-IT" sz="1050" dirty="0" err="1"/>
                        <a:t>message</a:t>
                      </a:r>
                      <a:r>
                        <a:rPr lang="it-IT" sz="1050" dirty="0"/>
                        <a:t>": E’ necessario che i lettori possano leggere contemporaneamente il dato condiviso. Si applichi qui l'algoritmo visto a lezione."</a:t>
                      </a:r>
                    </a:p>
                  </a:txBody>
                  <a:tcPr/>
                </a:tc>
                <a:tc>
                  <a:txBody>
                    <a:bodyPr/>
                    <a:lstStyle/>
                    <a:p>
                      <a:pPr algn="l"/>
                      <a:r>
                        <a:rPr lang="it-IT" sz="1050" dirty="0"/>
                        <a:t>NO</a:t>
                      </a:r>
                    </a:p>
                  </a:txBody>
                  <a:tcPr/>
                </a:tc>
                <a:tc>
                  <a:txBody>
                    <a:bodyPr/>
                    <a:lstStyle/>
                    <a:p>
                      <a:pPr algn="l"/>
                      <a:r>
                        <a:rPr lang="it-IT" sz="1050" dirty="0"/>
                        <a:t>IL PROGRAMMA SEMBRA AVERE PROBLEMI DI CONCORRENZA NELLA GESTIONE DELLE VARIABILI CONDIVISE TRA I THREAD IN PARTICOLARE, LA VARIABILE CONDIVISA NON E’ PROTETTA DA LOCK, IL CHE POTREBBE CAUSARE PROBLEMI DI ACCESSO CONCORRENTE E COMPORTAMENTI IMPREVEDIBILI.</a:t>
                      </a:r>
                    </a:p>
                  </a:txBody>
                  <a:tcPr/>
                </a:tc>
                <a:tc>
                  <a:txBody>
                    <a:bodyPr/>
                    <a:lstStyle/>
                    <a:p>
                      <a:pPr algn="l"/>
                      <a:r>
                        <a:rPr lang="it-IT" sz="1050" dirty="0"/>
                        <a:t>NO</a:t>
                      </a:r>
                    </a:p>
                  </a:txBody>
                  <a:tcPr/>
                </a:tc>
                <a:tc>
                  <a:txBody>
                    <a:bodyPr/>
                    <a:lstStyle/>
                    <a:p>
                      <a:pPr algn="l"/>
                      <a:r>
                        <a:rPr lang="it-IT" sz="1050" dirty="0"/>
                        <a:t>IL CODICE PRESENTA ALCUNI PROBLEMI DI CONCORRENZA E GESTIONE DELLE RISORSE CONDIVISE AD ESEMPIO, LA VARIABILE CONDIVISA TRA I THREAD LETTORI NON E’ PROTETTA DA LOCK, IL CHE POTREBBE CAUSARE PROBLEMI DI ACCESSO CONCORRENTE INOLTRE, IL PROCESSO SENSORE GENERA 10 MESSAGGI SENZA ATTENDERE CHE SIANO STATI TUTTI ELABORATI DAL PROCESSO AGGREGATORE, IL CHE POTREBBE CAUSARE PROBLEMI DI ORDINE DELLE OPERAZIONI.</a:t>
                      </a:r>
                    </a:p>
                  </a:txBody>
                  <a:tcPr/>
                </a:tc>
                <a:tc>
                  <a:txBody>
                    <a:bodyPr/>
                    <a:lstStyle/>
                    <a:p>
                      <a:pPr algn="l"/>
                      <a:r>
                        <a:rPr lang="it-IT" sz="1050" dirty="0"/>
                        <a:t>NO</a:t>
                      </a:r>
                    </a:p>
                  </a:txBody>
                  <a:tcPr/>
                </a:tc>
                <a:tc>
                  <a:txBody>
                    <a:bodyPr/>
                    <a:lstStyle/>
                    <a:p>
                      <a:pPr algn="l"/>
                      <a:r>
                        <a:rPr lang="it-IT" sz="1050" dirty="0"/>
                        <a:t>NO</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2048541978"/>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8363AB-38CE-3AC2-1065-EC960CDCAEA1}"/>
              </a:ext>
            </a:extLst>
          </p:cNvPr>
          <p:cNvSpPr>
            <a:spLocks noGrp="1"/>
          </p:cNvSpPr>
          <p:nvPr>
            <p:ph type="title"/>
          </p:nvPr>
        </p:nvSpPr>
        <p:spPr/>
        <p:txBody>
          <a:bodyPr/>
          <a:lstStyle/>
          <a:p>
            <a:r>
              <a:rPr lang="it-IT" dirty="0"/>
              <a:t>Analisi effettuate</a:t>
            </a:r>
          </a:p>
        </p:txBody>
      </p:sp>
      <p:sp>
        <p:nvSpPr>
          <p:cNvPr id="3" name="Segnaposto contenuto 2">
            <a:extLst>
              <a:ext uri="{FF2B5EF4-FFF2-40B4-BE49-F238E27FC236}">
                <a16:creationId xmlns:a16="http://schemas.microsoft.com/office/drawing/2014/main" id="{FE8E244F-E0E7-6602-DF9C-C278A7003585}"/>
              </a:ext>
            </a:extLst>
          </p:cNvPr>
          <p:cNvSpPr>
            <a:spLocks noGrp="1"/>
          </p:cNvSpPr>
          <p:nvPr>
            <p:ph idx="1"/>
          </p:nvPr>
        </p:nvSpPr>
        <p:spPr>
          <a:xfrm>
            <a:off x="1002890" y="1671484"/>
            <a:ext cx="9046963" cy="4576915"/>
          </a:xfrm>
        </p:spPr>
        <p:txBody>
          <a:bodyPr>
            <a:normAutofit/>
          </a:bodyPr>
          <a:lstStyle/>
          <a:p>
            <a:pPr marL="0" indent="0">
              <a:buNone/>
            </a:pPr>
            <a:r>
              <a:rPr lang="it-IT" dirty="0"/>
              <a:t>Su un totale di 36 esercizi sono state condotte le seguenti analisi: </a:t>
            </a:r>
          </a:p>
          <a:p>
            <a:pPr marL="457200" indent="-457200">
              <a:buFont typeface="+mj-lt"/>
              <a:buAutoNum type="arabicPeriod"/>
            </a:pPr>
            <a:r>
              <a:rPr lang="it-IT" dirty="0"/>
              <a:t>Distribuzione per </a:t>
            </a:r>
            <a:r>
              <a:rPr lang="it-IT" dirty="0" err="1"/>
              <a:t>failure</a:t>
            </a:r>
            <a:r>
              <a:rPr lang="it-IT" dirty="0"/>
              <a:t> </a:t>
            </a:r>
            <a:r>
              <a:rPr lang="it-IT" dirty="0" err="1"/>
              <a:t>category</a:t>
            </a:r>
            <a:r>
              <a:rPr lang="it-IT" dirty="0"/>
              <a:t>.</a:t>
            </a:r>
          </a:p>
          <a:p>
            <a:pPr marL="457200" indent="-457200">
              <a:buFont typeface="+mj-lt"/>
              <a:buAutoNum type="arabicPeriod"/>
            </a:pPr>
            <a:r>
              <a:rPr lang="it-IT" dirty="0"/>
              <a:t>Analisi </a:t>
            </a:r>
            <a:r>
              <a:rPr lang="it-IT" dirty="0" err="1"/>
              <a:t>dynamic_check_failed</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a:t>
            </a:r>
            <a:r>
              <a:rPr lang="it-IT" dirty="0" err="1"/>
              <a:t>static_check_failed</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endParaRPr lang="it-IT" dirty="0"/>
          </a:p>
        </p:txBody>
      </p:sp>
    </p:spTree>
    <p:extLst>
      <p:ext uri="{BB962C8B-B14F-4D97-AF65-F5344CB8AC3E}">
        <p14:creationId xmlns:p14="http://schemas.microsoft.com/office/powerpoint/2010/main" val="221894575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AEA5EE-C1C2-1793-BE90-8A7CA364F720}"/>
              </a:ext>
            </a:extLst>
          </p:cNvPr>
          <p:cNvSpPr>
            <a:spLocks noGrp="1"/>
          </p:cNvSpPr>
          <p:nvPr>
            <p:ph type="title"/>
          </p:nvPr>
        </p:nvSpPr>
        <p:spPr/>
        <p:txBody>
          <a:bodyPr/>
          <a:lstStyle/>
          <a:p>
            <a:r>
              <a:rPr lang="it-IT" dirty="0"/>
              <a:t>Distribuzione per </a:t>
            </a:r>
            <a:r>
              <a:rPr lang="it-IT" dirty="0" err="1"/>
              <a:t>failure</a:t>
            </a:r>
            <a:r>
              <a:rPr lang="it-IT" dirty="0"/>
              <a:t> </a:t>
            </a:r>
            <a:r>
              <a:rPr lang="it-IT" dirty="0" err="1"/>
              <a:t>category</a:t>
            </a:r>
            <a:endParaRPr lang="it-IT" dirty="0"/>
          </a:p>
        </p:txBody>
      </p:sp>
      <p:pic>
        <p:nvPicPr>
          <p:cNvPr id="9" name="Segnaposto contenuto 8">
            <a:extLst>
              <a:ext uri="{FF2B5EF4-FFF2-40B4-BE49-F238E27FC236}">
                <a16:creationId xmlns:a16="http://schemas.microsoft.com/office/drawing/2014/main" id="{CB5E335E-6719-D7FE-7FA8-17807A99FD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80420" y="1570134"/>
            <a:ext cx="7797110" cy="4678266"/>
          </a:xfrm>
          <a:prstGeom prst="rect">
            <a:avLst/>
          </a:prstGeom>
        </p:spPr>
      </p:pic>
    </p:spTree>
    <p:extLst>
      <p:ext uri="{BB962C8B-B14F-4D97-AF65-F5344CB8AC3E}">
        <p14:creationId xmlns:p14="http://schemas.microsoft.com/office/powerpoint/2010/main" val="184214854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3C6E78-26E1-A896-00D8-72642E7B51C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Check Failed - </a:t>
            </a:r>
            <a:r>
              <a:rPr lang="en-US" sz="2200" dirty="0" err="1"/>
              <a:t>Analisi</a:t>
            </a:r>
            <a:r>
              <a:rPr lang="en-US" sz="2200" dirty="0"/>
              <a:t> Output LLM </a:t>
            </a:r>
            <a:r>
              <a:rPr lang="en-US" sz="2200" dirty="0" err="1"/>
              <a:t>Primario</a:t>
            </a:r>
            <a:br>
              <a:rPr lang="en-US" sz="2200" dirty="0"/>
            </a:br>
            <a:endParaRPr lang="en-US" sz="2200" dirty="0"/>
          </a:p>
        </p:txBody>
      </p:sp>
      <p:sp>
        <p:nvSpPr>
          <p:cNvPr id="19"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0" name="Rectangle 12">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22" name="Rectangle 16">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6" name="CasellaDiTesto 5">
            <a:extLst>
              <a:ext uri="{FF2B5EF4-FFF2-40B4-BE49-F238E27FC236}">
                <a16:creationId xmlns:a16="http://schemas.microsoft.com/office/drawing/2014/main" id="{A98BA070-4B76-022A-8092-01D2CE3782C6}"/>
              </a:ext>
            </a:extLst>
          </p:cNvPr>
          <p:cNvSpPr txBox="1"/>
          <p:nvPr/>
        </p:nvSpPr>
        <p:spPr>
          <a:xfrm>
            <a:off x="643855" y="3072385"/>
            <a:ext cx="3108057" cy="2947415"/>
          </a:xfrm>
          <a:prstGeom prst="rect">
            <a:avLst/>
          </a:prstGeom>
        </p:spPr>
        <p:txBody>
          <a:bodyPr vert="horz" lIns="91440" tIns="45720" rIns="91440" bIns="45720" rtlCol="0">
            <a:normAutofit/>
          </a:bodyPr>
          <a:lstStyle/>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output è </a:t>
            </a:r>
            <a:r>
              <a:rPr lang="en-US" sz="1400" dirty="0" err="1">
                <a:latin typeface="+mj-lt"/>
                <a:ea typeface="+mj-ea"/>
                <a:cs typeface="+mj-cs"/>
              </a:rPr>
              <a:t>corretto</a:t>
            </a:r>
            <a:r>
              <a:rPr lang="en-US" sz="1400" dirty="0">
                <a:latin typeface="+mj-lt"/>
                <a:ea typeface="+mj-ea"/>
                <a:cs typeface="+mj-cs"/>
              </a:rPr>
              <a:t> (non trova </a:t>
            </a:r>
            <a:r>
              <a:rPr lang="en-US" sz="1400" dirty="0" err="1">
                <a:latin typeface="+mj-lt"/>
                <a:ea typeface="+mj-ea"/>
                <a:cs typeface="+mj-cs"/>
              </a:rPr>
              <a:t>l'errore</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ma </a:t>
            </a:r>
            <a:r>
              <a:rPr lang="en-US" sz="1400" dirty="0" err="1">
                <a:latin typeface="+mj-lt"/>
                <a:ea typeface="+mj-ea"/>
                <a:cs typeface="+mj-cs"/>
              </a:rPr>
              <a:t>diagnosi</a:t>
            </a:r>
            <a:r>
              <a:rPr lang="en-US" sz="1400" dirty="0">
                <a:latin typeface="+mj-lt"/>
                <a:ea typeface="+mj-ea"/>
                <a:cs typeface="+mj-cs"/>
              </a:rPr>
              <a:t> output non è </a:t>
            </a:r>
            <a:r>
              <a:rPr lang="en-US" sz="1400" dirty="0" err="1">
                <a:latin typeface="+mj-lt"/>
                <a:ea typeface="+mj-ea"/>
                <a:cs typeface="+mj-cs"/>
              </a:rPr>
              <a:t>corretta</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e la </a:t>
            </a:r>
            <a:r>
              <a:rPr lang="en-US" sz="1400" dirty="0" err="1">
                <a:latin typeface="+mj-lt"/>
                <a:ea typeface="+mj-ea"/>
                <a:cs typeface="+mj-cs"/>
              </a:rPr>
              <a:t>diagnosi</a:t>
            </a:r>
            <a:r>
              <a:rPr lang="en-US" sz="1400" dirty="0">
                <a:latin typeface="+mj-lt"/>
                <a:ea typeface="+mj-ea"/>
                <a:cs typeface="+mj-cs"/>
              </a:rPr>
              <a:t> output è </a:t>
            </a:r>
            <a:r>
              <a:rPr lang="en-US" sz="1400" dirty="0" err="1">
                <a:latin typeface="+mj-lt"/>
                <a:ea typeface="+mj-ea"/>
                <a:cs typeface="+mj-cs"/>
              </a:rPr>
              <a:t>corretta</a:t>
            </a:r>
            <a:r>
              <a:rPr lang="en-US" sz="1400" dirty="0">
                <a:latin typeface="+mj-lt"/>
                <a:ea typeface="+mj-ea"/>
                <a:cs typeface="+mj-cs"/>
              </a:rPr>
              <a:t>.</a:t>
            </a:r>
          </a:p>
        </p:txBody>
      </p:sp>
      <p:pic>
        <p:nvPicPr>
          <p:cNvPr id="5" name="Segnaposto contenuto 4">
            <a:extLst>
              <a:ext uri="{FF2B5EF4-FFF2-40B4-BE49-F238E27FC236}">
                <a16:creationId xmlns:a16="http://schemas.microsoft.com/office/drawing/2014/main" id="{E5947B34-239C-979C-B779-56571887CEE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5048451" y="1785046"/>
            <a:ext cx="6495847" cy="3897507"/>
          </a:xfrm>
          <a:prstGeom prst="rect">
            <a:avLst/>
          </a:prstGeom>
          <a:effectLst/>
        </p:spPr>
      </p:pic>
    </p:spTree>
    <p:extLst>
      <p:ext uri="{BB962C8B-B14F-4D97-AF65-F5344CB8AC3E}">
        <p14:creationId xmlns:p14="http://schemas.microsoft.com/office/powerpoint/2010/main" val="44099975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88A0425F-C9F9-F634-67BD-1DDC3D6F1A8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FC346D-60A1-0A4E-4785-3DF47D6A577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Check Failed - </a:t>
            </a:r>
            <a:r>
              <a:rPr lang="en-US" sz="2200" dirty="0" err="1"/>
              <a:t>Analisi</a:t>
            </a:r>
            <a:r>
              <a:rPr lang="en-US" sz="2200" dirty="0"/>
              <a:t> </a:t>
            </a:r>
            <a:r>
              <a:rPr lang="en-US" sz="2200" dirty="0" err="1"/>
              <a:t>Codice</a:t>
            </a:r>
            <a:r>
              <a:rPr lang="en-US" sz="2200" dirty="0"/>
              <a:t> LLM </a:t>
            </a:r>
            <a:r>
              <a:rPr lang="en-US" sz="2200" dirty="0" err="1"/>
              <a:t>Primario</a:t>
            </a:r>
            <a:br>
              <a:rPr lang="en-US" sz="2200" dirty="0"/>
            </a:br>
            <a:endParaRPr lang="en-US" sz="2200" dirty="0"/>
          </a:p>
        </p:txBody>
      </p:sp>
      <p:sp>
        <p:nvSpPr>
          <p:cNvPr id="15"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7" name="Rectangle 16">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13" name="Rectangle 20">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10" name="Segnaposto contenuto 9">
            <a:extLst>
              <a:ext uri="{FF2B5EF4-FFF2-40B4-BE49-F238E27FC236}">
                <a16:creationId xmlns:a16="http://schemas.microsoft.com/office/drawing/2014/main" id="{CEE1AAD0-A7B9-8E2D-2503-18486F0F73F0}"/>
              </a:ext>
            </a:extLst>
          </p:cNvPr>
          <p:cNvSpPr>
            <a:spLocks noGrp="1"/>
          </p:cNvSpPr>
          <p:nvPr>
            <p:ph idx="1"/>
          </p:nvPr>
        </p:nvSpPr>
        <p:spPr>
          <a:xfrm>
            <a:off x="643855" y="3072385"/>
            <a:ext cx="3108057" cy="2947415"/>
          </a:xfrm>
        </p:spPr>
        <p:txBody>
          <a:bodyPr vert="horz" lIns="91440" tIns="45720" rIns="91440" bIns="45720" rtlCol="0">
            <a:normAutofit/>
          </a:bodyPr>
          <a:lstStyle/>
          <a:p>
            <a:pPr marL="285750" indent="-285750"/>
            <a:r>
              <a:rPr lang="en-US" sz="1400" dirty="0"/>
              <a:t>% LLM </a:t>
            </a:r>
            <a:r>
              <a:rPr lang="en-US" sz="1400" dirty="0" err="1"/>
              <a:t>primario</a:t>
            </a:r>
            <a:r>
              <a:rPr lang="en-US" sz="1400" dirty="0"/>
              <a:t> dice di non aver </a:t>
            </a:r>
            <a:r>
              <a:rPr lang="en-US" sz="1400" dirty="0" err="1"/>
              <a:t>trovato</a:t>
            </a:r>
            <a:r>
              <a:rPr lang="en-US" sz="1400" dirty="0"/>
              <a:t> </a:t>
            </a:r>
            <a:r>
              <a:rPr lang="en-US" sz="1400" dirty="0" err="1"/>
              <a:t>l'errore</a:t>
            </a:r>
            <a:r>
              <a:rPr lang="en-US" sz="1400" dirty="0"/>
              <a:t> </a:t>
            </a:r>
            <a:r>
              <a:rPr lang="en-US" sz="1400" dirty="0" err="1"/>
              <a:t>nel</a:t>
            </a:r>
            <a:r>
              <a:rPr lang="en-US" sz="1400" dirty="0"/>
              <a:t> </a:t>
            </a:r>
            <a:r>
              <a:rPr lang="en-US" sz="1400" dirty="0" err="1"/>
              <a:t>codice</a:t>
            </a:r>
            <a:r>
              <a:rPr lang="en-US" sz="1400" dirty="0"/>
              <a:t>. </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ma </a:t>
            </a:r>
            <a:r>
              <a:rPr lang="en-US" sz="1400" dirty="0" err="1"/>
              <a:t>diagnosi</a:t>
            </a:r>
            <a:r>
              <a:rPr lang="en-US" sz="1400" dirty="0"/>
              <a:t> </a:t>
            </a:r>
            <a:r>
              <a:rPr lang="en-US" sz="1400" dirty="0" err="1"/>
              <a:t>codice</a:t>
            </a:r>
            <a:r>
              <a:rPr lang="en-US" sz="1400" dirty="0"/>
              <a:t> non è </a:t>
            </a:r>
            <a:r>
              <a:rPr lang="en-US" sz="1400" dirty="0" err="1"/>
              <a:t>corretta</a:t>
            </a:r>
            <a:r>
              <a:rPr lang="en-US" sz="1400" dirty="0"/>
              <a:t>.</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e la </a:t>
            </a:r>
            <a:r>
              <a:rPr lang="en-US" sz="1400" dirty="0" err="1"/>
              <a:t>diagnosi</a:t>
            </a:r>
            <a:r>
              <a:rPr lang="en-US" sz="1400" dirty="0"/>
              <a:t> </a:t>
            </a:r>
            <a:r>
              <a:rPr lang="en-US" sz="1400" dirty="0" err="1"/>
              <a:t>codice</a:t>
            </a:r>
            <a:r>
              <a:rPr lang="en-US" sz="1400" dirty="0"/>
              <a:t> è </a:t>
            </a:r>
            <a:r>
              <a:rPr lang="en-US" sz="1400" dirty="0" err="1"/>
              <a:t>corretta</a:t>
            </a:r>
            <a:r>
              <a:rPr lang="en-US" sz="1400" dirty="0"/>
              <a:t>.</a:t>
            </a:r>
          </a:p>
        </p:txBody>
      </p:sp>
      <p:pic>
        <p:nvPicPr>
          <p:cNvPr id="8" name="Immagine 7">
            <a:extLst>
              <a:ext uri="{FF2B5EF4-FFF2-40B4-BE49-F238E27FC236}">
                <a16:creationId xmlns:a16="http://schemas.microsoft.com/office/drawing/2014/main" id="{67C966C0-469A-C4F3-4E73-47707D821D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48452" y="1785046"/>
            <a:ext cx="6495844" cy="3897507"/>
          </a:xfrm>
          <a:prstGeom prst="rect">
            <a:avLst/>
          </a:prstGeom>
          <a:effectLst/>
        </p:spPr>
      </p:pic>
    </p:spTree>
    <p:extLst>
      <p:ext uri="{BB962C8B-B14F-4D97-AF65-F5344CB8AC3E}">
        <p14:creationId xmlns:p14="http://schemas.microsoft.com/office/powerpoint/2010/main" val="1110123291"/>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E4098-A90E-7297-148B-44D46EA7E70A}"/>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300"/>
              <a:t>Static Check Failed - Analisi Output LLM Primario</a:t>
            </a:r>
          </a:p>
        </p:txBody>
      </p:sp>
      <p:sp>
        <p:nvSpPr>
          <p:cNvPr id="6" name="CasellaDiTesto 5">
            <a:extLst>
              <a:ext uri="{FF2B5EF4-FFF2-40B4-BE49-F238E27FC236}">
                <a16:creationId xmlns:a16="http://schemas.microsoft.com/office/drawing/2014/main" id="{3DA6B73A-4089-5383-4472-FC6BA0B03615}"/>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a:t>
            </a:r>
            <a:r>
              <a:rPr lang="en-US" dirty="0">
                <a:latin typeface="+mj-lt"/>
                <a:ea typeface="+mj-ea"/>
                <a:cs typeface="+mj-cs"/>
              </a:rPr>
              <a:t>output </a:t>
            </a:r>
            <a:r>
              <a:rPr lang="en-US">
                <a:latin typeface="+mj-lt"/>
                <a:ea typeface="+mj-ea"/>
                <a:cs typeface="+mj-cs"/>
              </a:rPr>
              <a:t>è corretto </a:t>
            </a:r>
            <a:r>
              <a:rPr lang="en-US" dirty="0">
                <a:latin typeface="+mj-lt"/>
                <a:ea typeface="+mj-ea"/>
                <a:cs typeface="+mj-cs"/>
              </a:rPr>
              <a:t>(è ok</a:t>
            </a:r>
            <a:r>
              <a:rPr lang="en-US">
                <a:latin typeface="+mj-lt"/>
                <a:ea typeface="+mj-ea"/>
                <a:cs typeface="+mj-cs"/>
              </a:rPr>
              <a:t>, si </a:t>
            </a:r>
            <a:r>
              <a:rPr lang="en-US" dirty="0">
                <a:latin typeface="+mj-lt"/>
                <a:ea typeface="+mj-ea"/>
                <a:cs typeface="+mj-cs"/>
              </a:rPr>
              <a:t>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è scorretto (diagnosi è scorretta a prescindere).</a:t>
            </a:r>
            <a:endParaRPr lang="en-US" dirty="0">
              <a:latin typeface="+mj-lt"/>
              <a:ea typeface="+mj-ea"/>
              <a:cs typeface="+mj-cs"/>
            </a:endParaRPr>
          </a:p>
        </p:txBody>
      </p:sp>
      <p:sp>
        <p:nvSpPr>
          <p:cNvPr id="16"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8" name="Rectangle 16">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pic>
        <p:nvPicPr>
          <p:cNvPr id="10" name="Segnaposto contenuto 9">
            <a:extLst>
              <a:ext uri="{FF2B5EF4-FFF2-40B4-BE49-F238E27FC236}">
                <a16:creationId xmlns:a16="http://schemas.microsoft.com/office/drawing/2014/main" id="{63341522-CA2C-E841-596E-8D8409E83AF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659" t="-124" r="4100"/>
          <a:stretch>
            <a:fillRect/>
          </a:stretch>
        </p:blipFill>
        <p:spPr>
          <a:xfrm>
            <a:off x="5273756" y="1328989"/>
            <a:ext cx="6820657" cy="4200019"/>
          </a:xfrm>
          <a:prstGeom prst="rect">
            <a:avLst/>
          </a:prstGeom>
          <a:effectLst/>
        </p:spPr>
      </p:pic>
      <p:sp>
        <p:nvSpPr>
          <p:cNvPr id="22" name="Rectangle 20">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Tree>
    <p:extLst>
      <p:ext uri="{BB962C8B-B14F-4D97-AF65-F5344CB8AC3E}">
        <p14:creationId xmlns:p14="http://schemas.microsoft.com/office/powerpoint/2010/main" val="418451839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24EFCC-81B2-8263-6C91-786C4A2FA3BF}"/>
              </a:ext>
            </a:extLst>
          </p:cNvPr>
          <p:cNvSpPr>
            <a:spLocks noGrp="1"/>
          </p:cNvSpPr>
          <p:nvPr>
            <p:ph type="title"/>
          </p:nvPr>
        </p:nvSpPr>
        <p:spPr>
          <a:xfrm>
            <a:off x="648930" y="629266"/>
            <a:ext cx="9252154" cy="1223983"/>
          </a:xfrm>
        </p:spPr>
        <p:txBody>
          <a:bodyPr>
            <a:normAutofit/>
          </a:bodyPr>
          <a:lstStyle/>
          <a:p>
            <a:pPr>
              <a:lnSpc>
                <a:spcPct val="90000"/>
              </a:lnSpc>
            </a:pPr>
            <a:r>
              <a:rPr lang="en-US" sz="3900"/>
              <a:t>Static Check Failed - </a:t>
            </a:r>
            <a:r>
              <a:rPr lang="en-US" sz="3900" err="1"/>
              <a:t>Analisi</a:t>
            </a:r>
            <a:r>
              <a:rPr lang="en-US" sz="3900"/>
              <a:t> Codice LLM </a:t>
            </a:r>
            <a:r>
              <a:rPr lang="en-US" sz="3900" err="1"/>
              <a:t>Primario</a:t>
            </a:r>
            <a:endParaRPr lang="it-IT" sz="3900"/>
          </a:p>
        </p:txBody>
      </p:sp>
      <p:pic>
        <p:nvPicPr>
          <p:cNvPr id="5" name="Immagine 4">
            <a:extLst>
              <a:ext uri="{FF2B5EF4-FFF2-40B4-BE49-F238E27FC236}">
                <a16:creationId xmlns:a16="http://schemas.microsoft.com/office/drawing/2014/main" id="{18C5EB5E-FF25-E72D-9CB1-FCD0EF7FE3F3}"/>
              </a:ext>
            </a:extLst>
          </p:cNvPr>
          <p:cNvPicPr>
            <a:picLocks noChangeAspect="1"/>
          </p:cNvPicPr>
          <p:nvPr/>
        </p:nvPicPr>
        <p:blipFill>
          <a:blip r:embed="rId3">
            <a:extLst>
              <a:ext uri="{28A0092B-C50C-407E-A947-70E740481C1C}">
                <a14:useLocalDpi xmlns:a14="http://schemas.microsoft.com/office/drawing/2010/main" val="0"/>
              </a:ext>
            </a:extLst>
          </a:blip>
          <a:srcRect l="164" r="8311"/>
          <a:stretch>
            <a:fillRect/>
          </a:stretch>
        </p:blipFill>
        <p:spPr>
          <a:xfrm>
            <a:off x="221064" y="1853249"/>
            <a:ext cx="6400800" cy="4196185"/>
          </a:xfrm>
          <a:prstGeom prst="rect">
            <a:avLst/>
          </a:prstGeom>
          <a:effectLst>
            <a:outerShdw blurRad="50800" dist="38100" dir="5400000" algn="t" rotWithShape="0">
              <a:prstClr val="black">
                <a:alpha val="43000"/>
              </a:prstClr>
            </a:outerShdw>
          </a:effectLst>
        </p:spPr>
      </p:pic>
      <p:sp>
        <p:nvSpPr>
          <p:cNvPr id="3" name="Segnaposto contenuto 2">
            <a:extLst>
              <a:ext uri="{FF2B5EF4-FFF2-40B4-BE49-F238E27FC236}">
                <a16:creationId xmlns:a16="http://schemas.microsoft.com/office/drawing/2014/main" id="{9730B24D-B359-8564-AB53-48523D1FE038}"/>
              </a:ext>
            </a:extLst>
          </p:cNvPr>
          <p:cNvSpPr>
            <a:spLocks noGrp="1"/>
          </p:cNvSpPr>
          <p:nvPr>
            <p:ph idx="1"/>
          </p:nvPr>
        </p:nvSpPr>
        <p:spPr>
          <a:xfrm>
            <a:off x="6750752" y="2052214"/>
            <a:ext cx="4338409" cy="4196185"/>
          </a:xfrm>
        </p:spPr>
        <p:txBody>
          <a:bodyPr>
            <a:normAutofit/>
          </a:bodyPr>
          <a:lstStyle/>
          <a:p>
            <a:r>
              <a:rPr lang="it-IT" dirty="0"/>
              <a:t>% LLM primario dice di non aver trovato l'errore nel codice.</a:t>
            </a:r>
          </a:p>
          <a:p>
            <a:r>
              <a:rPr lang="it-IT" dirty="0"/>
              <a:t>% LLM primario dice che è scorretto, ma diagnosi codice non è corretta.</a:t>
            </a:r>
          </a:p>
          <a:p>
            <a:r>
              <a:rPr lang="it-IT" dirty="0"/>
              <a:t>% LLM primario dice che è scorretto, e la diagnosi codice è corretta.</a:t>
            </a:r>
          </a:p>
        </p:txBody>
      </p:sp>
    </p:spTree>
    <p:extLst>
      <p:ext uri="{BB962C8B-B14F-4D97-AF65-F5344CB8AC3E}">
        <p14:creationId xmlns:p14="http://schemas.microsoft.com/office/powerpoint/2010/main" val="1134298706"/>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ROLE" val="title"/>
</p:tagLst>
</file>

<file path=ppt/tags/tag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xml><?xml version="1.0" encoding="utf-8"?>
<p:tagLst xmlns:a="http://schemas.openxmlformats.org/drawingml/2006/main" xmlns:r="http://schemas.openxmlformats.org/officeDocument/2006/relationships" xmlns:p="http://schemas.openxmlformats.org/presentationml/2006/main">
  <p:tag name="ROLE" val="subtitle1"/>
</p:tagLst>
</file>

<file path=ppt/tags/tag5.xml><?xml version="1.0" encoding="utf-8"?>
<p:tagLst xmlns:a="http://schemas.openxmlformats.org/drawingml/2006/main" xmlns:r="http://schemas.openxmlformats.org/officeDocument/2006/relationships" xmlns:p="http://schemas.openxmlformats.org/presentationml/2006/main">
  <p:tag name="ROLE" val="footer"/>
</p:tagLst>
</file>

<file path=ppt/tags/tag6.xml><?xml version="1.0" encoding="utf-8"?>
<p:tagLst xmlns:a="http://schemas.openxmlformats.org/drawingml/2006/main" xmlns:r="http://schemas.openxmlformats.org/officeDocument/2006/relationships" xmlns:p="http://schemas.openxmlformats.org/presentationml/2006/main">
  <p:tag name="ROLE" val="subtitle1"/>
</p:tagLst>
</file>

<file path=ppt/tags/tag7.xml><?xml version="1.0" encoding="utf-8"?>
<p:tagLst xmlns:a="http://schemas.openxmlformats.org/drawingml/2006/main" xmlns:r="http://schemas.openxmlformats.org/officeDocument/2006/relationships" xmlns:p="http://schemas.openxmlformats.org/presentationml/2006/main">
  <p:tag name="ROLE" val="titl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e">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e">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e">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NewYork">
  <a:themeElements>
    <a:clrScheme name="New York Base">
      <a:dk1>
        <a:srgbClr val="404040"/>
      </a:dk1>
      <a:lt1>
        <a:sysClr val="window" lastClr="FFFFFF"/>
      </a:lt1>
      <a:dk2>
        <a:srgbClr val="2468ED"/>
      </a:dk2>
      <a:lt2>
        <a:srgbClr val="FFFFFF"/>
      </a:lt2>
      <a:accent1>
        <a:srgbClr val="2468ED"/>
      </a:accent1>
      <a:accent2>
        <a:srgbClr val="8AACEF"/>
      </a:accent2>
      <a:accent3>
        <a:srgbClr val="C7D5EF"/>
      </a:accent3>
      <a:accent4>
        <a:srgbClr val="DCE3F0"/>
      </a:accent4>
      <a:accent5>
        <a:srgbClr val="E4EAF4"/>
      </a:accent5>
      <a:accent6>
        <a:srgbClr val="F0F3F8"/>
      </a:accent6>
      <a:hlink>
        <a:srgbClr val="2468ED"/>
      </a:hlink>
      <a:folHlink>
        <a:srgbClr val="404040"/>
      </a:folHlink>
    </a:clrScheme>
    <a:fontScheme name="Другая 6">
      <a:majorFont>
        <a:latin typeface="Bahnschrift"/>
        <a:ea typeface=""/>
        <a:cs typeface=""/>
      </a:majorFont>
      <a:minorFont>
        <a:latin typeface="Bahnschrift 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DE8527-8768-4F6A-BAFC-0102E4DD5135}">
  <we:reference id="wa200005566" version="3.0.0.3" store="it-IT"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1267</TotalTime>
  <Words>1514</Words>
  <Application>Microsoft Office PowerPoint</Application>
  <PresentationFormat>Widescreen</PresentationFormat>
  <Paragraphs>198</Paragraphs>
  <Slides>14</Slides>
  <Notes>0</Notes>
  <HiddenSlides>0</HiddenSlides>
  <MMClips>0</MMClips>
  <ScaleCrop>false</ScaleCrop>
  <HeadingPairs>
    <vt:vector size="6" baseType="variant">
      <vt:variant>
        <vt:lpstr>Caratteri utilizzati</vt:lpstr>
      </vt:variant>
      <vt:variant>
        <vt:i4>6</vt:i4>
      </vt:variant>
      <vt:variant>
        <vt:lpstr>Tema</vt:lpstr>
      </vt:variant>
      <vt:variant>
        <vt:i4>2</vt:i4>
      </vt:variant>
      <vt:variant>
        <vt:lpstr>Titoli diapositive</vt:lpstr>
      </vt:variant>
      <vt:variant>
        <vt:i4>14</vt:i4>
      </vt:variant>
    </vt:vector>
  </HeadingPairs>
  <TitlesOfParts>
    <vt:vector size="22" baseType="lpstr">
      <vt:lpstr>Arial</vt:lpstr>
      <vt:lpstr>Bahnschrift</vt:lpstr>
      <vt:lpstr>Bahnschrift Light</vt:lpstr>
      <vt:lpstr>Century Gothic</vt:lpstr>
      <vt:lpstr>Wingdings</vt:lpstr>
      <vt:lpstr>Wingdings 3</vt:lpstr>
      <vt:lpstr>Ione</vt:lpstr>
      <vt:lpstr>NewYork</vt:lpstr>
      <vt:lpstr>LLM PER SO ESPERIMENTO 1.0 (TERZA  PRESENTAZIONE)</vt:lpstr>
      <vt:lpstr>Obiettivi</vt:lpstr>
      <vt:lpstr>Raccolta dati</vt:lpstr>
      <vt:lpstr>Analisi esercizi</vt:lpstr>
      <vt:lpstr>Pipeline di analisi</vt:lpstr>
      <vt:lpstr>LLM Primario</vt:lpstr>
      <vt:lpstr>LLM Giudice</vt:lpstr>
      <vt:lpstr>Esempio di risultato:</vt:lpstr>
      <vt:lpstr>Analisi effettuate</vt:lpstr>
      <vt:lpstr>Distribuzione per failure category</vt:lpstr>
      <vt:lpstr>Dynamic Check Failed - Analisi Output LLM Primario </vt:lpstr>
      <vt:lpstr>Dynamic Check Failed - Analisi Codice LLM Primario </vt:lpstr>
      <vt:lpstr>Static Check Failed - Analisi Output LLM Primario</vt:lpstr>
      <vt:lpstr>Static Check Failed - Analisi Codice LLM Primario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Esposito</dc:creator>
  <cp:lastModifiedBy>Andrea Esposito</cp:lastModifiedBy>
  <cp:revision>2</cp:revision>
  <dcterms:created xsi:type="dcterms:W3CDTF">2026-03-04T09:44:22Z</dcterms:created>
  <dcterms:modified xsi:type="dcterms:W3CDTF">2026-03-11T14:29:04Z</dcterms:modified>
</cp:coreProperties>
</file>