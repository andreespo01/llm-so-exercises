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72" r:id="rId1"/>
    <p:sldMasterId id="2147483660" r:id="rId2"/>
  </p:sldMasterIdLst>
  <p:notesMasterIdLst>
    <p:notesMasterId r:id="rId19"/>
  </p:notesMasterIdLst>
  <p:sldIdLst>
    <p:sldId id="257" r:id="rId3"/>
    <p:sldId id="294" r:id="rId4"/>
    <p:sldId id="303" r:id="rId5"/>
    <p:sldId id="296" r:id="rId6"/>
    <p:sldId id="298" r:id="rId7"/>
    <p:sldId id="301" r:id="rId8"/>
    <p:sldId id="302" r:id="rId9"/>
    <p:sldId id="264" r:id="rId10"/>
    <p:sldId id="300" r:id="rId11"/>
    <p:sldId id="278" r:id="rId12"/>
    <p:sldId id="279" r:id="rId13"/>
    <p:sldId id="280" r:id="rId14"/>
    <p:sldId id="281" r:id="rId15"/>
    <p:sldId id="282" r:id="rId16"/>
    <p:sldId id="288" r:id="rId17"/>
    <p:sldId id="292" r:id="rId18"/>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28FF7BC-3909-4CA2-979A-83531C6E4E6B}" v="2" dt="2026-04-29T09:28:08.868"/>
  </p1510:revLst>
</p1510:revInfo>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Stile medio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3" Type="http://schemas.openxmlformats.org/officeDocument/2006/relationships/slide" Target="slides/slide1.xml"/><Relationship Id="rId21"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microsoft.com/office/2015/10/relationships/revisionInfo" Target="revisionInfo.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microsoft.com/office/2016/11/relationships/changesInfo" Target="changesInfos/changesInfo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drea Esposito" userId="af663d4e0f6c8da9" providerId="LiveId" clId="{262502FB-FC54-43DB-AB78-73175A28E98A}"/>
    <pc:docChg chg="undo redo custSel addSld delSld modSld sldOrd">
      <pc:chgData name="Andrea Esposito" userId="af663d4e0f6c8da9" providerId="LiveId" clId="{262502FB-FC54-43DB-AB78-73175A28E98A}" dt="2026-04-29T09:28:08.868" v="13102" actId="14826"/>
      <pc:docMkLst>
        <pc:docMk/>
      </pc:docMkLst>
      <pc:sldChg chg="modSp mod">
        <pc:chgData name="Andrea Esposito" userId="af663d4e0f6c8da9" providerId="LiveId" clId="{262502FB-FC54-43DB-AB78-73175A28E98A}" dt="2026-04-23T19:50:42.196" v="12580" actId="20577"/>
        <pc:sldMkLst>
          <pc:docMk/>
          <pc:sldMk cId="1263488033" sldId="257"/>
        </pc:sldMkLst>
        <pc:spChg chg="mod">
          <ac:chgData name="Andrea Esposito" userId="af663d4e0f6c8da9" providerId="LiveId" clId="{262502FB-FC54-43DB-AB78-73175A28E98A}" dt="2026-04-23T19:50:34.615" v="12576" actId="20577"/>
          <ac:spMkLst>
            <pc:docMk/>
            <pc:sldMk cId="1263488033" sldId="257"/>
            <ac:spMk id="2" creationId="{36589F58-A08D-CE97-7557-37E4EE640150}"/>
          </ac:spMkLst>
        </pc:spChg>
        <pc:spChg chg="mod">
          <ac:chgData name="Andrea Esposito" userId="af663d4e0f6c8da9" providerId="LiveId" clId="{262502FB-FC54-43DB-AB78-73175A28E98A}" dt="2026-04-23T19:50:42.196" v="12580" actId="20577"/>
          <ac:spMkLst>
            <pc:docMk/>
            <pc:sldMk cId="1263488033" sldId="257"/>
            <ac:spMk id="5" creationId="{5F7A069C-CC32-2115-EB4B-3687677A3594}"/>
          </ac:spMkLst>
        </pc:spChg>
      </pc:sldChg>
      <pc:sldChg chg="modSp mod">
        <pc:chgData name="Andrea Esposito" userId="af663d4e0f6c8da9" providerId="LiveId" clId="{262502FB-FC54-43DB-AB78-73175A28E98A}" dt="2026-04-23T20:36:22.997" v="12724" actId="20577"/>
        <pc:sldMkLst>
          <pc:docMk/>
          <pc:sldMk cId="2218945759" sldId="264"/>
        </pc:sldMkLst>
        <pc:spChg chg="mod">
          <ac:chgData name="Andrea Esposito" userId="af663d4e0f6c8da9" providerId="LiveId" clId="{262502FB-FC54-43DB-AB78-73175A28E98A}" dt="2026-04-23T19:51:30.891" v="12588" actId="20577"/>
          <ac:spMkLst>
            <pc:docMk/>
            <pc:sldMk cId="2218945759" sldId="264"/>
            <ac:spMk id="2" creationId="{F48363AB-38CE-3AC2-1065-EC960CDCAEA1}"/>
          </ac:spMkLst>
        </pc:spChg>
        <pc:spChg chg="mod">
          <ac:chgData name="Andrea Esposito" userId="af663d4e0f6c8da9" providerId="LiveId" clId="{262502FB-FC54-43DB-AB78-73175A28E98A}" dt="2026-04-23T20:36:22.997" v="12724" actId="20577"/>
          <ac:spMkLst>
            <pc:docMk/>
            <pc:sldMk cId="2218945759" sldId="264"/>
            <ac:spMk id="3" creationId="{FE8E244F-E0E7-6602-DF9C-C278A7003585}"/>
          </ac:spMkLst>
        </pc:spChg>
      </pc:sldChg>
      <pc:sldChg chg="modSp">
        <pc:chgData name="Andrea Esposito" userId="af663d4e0f6c8da9" providerId="LiveId" clId="{262502FB-FC54-43DB-AB78-73175A28E98A}" dt="2026-04-24T07:29:04.042" v="12771" actId="14826"/>
        <pc:sldMkLst>
          <pc:docMk/>
          <pc:sldMk cId="1842148543" sldId="278"/>
        </pc:sldMkLst>
        <pc:picChg chg="mod">
          <ac:chgData name="Andrea Esposito" userId="af663d4e0f6c8da9" providerId="LiveId" clId="{262502FB-FC54-43DB-AB78-73175A28E98A}" dt="2026-04-24T07:29:04.042" v="12771" actId="14826"/>
          <ac:picMkLst>
            <pc:docMk/>
            <pc:sldMk cId="1842148543" sldId="278"/>
            <ac:picMk id="9" creationId="{CB5E335E-6719-D7FE-7FA8-17807A99FDA2}"/>
          </ac:picMkLst>
        </pc:picChg>
      </pc:sldChg>
      <pc:sldChg chg="modSp mod">
        <pc:chgData name="Andrea Esposito" userId="af663d4e0f6c8da9" providerId="LiveId" clId="{262502FB-FC54-43DB-AB78-73175A28E98A}" dt="2026-04-24T07:29:12.287" v="12772" actId="14826"/>
        <pc:sldMkLst>
          <pc:docMk/>
          <pc:sldMk cId="440999752" sldId="279"/>
        </pc:sldMkLst>
        <pc:spChg chg="mod">
          <ac:chgData name="Andrea Esposito" userId="af663d4e0f6c8da9" providerId="LiveId" clId="{262502FB-FC54-43DB-AB78-73175A28E98A}" dt="2026-04-08T18:08:36.042" v="9721" actId="20577"/>
          <ac:spMkLst>
            <pc:docMk/>
            <pc:sldMk cId="440999752" sldId="279"/>
            <ac:spMk id="2" creationId="{5D3C6E78-26E1-A896-00D8-72642E7B51CB}"/>
          </ac:spMkLst>
        </pc:spChg>
        <pc:picChg chg="mod">
          <ac:chgData name="Andrea Esposito" userId="af663d4e0f6c8da9" providerId="LiveId" clId="{262502FB-FC54-43DB-AB78-73175A28E98A}" dt="2026-04-24T07:29:12.287" v="12772" actId="14826"/>
          <ac:picMkLst>
            <pc:docMk/>
            <pc:sldMk cId="440999752" sldId="279"/>
            <ac:picMk id="5" creationId="{E5947B34-239C-979C-B779-56571887CEE4}"/>
          </ac:picMkLst>
        </pc:picChg>
      </pc:sldChg>
      <pc:sldChg chg="modSp mod">
        <pc:chgData name="Andrea Esposito" userId="af663d4e0f6c8da9" providerId="LiveId" clId="{262502FB-FC54-43DB-AB78-73175A28E98A}" dt="2026-04-24T07:29:19.336" v="12773" actId="14826"/>
        <pc:sldMkLst>
          <pc:docMk/>
          <pc:sldMk cId="1110123291" sldId="280"/>
        </pc:sldMkLst>
        <pc:spChg chg="mod">
          <ac:chgData name="Andrea Esposito" userId="af663d4e0f6c8da9" providerId="LiveId" clId="{262502FB-FC54-43DB-AB78-73175A28E98A}" dt="2026-04-08T18:08:26.989" v="9714" actId="20577"/>
          <ac:spMkLst>
            <pc:docMk/>
            <pc:sldMk cId="1110123291" sldId="280"/>
            <ac:spMk id="2" creationId="{55FC346D-60A1-0A4E-4785-3DF47D6A577B}"/>
          </ac:spMkLst>
        </pc:spChg>
        <pc:picChg chg="mod">
          <ac:chgData name="Andrea Esposito" userId="af663d4e0f6c8da9" providerId="LiveId" clId="{262502FB-FC54-43DB-AB78-73175A28E98A}" dt="2026-04-24T07:29:19.336" v="12773" actId="14826"/>
          <ac:picMkLst>
            <pc:docMk/>
            <pc:sldMk cId="1110123291" sldId="280"/>
            <ac:picMk id="8" creationId="{67C966C0-469A-C4F3-4E73-47707D821D59}"/>
          </ac:picMkLst>
        </pc:picChg>
      </pc:sldChg>
      <pc:sldChg chg="modSp mod">
        <pc:chgData name="Andrea Esposito" userId="af663d4e0f6c8da9" providerId="LiveId" clId="{262502FB-FC54-43DB-AB78-73175A28E98A}" dt="2026-04-29T09:28:08.868" v="13102" actId="14826"/>
        <pc:sldMkLst>
          <pc:docMk/>
          <pc:sldMk cId="4184518395" sldId="281"/>
        </pc:sldMkLst>
        <pc:spChg chg="mod">
          <ac:chgData name="Andrea Esposito" userId="af663d4e0f6c8da9" providerId="LiveId" clId="{262502FB-FC54-43DB-AB78-73175A28E98A}" dt="2026-04-08T18:09:13.913" v="9728" actId="20577"/>
          <ac:spMkLst>
            <pc:docMk/>
            <pc:sldMk cId="4184518395" sldId="281"/>
            <ac:spMk id="2" creationId="{648E4098-A90E-7297-148B-44D46EA7E70A}"/>
          </ac:spMkLst>
        </pc:spChg>
        <pc:picChg chg="mod">
          <ac:chgData name="Andrea Esposito" userId="af663d4e0f6c8da9" providerId="LiveId" clId="{262502FB-FC54-43DB-AB78-73175A28E98A}" dt="2026-04-29T09:28:08.868" v="13102" actId="14826"/>
          <ac:picMkLst>
            <pc:docMk/>
            <pc:sldMk cId="4184518395" sldId="281"/>
            <ac:picMk id="10" creationId="{63341522-CA2C-E841-596E-8D8409E83AF8}"/>
          </ac:picMkLst>
        </pc:picChg>
      </pc:sldChg>
      <pc:sldChg chg="addSp delSp modSp mod">
        <pc:chgData name="Andrea Esposito" userId="af663d4e0f6c8da9" providerId="LiveId" clId="{262502FB-FC54-43DB-AB78-73175A28E98A}" dt="2026-04-29T09:27:53.807" v="13101" actId="14826"/>
        <pc:sldMkLst>
          <pc:docMk/>
          <pc:sldMk cId="1134298706" sldId="282"/>
        </pc:sldMkLst>
        <pc:spChg chg="mod">
          <ac:chgData name="Andrea Esposito" userId="af663d4e0f6c8da9" providerId="LiveId" clId="{262502FB-FC54-43DB-AB78-73175A28E98A}" dt="2026-04-08T18:09:32.778" v="9732" actId="20577"/>
          <ac:spMkLst>
            <pc:docMk/>
            <pc:sldMk cId="1134298706" sldId="282"/>
            <ac:spMk id="2" creationId="{5624EFCC-81B2-8263-6C91-786C4A2FA3BF}"/>
          </ac:spMkLst>
        </pc:spChg>
        <pc:picChg chg="mod modCrop">
          <ac:chgData name="Andrea Esposito" userId="af663d4e0f6c8da9" providerId="LiveId" clId="{262502FB-FC54-43DB-AB78-73175A28E98A}" dt="2026-04-29T09:27:53.807" v="13101" actId="14826"/>
          <ac:picMkLst>
            <pc:docMk/>
            <pc:sldMk cId="1134298706" sldId="282"/>
            <ac:picMk id="5" creationId="{18C5EB5E-FF25-E72D-9CB1-FCD0EF7FE3F3}"/>
          </ac:picMkLst>
        </pc:picChg>
      </pc:sldChg>
      <pc:sldChg chg="modSp mod">
        <pc:chgData name="Andrea Esposito" userId="af663d4e0f6c8da9" providerId="LiveId" clId="{262502FB-FC54-43DB-AB78-73175A28E98A}" dt="2026-04-24T07:29:57.315" v="12776" actId="14826"/>
        <pc:sldMkLst>
          <pc:docMk/>
          <pc:sldMk cId="2485517940" sldId="288"/>
        </pc:sldMkLst>
        <pc:picChg chg="mod">
          <ac:chgData name="Andrea Esposito" userId="af663d4e0f6c8da9" providerId="LiveId" clId="{262502FB-FC54-43DB-AB78-73175A28E98A}" dt="2026-04-24T07:29:57.315" v="12776" actId="14826"/>
          <ac:picMkLst>
            <pc:docMk/>
            <pc:sldMk cId="2485517940" sldId="288"/>
            <ac:picMk id="10" creationId="{08A9A256-706C-A8C7-C2E2-0279C8FE242F}"/>
          </ac:picMkLst>
        </pc:picChg>
      </pc:sldChg>
      <pc:sldChg chg="modSp mod">
        <pc:chgData name="Andrea Esposito" userId="af663d4e0f6c8da9" providerId="LiveId" clId="{262502FB-FC54-43DB-AB78-73175A28E98A}" dt="2026-04-24T07:30:05.340" v="12777" actId="14826"/>
        <pc:sldMkLst>
          <pc:docMk/>
          <pc:sldMk cId="3069440379" sldId="292"/>
        </pc:sldMkLst>
        <pc:picChg chg="mod">
          <ac:chgData name="Andrea Esposito" userId="af663d4e0f6c8da9" providerId="LiveId" clId="{262502FB-FC54-43DB-AB78-73175A28E98A}" dt="2026-04-24T07:30:05.340" v="12777" actId="14826"/>
          <ac:picMkLst>
            <pc:docMk/>
            <pc:sldMk cId="3069440379" sldId="292"/>
            <ac:picMk id="10" creationId="{08A9A256-706C-A8C7-C2E2-0279C8FE242F}"/>
          </ac:picMkLst>
        </pc:picChg>
      </pc:sldChg>
      <pc:sldChg chg="modSp add mod">
        <pc:chgData name="Andrea Esposito" userId="af663d4e0f6c8da9" providerId="LiveId" clId="{262502FB-FC54-43DB-AB78-73175A28E98A}" dt="2026-04-24T07:53:28.250" v="12828" actId="14100"/>
        <pc:sldMkLst>
          <pc:docMk/>
          <pc:sldMk cId="3166441129" sldId="294"/>
        </pc:sldMkLst>
        <pc:spChg chg="mod">
          <ac:chgData name="Andrea Esposito" userId="af663d4e0f6c8da9" providerId="LiveId" clId="{262502FB-FC54-43DB-AB78-73175A28E98A}" dt="2026-04-23T20:03:33.310" v="12680" actId="404"/>
          <ac:spMkLst>
            <pc:docMk/>
            <pc:sldMk cId="3166441129" sldId="294"/>
            <ac:spMk id="2" creationId="{617C8136-7850-538E-9883-B67BE912C6DD}"/>
          </ac:spMkLst>
        </pc:spChg>
        <pc:graphicFrameChg chg="mod modGraphic">
          <ac:chgData name="Andrea Esposito" userId="af663d4e0f6c8da9" providerId="LiveId" clId="{262502FB-FC54-43DB-AB78-73175A28E98A}" dt="2026-04-24T07:53:28.250" v="12828" actId="14100"/>
          <ac:graphicFrameMkLst>
            <pc:docMk/>
            <pc:sldMk cId="3166441129" sldId="294"/>
            <ac:graphicFrameMk id="4" creationId="{BAD857C0-E0F1-F1CC-B2D0-DEBF4FD6D95E}"/>
          </ac:graphicFrameMkLst>
        </pc:graphicFrameChg>
      </pc:sldChg>
      <pc:sldChg chg="modSp add mod">
        <pc:chgData name="Andrea Esposito" userId="af663d4e0f6c8da9" providerId="LiveId" clId="{262502FB-FC54-43DB-AB78-73175A28E98A}" dt="2026-04-24T08:01:43.874" v="12939" actId="20577"/>
        <pc:sldMkLst>
          <pc:docMk/>
          <pc:sldMk cId="1628821381" sldId="296"/>
        </pc:sldMkLst>
        <pc:spChg chg="mod">
          <ac:chgData name="Andrea Esposito" userId="af663d4e0f6c8da9" providerId="LiveId" clId="{262502FB-FC54-43DB-AB78-73175A28E98A}" dt="2026-04-20T15:26:53.562" v="10837" actId="1076"/>
          <ac:spMkLst>
            <pc:docMk/>
            <pc:sldMk cId="1628821381" sldId="296"/>
            <ac:spMk id="2" creationId="{0756D2FA-E59E-53FE-29E3-116FD528BA9B}"/>
          </ac:spMkLst>
        </pc:spChg>
        <pc:graphicFrameChg chg="mod modGraphic">
          <ac:chgData name="Andrea Esposito" userId="af663d4e0f6c8da9" providerId="LiveId" clId="{262502FB-FC54-43DB-AB78-73175A28E98A}" dt="2026-04-24T08:01:43.874" v="12939" actId="20577"/>
          <ac:graphicFrameMkLst>
            <pc:docMk/>
            <pc:sldMk cId="1628821381" sldId="296"/>
            <ac:graphicFrameMk id="4" creationId="{BDCD3246-C1A1-4320-7932-F426D37C21D6}"/>
          </ac:graphicFrameMkLst>
        </pc:graphicFrameChg>
      </pc:sldChg>
      <pc:sldChg chg="modSp add mod">
        <pc:chgData name="Andrea Esposito" userId="af663d4e0f6c8da9" providerId="LiveId" clId="{262502FB-FC54-43DB-AB78-73175A28E98A}" dt="2026-04-24T08:04:18.325" v="13097" actId="14734"/>
        <pc:sldMkLst>
          <pc:docMk/>
          <pc:sldMk cId="2917781208" sldId="298"/>
        </pc:sldMkLst>
        <pc:spChg chg="mod">
          <ac:chgData name="Andrea Esposito" userId="af663d4e0f6c8da9" providerId="LiveId" clId="{262502FB-FC54-43DB-AB78-73175A28E98A}" dt="2026-04-20T15:35:11.277" v="11116" actId="1076"/>
          <ac:spMkLst>
            <pc:docMk/>
            <pc:sldMk cId="2917781208" sldId="298"/>
            <ac:spMk id="2" creationId="{59074E40-F48A-B6FC-6E18-CFA507EE607B}"/>
          </ac:spMkLst>
        </pc:spChg>
        <pc:graphicFrameChg chg="mod modGraphic">
          <ac:chgData name="Andrea Esposito" userId="af663d4e0f6c8da9" providerId="LiveId" clId="{262502FB-FC54-43DB-AB78-73175A28E98A}" dt="2026-04-24T08:04:18.325" v="13097" actId="14734"/>
          <ac:graphicFrameMkLst>
            <pc:docMk/>
            <pc:sldMk cId="2917781208" sldId="298"/>
            <ac:graphicFrameMk id="4" creationId="{5CF9969C-6F90-D94F-F1EF-C618C23D3DB1}"/>
          </ac:graphicFrameMkLst>
        </pc:graphicFrameChg>
      </pc:sldChg>
      <pc:sldChg chg="modSp add mod">
        <pc:chgData name="Andrea Esposito" userId="af663d4e0f6c8da9" providerId="LiveId" clId="{262502FB-FC54-43DB-AB78-73175A28E98A}" dt="2026-04-24T07:28:55.317" v="12770" actId="14826"/>
        <pc:sldMkLst>
          <pc:docMk/>
          <pc:sldMk cId="1207194062" sldId="300"/>
        </pc:sldMkLst>
        <pc:spChg chg="mod">
          <ac:chgData name="Andrea Esposito" userId="af663d4e0f6c8da9" providerId="LiveId" clId="{262502FB-FC54-43DB-AB78-73175A28E98A}" dt="2026-04-22T11:00:36.363" v="11435" actId="14100"/>
          <ac:spMkLst>
            <pc:docMk/>
            <pc:sldMk cId="1207194062" sldId="300"/>
            <ac:spMk id="2" creationId="{F04E146E-3F6C-3A25-3D79-C191C068AA26}"/>
          </ac:spMkLst>
        </pc:spChg>
        <pc:picChg chg="mod">
          <ac:chgData name="Andrea Esposito" userId="af663d4e0f6c8da9" providerId="LiveId" clId="{262502FB-FC54-43DB-AB78-73175A28E98A}" dt="2026-04-24T07:28:55.317" v="12770" actId="14826"/>
          <ac:picMkLst>
            <pc:docMk/>
            <pc:sldMk cId="1207194062" sldId="300"/>
            <ac:picMk id="9" creationId="{97988DCD-7FCD-D93F-FC38-C00CC5C8D2F2}"/>
          </ac:picMkLst>
        </pc:picChg>
      </pc:sldChg>
      <pc:sldChg chg="modSp new mod ord">
        <pc:chgData name="Andrea Esposito" userId="af663d4e0f6c8da9" providerId="LiveId" clId="{262502FB-FC54-43DB-AB78-73175A28E98A}" dt="2026-04-26T09:22:07.176" v="13100"/>
        <pc:sldMkLst>
          <pc:docMk/>
          <pc:sldMk cId="2441821937" sldId="301"/>
        </pc:sldMkLst>
        <pc:spChg chg="mod">
          <ac:chgData name="Andrea Esposito" userId="af663d4e0f6c8da9" providerId="LiveId" clId="{262502FB-FC54-43DB-AB78-73175A28E98A}" dt="2026-04-23T19:51:20.394" v="12586" actId="20577"/>
          <ac:spMkLst>
            <pc:docMk/>
            <pc:sldMk cId="2441821937" sldId="301"/>
            <ac:spMk id="2" creationId="{6D71EC6A-85A3-DD1A-52BE-A4F50052DDFF}"/>
          </ac:spMkLst>
        </pc:spChg>
        <pc:spChg chg="mod">
          <ac:chgData name="Andrea Esposito" userId="af663d4e0f6c8da9" providerId="LiveId" clId="{262502FB-FC54-43DB-AB78-73175A28E98A}" dt="2026-04-24T07:26:33.322" v="12725"/>
          <ac:spMkLst>
            <pc:docMk/>
            <pc:sldMk cId="2441821937" sldId="301"/>
            <ac:spMk id="3" creationId="{046E8376-D75F-4ACE-EA75-7A464208D2F0}"/>
          </ac:spMkLst>
        </pc:spChg>
      </pc:sldChg>
      <pc:sldChg chg="addSp modSp new mod">
        <pc:chgData name="Andrea Esposito" userId="af663d4e0f6c8da9" providerId="LiveId" clId="{262502FB-FC54-43DB-AB78-73175A28E98A}" dt="2026-04-24T07:28:12.948" v="12769" actId="20577"/>
        <pc:sldMkLst>
          <pc:docMk/>
          <pc:sldMk cId="2003704622" sldId="302"/>
        </pc:sldMkLst>
        <pc:spChg chg="mod">
          <ac:chgData name="Andrea Esposito" userId="af663d4e0f6c8da9" providerId="LiveId" clId="{262502FB-FC54-43DB-AB78-73175A28E98A}" dt="2026-04-22T10:58:56.673" v="11410" actId="14100"/>
          <ac:spMkLst>
            <pc:docMk/>
            <pc:sldMk cId="2003704622" sldId="302"/>
            <ac:spMk id="2" creationId="{E0D658D6-CF2B-F9ED-1E69-E0417031280A}"/>
          </ac:spMkLst>
        </pc:spChg>
        <pc:spChg chg="mod">
          <ac:chgData name="Andrea Esposito" userId="af663d4e0f6c8da9" providerId="LiveId" clId="{262502FB-FC54-43DB-AB78-73175A28E98A}" dt="2026-04-22T10:59:02.830" v="11411" actId="1076"/>
          <ac:spMkLst>
            <pc:docMk/>
            <pc:sldMk cId="2003704622" sldId="302"/>
            <ac:spMk id="3" creationId="{9C03B21B-BD47-10D5-E6D7-EA47501CE398}"/>
          </ac:spMkLst>
        </pc:spChg>
        <pc:graphicFrameChg chg="add mod modGraphic">
          <ac:chgData name="Andrea Esposito" userId="af663d4e0f6c8da9" providerId="LiveId" clId="{262502FB-FC54-43DB-AB78-73175A28E98A}" dt="2026-04-24T07:28:12.948" v="12769" actId="20577"/>
          <ac:graphicFrameMkLst>
            <pc:docMk/>
            <pc:sldMk cId="2003704622" sldId="302"/>
            <ac:graphicFrameMk id="4" creationId="{76AE0678-6C07-F8CE-647E-9DA164FFB60B}"/>
          </ac:graphicFrameMkLst>
        </pc:graphicFrameChg>
      </pc:sldChg>
      <pc:sldChg chg="addSp delSp modSp new mod">
        <pc:chgData name="Andrea Esposito" userId="af663d4e0f6c8da9" providerId="LiveId" clId="{262502FB-FC54-43DB-AB78-73175A28E98A}" dt="2026-04-24T07:50:03.209" v="12793"/>
        <pc:sldMkLst>
          <pc:docMk/>
          <pc:sldMk cId="2601912489" sldId="303"/>
        </pc:sldMkLst>
        <pc:spChg chg="mod">
          <ac:chgData name="Andrea Esposito" userId="af663d4e0f6c8da9" providerId="LiveId" clId="{262502FB-FC54-43DB-AB78-73175A28E98A}" dt="2026-04-23T20:07:39.257" v="12710" actId="1076"/>
          <ac:spMkLst>
            <pc:docMk/>
            <pc:sldMk cId="2601912489" sldId="303"/>
            <ac:spMk id="2" creationId="{FA845D0E-134A-5B56-94C1-A0348BBFF71D}"/>
          </ac:spMkLst>
        </pc:spChg>
        <pc:spChg chg="add mod">
          <ac:chgData name="Andrea Esposito" userId="af663d4e0f6c8da9" providerId="LiveId" clId="{262502FB-FC54-43DB-AB78-73175A28E98A}" dt="2026-04-23T20:07:32.136" v="12709" actId="1076"/>
          <ac:spMkLst>
            <pc:docMk/>
            <pc:sldMk cId="2601912489" sldId="303"/>
            <ac:spMk id="11" creationId="{B786AA21-52D4-F098-9A10-9D42C069BE23}"/>
          </ac:spMkLst>
        </pc:spChg>
        <pc:spChg chg="add mod">
          <ac:chgData name="Andrea Esposito" userId="af663d4e0f6c8da9" providerId="LiveId" clId="{262502FB-FC54-43DB-AB78-73175A28E98A}" dt="2026-04-22T11:11:06.785" v="11522" actId="1076"/>
          <ac:spMkLst>
            <pc:docMk/>
            <pc:sldMk cId="2601912489" sldId="303"/>
            <ac:spMk id="16" creationId="{27BCA466-F5A8-C506-FBA1-A79FD4C3850B}"/>
          </ac:spMkLst>
        </pc:spChg>
        <pc:spChg chg="add mod">
          <ac:chgData name="Andrea Esposito" userId="af663d4e0f6c8da9" providerId="LiveId" clId="{262502FB-FC54-43DB-AB78-73175A28E98A}" dt="2026-04-24T07:50:03.209" v="12793"/>
          <ac:spMkLst>
            <pc:docMk/>
            <pc:sldMk cId="2601912489" sldId="303"/>
            <ac:spMk id="17" creationId="{F94081EB-5F8B-3B1E-3B02-49CDCC266BFB}"/>
          </ac:spMkLst>
        </pc:spChg>
        <pc:picChg chg="add mod">
          <ac:chgData name="Andrea Esposito" userId="af663d4e0f6c8da9" providerId="LiveId" clId="{262502FB-FC54-43DB-AB78-73175A28E98A}" dt="2026-04-24T07:49:14.618" v="12792" actId="14100"/>
          <ac:picMkLst>
            <pc:docMk/>
            <pc:sldMk cId="2601912489" sldId="303"/>
            <ac:picMk id="4" creationId="{30159A2E-9CE1-DF50-38A3-33DFF2BA8880}"/>
          </ac:picMkLst>
        </pc:picChg>
        <pc:picChg chg="add mod">
          <ac:chgData name="Andrea Esposito" userId="af663d4e0f6c8da9" providerId="LiveId" clId="{262502FB-FC54-43DB-AB78-73175A28E98A}" dt="2026-04-24T07:49:05.949" v="12790" actId="14100"/>
          <ac:picMkLst>
            <pc:docMk/>
            <pc:sldMk cId="2601912489" sldId="303"/>
            <ac:picMk id="10" creationId="{89D3F5A0-41B5-E045-B6E0-68474286E22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AB00D7-A12E-4179-B4FE-A225F398F237}" type="datetimeFigureOut">
              <a:rPr lang="it-IT" smtClean="0"/>
              <a:t>29/04/2026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BC78ED9-3A5F-4DBF-BCF4-7D8596C097D4}" type="slidenum">
              <a:rPr lang="it-IT" smtClean="0"/>
              <a:t>‹N›</a:t>
            </a:fld>
            <a:endParaRPr lang="it-IT"/>
          </a:p>
        </p:txBody>
      </p:sp>
    </p:spTree>
    <p:extLst>
      <p:ext uri="{BB962C8B-B14F-4D97-AF65-F5344CB8AC3E}">
        <p14:creationId xmlns:p14="http://schemas.microsoft.com/office/powerpoint/2010/main" val="8623651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tags" Target="../tags/tag5.xml"/><Relationship Id="rId2" Type="http://schemas.openxmlformats.org/officeDocument/2006/relationships/tags" Target="../tags/tag4.xml"/><Relationship Id="rId1" Type="http://schemas.openxmlformats.org/officeDocument/2006/relationships/tags" Target="../tags/tag3.xml"/><Relationship Id="rId6" Type="http://schemas.openxmlformats.org/officeDocument/2006/relationships/image" Target="../media/image7.jpeg"/><Relationship Id="rId5" Type="http://schemas.openxmlformats.org/officeDocument/2006/relationships/image" Target="../media/image6.svg"/><Relationship Id="rId4"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7.xml"/><Relationship Id="rId1" Type="http://schemas.openxmlformats.org/officeDocument/2006/relationships/tags" Target="../tags/tag6.xml"/><Relationship Id="rId4" Type="http://schemas.openxmlformats.org/officeDocument/2006/relationships/image" Target="../media/image6.sv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it-IT"/>
              <a:t>Fare clic per modificare lo stile del titolo dello schema</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it-IT"/>
              <a:t>Fare clic per modificare lo stile del sottotitolo dello schema</a:t>
            </a:r>
            <a:endParaRPr lang="en-US" dirty="0"/>
          </a:p>
        </p:txBody>
      </p:sp>
      <p:sp>
        <p:nvSpPr>
          <p:cNvPr id="4" name="Date Placeholder 3"/>
          <p:cNvSpPr>
            <a:spLocks noGrp="1"/>
          </p:cNvSpPr>
          <p:nvPr>
            <p:ph type="dt" sz="half" idx="10"/>
          </p:nvPr>
        </p:nvSpPr>
        <p:spPr/>
        <p:txBody>
          <a:bodyPr/>
          <a:lstStyle/>
          <a:p>
            <a:fld id="{A1E45834-53BD-4C8F-B791-CD5378F4150E}" type="datetimeFigureOut">
              <a:rPr lang="en-US" smtClean="0"/>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19D7796-F675-488F-AC46-C88938C80352}" type="slidenum">
              <a:rPr lang="en-US" smtClean="0"/>
              <a:t>‹N›</a:t>
            </a:fld>
            <a:endParaRPr lang="en-US"/>
          </a:p>
        </p:txBody>
      </p:sp>
    </p:spTree>
    <p:extLst>
      <p:ext uri="{BB962C8B-B14F-4D97-AF65-F5344CB8AC3E}">
        <p14:creationId xmlns:p14="http://schemas.microsoft.com/office/powerpoint/2010/main" val="1884637324"/>
      </p:ext>
    </p:extLst>
  </p:cSld>
  <p:clrMapOvr>
    <a:masterClrMapping/>
  </p:clrMapOvr>
  <p:transition spd="slow">
    <p:wip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A1E45834-53BD-4C8F-B791-CD5378F4150E}" type="datetimeFigureOut">
              <a:rPr lang="en-US" smtClean="0"/>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19D7796-F675-488F-AC46-C88938C80352}" type="slidenum">
              <a:rPr lang="en-US" smtClean="0"/>
              <a:t>‹N›</a:t>
            </a:fld>
            <a:endParaRPr lang="en-US"/>
          </a:p>
        </p:txBody>
      </p:sp>
    </p:spTree>
    <p:extLst>
      <p:ext uri="{BB962C8B-B14F-4D97-AF65-F5344CB8AC3E}">
        <p14:creationId xmlns:p14="http://schemas.microsoft.com/office/powerpoint/2010/main" val="634040190"/>
      </p:ext>
    </p:extLst>
  </p:cSld>
  <p:clrMapOvr>
    <a:masterClrMapping/>
  </p:clrMapOvr>
  <p:transition spd="slow">
    <p:wip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A1E45834-53BD-4C8F-B791-CD5378F4150E}" type="datetimeFigureOut">
              <a:rPr lang="en-US" smtClean="0"/>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19D7796-F675-488F-AC46-C88938C80352}" type="slidenum">
              <a:rPr lang="en-US" smtClean="0"/>
              <a:t>‹N›</a:t>
            </a:fld>
            <a:endParaRPr lang="en-US"/>
          </a:p>
        </p:txBody>
      </p:sp>
    </p:spTree>
    <p:extLst>
      <p:ext uri="{BB962C8B-B14F-4D97-AF65-F5344CB8AC3E}">
        <p14:creationId xmlns:p14="http://schemas.microsoft.com/office/powerpoint/2010/main" val="1855423829"/>
      </p:ext>
    </p:extLst>
  </p:cSld>
  <p:clrMapOvr>
    <a:masterClrMapping/>
  </p:clrMapOvr>
  <p:transition spd="slow">
    <p:wip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Date Placeholder 4"/>
          <p:cNvSpPr>
            <a:spLocks noGrp="1"/>
          </p:cNvSpPr>
          <p:nvPr>
            <p:ph type="dt" sz="half" idx="10"/>
          </p:nvPr>
        </p:nvSpPr>
        <p:spPr/>
        <p:txBody>
          <a:bodyPr/>
          <a:lstStyle/>
          <a:p>
            <a:fld id="{A1E45834-53BD-4C8F-B791-CD5378F4150E}" type="datetimeFigureOut">
              <a:rPr lang="en-US" smtClean="0"/>
              <a:t>4/29/2026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19D7796-F675-488F-AC46-C88938C80352}" type="slidenum">
              <a:rPr lang="en-US" smtClean="0"/>
              <a:t>‹N›</a:t>
            </a:fld>
            <a:endParaRPr lang="en-US"/>
          </a:p>
        </p:txBody>
      </p:sp>
    </p:spTree>
    <p:extLst>
      <p:ext uri="{BB962C8B-B14F-4D97-AF65-F5344CB8AC3E}">
        <p14:creationId xmlns:p14="http://schemas.microsoft.com/office/powerpoint/2010/main" val="1827042902"/>
      </p:ext>
    </p:extLst>
  </p:cSld>
  <p:clrMapOvr>
    <a:masterClrMapping/>
  </p:clrMapOvr>
  <p:transition spd="slow">
    <p:wip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7" name="Date Placeholder 6"/>
          <p:cNvSpPr>
            <a:spLocks noGrp="1"/>
          </p:cNvSpPr>
          <p:nvPr>
            <p:ph type="dt" sz="half" idx="10"/>
          </p:nvPr>
        </p:nvSpPr>
        <p:spPr/>
        <p:txBody>
          <a:bodyPr/>
          <a:lstStyle/>
          <a:p>
            <a:fld id="{A1E45834-53BD-4C8F-B791-CD5378F4150E}" type="datetimeFigureOut">
              <a:rPr lang="en-US" smtClean="0"/>
              <a:t>4/29/2026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19D7796-F675-488F-AC46-C88938C80352}" type="slidenum">
              <a:rPr lang="en-US" smtClean="0"/>
              <a:t>‹N›</a:t>
            </a:fld>
            <a:endParaRPr lang="en-US"/>
          </a:p>
        </p:txBody>
      </p:sp>
    </p:spTree>
    <p:extLst>
      <p:ext uri="{BB962C8B-B14F-4D97-AF65-F5344CB8AC3E}">
        <p14:creationId xmlns:p14="http://schemas.microsoft.com/office/powerpoint/2010/main" val="1197164229"/>
      </p:ext>
    </p:extLst>
  </p:cSld>
  <p:clrMapOvr>
    <a:masterClrMapping/>
  </p:clrMapOvr>
  <p:transition spd="slow">
    <p:wip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7" name="Date Placeholder 2"/>
          <p:cNvSpPr>
            <a:spLocks noGrp="1"/>
          </p:cNvSpPr>
          <p:nvPr>
            <p:ph type="dt" sz="half" idx="10"/>
          </p:nvPr>
        </p:nvSpPr>
        <p:spPr/>
        <p:txBody>
          <a:bodyPr/>
          <a:lstStyle/>
          <a:p>
            <a:fld id="{A1E45834-53BD-4C8F-B791-CD5378F4150E}" type="datetimeFigureOut">
              <a:rPr lang="en-US" smtClean="0"/>
              <a:t>4/29/2026</a:t>
            </a:fld>
            <a:endParaRPr lang="en-US"/>
          </a:p>
        </p:txBody>
      </p:sp>
      <p:sp>
        <p:nvSpPr>
          <p:cNvPr id="5" name="Footer Placeholder 3"/>
          <p:cNvSpPr>
            <a:spLocks noGrp="1"/>
          </p:cNvSpPr>
          <p:nvPr>
            <p:ph type="ftr" sz="quarter" idx="11"/>
          </p:nvPr>
        </p:nvSpPr>
        <p:spPr/>
        <p:txBody>
          <a:bodyPr/>
          <a:lstStyle/>
          <a:p>
            <a:endParaRPr lang="en-US"/>
          </a:p>
        </p:txBody>
      </p:sp>
      <p:sp>
        <p:nvSpPr>
          <p:cNvPr id="6" name="Slide Number Placeholder 4"/>
          <p:cNvSpPr>
            <a:spLocks noGrp="1"/>
          </p:cNvSpPr>
          <p:nvPr>
            <p:ph type="sldNum" sz="quarter" idx="12"/>
          </p:nvPr>
        </p:nvSpPr>
        <p:spPr/>
        <p:txBody>
          <a:bodyPr/>
          <a:lstStyle/>
          <a:p>
            <a:fld id="{719D7796-F675-488F-AC46-C88938C80352}" type="slidenum">
              <a:rPr lang="en-US" smtClean="0"/>
              <a:t>‹N›</a:t>
            </a:fld>
            <a:endParaRPr lang="en-US"/>
          </a:p>
        </p:txBody>
      </p:sp>
    </p:spTree>
    <p:extLst>
      <p:ext uri="{BB962C8B-B14F-4D97-AF65-F5344CB8AC3E}">
        <p14:creationId xmlns:p14="http://schemas.microsoft.com/office/powerpoint/2010/main" val="3595317005"/>
      </p:ext>
    </p:extLst>
  </p:cSld>
  <p:clrMapOvr>
    <a:masterClrMapping/>
  </p:clrMapOvr>
  <p:transition spd="slow">
    <p:wip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A1E45834-53BD-4C8F-B791-CD5378F4150E}" type="datetimeFigureOut">
              <a:rPr lang="en-US" smtClean="0"/>
              <a:t>4/29/2026</a:t>
            </a:fld>
            <a:endParaRPr lang="en-US"/>
          </a:p>
        </p:txBody>
      </p:sp>
      <p:sp>
        <p:nvSpPr>
          <p:cNvPr id="5" name="Footer Placeholder 2"/>
          <p:cNvSpPr>
            <a:spLocks noGrp="1"/>
          </p:cNvSpPr>
          <p:nvPr>
            <p:ph type="ftr" sz="quarter" idx="11"/>
          </p:nvPr>
        </p:nvSpPr>
        <p:spPr/>
        <p:txBody>
          <a:bodyPr/>
          <a:lstStyle/>
          <a:p>
            <a:endParaRPr lang="en-US"/>
          </a:p>
        </p:txBody>
      </p:sp>
      <p:sp>
        <p:nvSpPr>
          <p:cNvPr id="6" name="Slide Number Placeholder 3"/>
          <p:cNvSpPr>
            <a:spLocks noGrp="1"/>
          </p:cNvSpPr>
          <p:nvPr>
            <p:ph type="sldNum" sz="quarter" idx="12"/>
          </p:nvPr>
        </p:nvSpPr>
        <p:spPr/>
        <p:txBody>
          <a:bodyPr/>
          <a:lstStyle/>
          <a:p>
            <a:fld id="{719D7796-F675-488F-AC46-C88938C80352}" type="slidenum">
              <a:rPr lang="en-US" smtClean="0"/>
              <a:t>‹N›</a:t>
            </a:fld>
            <a:endParaRPr lang="en-US"/>
          </a:p>
        </p:txBody>
      </p:sp>
    </p:spTree>
    <p:extLst>
      <p:ext uri="{BB962C8B-B14F-4D97-AF65-F5344CB8AC3E}">
        <p14:creationId xmlns:p14="http://schemas.microsoft.com/office/powerpoint/2010/main" val="3796584199"/>
      </p:ext>
    </p:extLst>
  </p:cSld>
  <p:clrMapOvr>
    <a:masterClrMapping/>
  </p:clrMapOvr>
  <p:transition spd="slow">
    <p:wip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3401064" cy="1447800"/>
          </a:xfrm>
        </p:spPr>
        <p:txBody>
          <a:bodyPr anchor="b"/>
          <a:lstStyle>
            <a:lvl1pPr algn="l">
              <a:defRPr sz="2400" b="0"/>
            </a:lvl1pPr>
          </a:lstStyle>
          <a:p>
            <a:r>
              <a:rPr lang="it-IT"/>
              <a:t>Fare clic per modificare lo stile del titolo dello schema</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Text Placeholder 3"/>
          <p:cNvSpPr>
            <a:spLocks noGrp="1"/>
          </p:cNvSpPr>
          <p:nvPr>
            <p:ph type="body" sz="half" idx="2"/>
          </p:nvPr>
        </p:nvSpPr>
        <p:spPr>
          <a:xfrm>
            <a:off x="1154954"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7" name="Date Placeholder 4"/>
          <p:cNvSpPr>
            <a:spLocks noGrp="1"/>
          </p:cNvSpPr>
          <p:nvPr>
            <p:ph type="dt" sz="half" idx="10"/>
          </p:nvPr>
        </p:nvSpPr>
        <p:spPr/>
        <p:txBody>
          <a:bodyPr/>
          <a:lstStyle/>
          <a:p>
            <a:fld id="{A1E45834-53BD-4C8F-B791-CD5378F4150E}" type="datetimeFigureOut">
              <a:rPr lang="en-US" smtClean="0"/>
              <a:t>4/29/2026</a:t>
            </a:fld>
            <a:endParaRPr lang="en-US"/>
          </a:p>
        </p:txBody>
      </p:sp>
      <p:sp>
        <p:nvSpPr>
          <p:cNvPr id="5" name="Footer Placeholder 5"/>
          <p:cNvSpPr>
            <a:spLocks noGrp="1"/>
          </p:cNvSpPr>
          <p:nvPr>
            <p:ph type="ftr" sz="quarter" idx="11"/>
          </p:nvPr>
        </p:nvSpPr>
        <p:spPr/>
        <p:txBody>
          <a:bodyPr/>
          <a:lstStyle/>
          <a:p>
            <a:endParaRPr lang="en-US"/>
          </a:p>
        </p:txBody>
      </p:sp>
      <p:sp>
        <p:nvSpPr>
          <p:cNvPr id="6" name="Slide Number Placeholder 6"/>
          <p:cNvSpPr>
            <a:spLocks noGrp="1"/>
          </p:cNvSpPr>
          <p:nvPr>
            <p:ph type="sldNum" sz="quarter" idx="12"/>
          </p:nvPr>
        </p:nvSpPr>
        <p:spPr/>
        <p:txBody>
          <a:bodyPr/>
          <a:lstStyle/>
          <a:p>
            <a:fld id="{719D7796-F675-488F-AC46-C88938C80352}" type="slidenum">
              <a:rPr lang="en-US" smtClean="0"/>
              <a:t>‹N›</a:t>
            </a:fld>
            <a:endParaRPr lang="en-US"/>
          </a:p>
        </p:txBody>
      </p:sp>
    </p:spTree>
    <p:extLst>
      <p:ext uri="{BB962C8B-B14F-4D97-AF65-F5344CB8AC3E}">
        <p14:creationId xmlns:p14="http://schemas.microsoft.com/office/powerpoint/2010/main" val="2161703015"/>
      </p:ext>
    </p:extLst>
  </p:cSld>
  <p:clrMapOvr>
    <a:masterClrMapping/>
  </p:clrMapOvr>
  <p:transition spd="slow">
    <p:wip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it-IT"/>
              <a:t>Fare clic sull'icona per inserire un'immagine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A1E45834-53BD-4C8F-B791-CD5378F4150E}" type="datetimeFigureOut">
              <a:rPr lang="en-US" smtClean="0"/>
              <a:t>4/29/2026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19D7796-F675-488F-AC46-C88938C80352}" type="slidenum">
              <a:rPr lang="en-US" smtClean="0"/>
              <a:t>‹N›</a:t>
            </a:fld>
            <a:endParaRPr lang="en-US"/>
          </a:p>
        </p:txBody>
      </p:sp>
    </p:spTree>
    <p:extLst>
      <p:ext uri="{BB962C8B-B14F-4D97-AF65-F5344CB8AC3E}">
        <p14:creationId xmlns:p14="http://schemas.microsoft.com/office/powerpoint/2010/main" val="749779998"/>
      </p:ext>
    </p:extLst>
  </p:cSld>
  <p:clrMapOvr>
    <a:masterClrMapping/>
  </p:clrMapOvr>
  <p:transition spd="slow">
    <p:wip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magine panoramica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it-IT"/>
              <a:t>Fare clic sull'icona per inserire un'immagine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A1E45834-53BD-4C8F-B791-CD5378F4150E}" type="datetimeFigureOut">
              <a:rPr lang="en-US" smtClean="0"/>
              <a:t>4/29/2026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19D7796-F675-488F-AC46-C88938C80352}" type="slidenum">
              <a:rPr lang="en-US" smtClean="0"/>
              <a:t>‹N›</a:t>
            </a:fld>
            <a:endParaRPr lang="en-US"/>
          </a:p>
        </p:txBody>
      </p:sp>
    </p:spTree>
    <p:extLst>
      <p:ext uri="{BB962C8B-B14F-4D97-AF65-F5344CB8AC3E}">
        <p14:creationId xmlns:p14="http://schemas.microsoft.com/office/powerpoint/2010/main" val="914836460"/>
      </p:ext>
    </p:extLst>
  </p:cSld>
  <p:clrMapOvr>
    <a:masterClrMapping/>
  </p:clrMapOvr>
  <p:transition spd="slow">
    <p:wip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olo e sottotitolo">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it-IT"/>
              <a:t>Fare clic per modificare lo stile del titolo dello schema</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A1E45834-53BD-4C8F-B791-CD5378F4150E}" type="datetimeFigureOut">
              <a:rPr lang="en-US" smtClean="0"/>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19D7796-F675-488F-AC46-C88938C80352}" type="slidenum">
              <a:rPr lang="en-US" smtClean="0"/>
              <a:t>‹N›</a:t>
            </a:fld>
            <a:endParaRPr lang="en-US"/>
          </a:p>
        </p:txBody>
      </p:sp>
    </p:spTree>
    <p:extLst>
      <p:ext uri="{BB962C8B-B14F-4D97-AF65-F5344CB8AC3E}">
        <p14:creationId xmlns:p14="http://schemas.microsoft.com/office/powerpoint/2010/main" val="571180846"/>
      </p:ext>
    </p:extLst>
  </p:cSld>
  <p:clrMapOvr>
    <a:masterClrMapping/>
  </p:clrMapOvr>
  <p:transition spd="slow">
    <p:wip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itazio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it-IT"/>
              <a:t>Fare clic per modificare lo stile del titolo dello schema</a:t>
            </a:r>
            <a:endParaRPr lang="en-US" dirty="0"/>
          </a:p>
        </p:txBody>
      </p:sp>
      <p:sp>
        <p:nvSpPr>
          <p:cNvPr id="14" name="Text Placeholder 3"/>
          <p:cNvSpPr>
            <a:spLocks noGrp="1"/>
          </p:cNvSpPr>
          <p:nvPr>
            <p:ph type="body" sz="half" idx="13"/>
          </p:nvPr>
        </p:nvSpPr>
        <p:spPr>
          <a:xfrm>
            <a:off x="1930400" y="3771174"/>
            <a:ext cx="7279649" cy="342174"/>
          </a:xfrm>
        </p:spPr>
        <p:txBody>
          <a:bodyPr anchor="t">
            <a:normAutofit/>
          </a:bodyPr>
          <a:lstStyle>
            <a:lvl1pPr marL="0" indent="0">
              <a:buNone/>
              <a:defRPr lang="en-US" sz="1400" b="0" i="0" kern="1200" cap="small" dirty="0">
                <a:solidFill>
                  <a:schemeClr val="accent1"/>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A1E45834-53BD-4C8F-B791-CD5378F4150E}" type="datetimeFigureOut">
              <a:rPr lang="en-US" smtClean="0"/>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19D7796-F675-488F-AC46-C88938C80352}" type="slidenum">
              <a:rPr lang="en-US" smtClean="0"/>
              <a:t>‹N›</a:t>
            </a:fld>
            <a:endParaRPr lang="en-US"/>
          </a:p>
        </p:txBody>
      </p:sp>
      <p:sp>
        <p:nvSpPr>
          <p:cNvPr id="9" name="TextBox 8"/>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accent1"/>
                </a:solidFill>
                <a:latin typeface="Arial"/>
                <a:ea typeface="+mj-ea"/>
                <a:cs typeface="+mj-cs"/>
              </a:defRPr>
            </a:lvl1pPr>
          </a:lstStyle>
          <a:p>
            <a:pPr lvl="0"/>
            <a:r>
              <a:rPr lang="en-US" dirty="0"/>
              <a:t>“</a:t>
            </a:r>
          </a:p>
        </p:txBody>
      </p:sp>
      <p:sp>
        <p:nvSpPr>
          <p:cNvPr id="13" name="TextBox 12"/>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accent1"/>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2504865668"/>
      </p:ext>
    </p:extLst>
  </p:cSld>
  <p:clrMapOvr>
    <a:masterClrMapping/>
  </p:clrMapOvr>
  <p:transition spd="slow">
    <p:wip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cheda nome">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A1E45834-53BD-4C8F-B791-CD5378F4150E}" type="datetimeFigureOut">
              <a:rPr lang="en-US" smtClean="0"/>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19D7796-F675-488F-AC46-C88938C80352}" type="slidenum">
              <a:rPr lang="en-US" smtClean="0"/>
              <a:t>‹N›</a:t>
            </a:fld>
            <a:endParaRPr lang="en-US"/>
          </a:p>
        </p:txBody>
      </p:sp>
    </p:spTree>
    <p:extLst>
      <p:ext uri="{BB962C8B-B14F-4D97-AF65-F5344CB8AC3E}">
        <p14:creationId xmlns:p14="http://schemas.microsoft.com/office/powerpoint/2010/main" val="1820573745"/>
      </p:ext>
    </p:extLst>
  </p:cSld>
  <p:clrMapOvr>
    <a:masterClrMapping/>
  </p:clrMapOvr>
  <p:transition spd="slow">
    <p:wip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onn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cxnSp>
        <p:nvCxnSpPr>
          <p:cNvPr id="17" name="Straight Connector 16"/>
          <p:cNvCxnSpPr/>
          <p:nvPr/>
        </p:nvCxnSpPr>
        <p:spPr>
          <a:xfrm>
            <a:off x="3726142" y="2133600"/>
            <a:ext cx="0" cy="3962400"/>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A1E45834-53BD-4C8F-B791-CD5378F4150E}" type="datetimeFigureOut">
              <a:rPr lang="en-US" smtClean="0"/>
              <a:t>4/29/2026</a:t>
            </a:fld>
            <a:endParaRPr lang="en-US"/>
          </a:p>
        </p:txBody>
      </p:sp>
      <p:sp>
        <p:nvSpPr>
          <p:cNvPr id="4"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19D7796-F675-488F-AC46-C88938C80352}" type="slidenum">
              <a:rPr lang="en-US" smtClean="0"/>
              <a:t>‹N›</a:t>
            </a:fld>
            <a:endParaRPr lang="en-US"/>
          </a:p>
        </p:txBody>
      </p:sp>
    </p:spTree>
    <p:extLst>
      <p:ext uri="{BB962C8B-B14F-4D97-AF65-F5344CB8AC3E}">
        <p14:creationId xmlns:p14="http://schemas.microsoft.com/office/powerpoint/2010/main" val="3104861816"/>
      </p:ext>
    </p:extLst>
  </p:cSld>
  <p:clrMapOvr>
    <a:masterClrMapping/>
  </p:clrMapOvr>
  <p:transition spd="slow">
    <p:wip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colonne immagin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it-IT"/>
              <a:t>Fare clic sull'icona per inserire un'immagine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it-IT"/>
              <a:t>Fare clic sull'icona per inserire un'immagine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it-IT"/>
              <a:t>Fare clic sull'icona per inserire un'immagine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cxnSp>
        <p:nvCxnSpPr>
          <p:cNvPr id="17" name="Straight Connector 16"/>
          <p:cNvCxnSpPr/>
          <p:nvPr/>
        </p:nvCxnSpPr>
        <p:spPr>
          <a:xfrm>
            <a:off x="3726142" y="2133600"/>
            <a:ext cx="0" cy="3962400"/>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A1E45834-53BD-4C8F-B791-CD5378F4150E}" type="datetimeFigureOut">
              <a:rPr lang="en-US" smtClean="0"/>
              <a:t>4/29/2026</a:t>
            </a:fld>
            <a:endParaRPr lang="en-US"/>
          </a:p>
        </p:txBody>
      </p:sp>
      <p:sp>
        <p:nvSpPr>
          <p:cNvPr id="4"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19D7796-F675-488F-AC46-C88938C80352}" type="slidenum">
              <a:rPr lang="en-US" smtClean="0"/>
              <a:t>‹N›</a:t>
            </a:fld>
            <a:endParaRPr lang="en-US"/>
          </a:p>
        </p:txBody>
      </p:sp>
    </p:spTree>
    <p:extLst>
      <p:ext uri="{BB962C8B-B14F-4D97-AF65-F5344CB8AC3E}">
        <p14:creationId xmlns:p14="http://schemas.microsoft.com/office/powerpoint/2010/main" val="858045967"/>
      </p:ext>
    </p:extLst>
  </p:cSld>
  <p:clrMapOvr>
    <a:masterClrMapping/>
  </p:clrMapOvr>
  <p:transition spd="slow">
    <p:wip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p:txBody>
          <a:bodyPr vert="eaVert" anchor="t" anchorCtr="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A1E45834-53BD-4C8F-B791-CD5378F4150E}" type="datetimeFigureOut">
              <a:rPr lang="en-US" smtClean="0"/>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19D7796-F675-488F-AC46-C88938C80352}" type="slidenum">
              <a:rPr lang="en-US" smtClean="0"/>
              <a:t>‹N›</a:t>
            </a:fld>
            <a:endParaRPr lang="en-US"/>
          </a:p>
        </p:txBody>
      </p:sp>
    </p:spTree>
    <p:extLst>
      <p:ext uri="{BB962C8B-B14F-4D97-AF65-F5344CB8AC3E}">
        <p14:creationId xmlns:p14="http://schemas.microsoft.com/office/powerpoint/2010/main" val="2121124525"/>
      </p:ext>
    </p:extLst>
  </p:cSld>
  <p:clrMapOvr>
    <a:masterClrMapping/>
  </p:clrMapOvr>
  <p:transition spd="slow">
    <p:wip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A1E45834-53BD-4C8F-B791-CD5378F4150E}" type="datetimeFigureOut">
              <a:rPr lang="en-US" smtClean="0"/>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19D7796-F675-488F-AC46-C88938C80352}" type="slidenum">
              <a:rPr lang="en-US" smtClean="0"/>
              <a:t>‹N›</a:t>
            </a:fld>
            <a:endParaRPr lang="en-US"/>
          </a:p>
        </p:txBody>
      </p:sp>
    </p:spTree>
    <p:extLst>
      <p:ext uri="{BB962C8B-B14F-4D97-AF65-F5344CB8AC3E}">
        <p14:creationId xmlns:p14="http://schemas.microsoft.com/office/powerpoint/2010/main" val="1191792622"/>
      </p:ext>
    </p:extLst>
  </p:cSld>
  <p:clrMapOvr>
    <a:masterClrMapping/>
  </p:clrMapOvr>
  <p:transition spd="slow">
    <p:wip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ImageColumns">
    <p:bg>
      <p:bgPr>
        <a:solidFill>
          <a:schemeClr val="bg2"/>
        </a:solidFill>
        <a:effectLst/>
      </p:bgPr>
    </p:bg>
    <p:spTree>
      <p:nvGrpSpPr>
        <p:cNvPr id="1" name=""/>
        <p:cNvGrpSpPr/>
        <p:nvPr/>
      </p:nvGrpSpPr>
      <p:grpSpPr>
        <a:xfrm>
          <a:off x="0" y="0"/>
          <a:ext cx="0" cy="0"/>
          <a:chOff x="0" y="0"/>
          <a:chExt cx="0" cy="0"/>
        </a:xfrm>
      </p:grpSpPr>
      <p:sp>
        <p:nvSpPr>
          <p:cNvPr id="6" name="Freeform: Shape 5">
            <a:extLst>
              <a:ext uri="{FF2B5EF4-FFF2-40B4-BE49-F238E27FC236}">
                <a16:creationId xmlns:a16="http://schemas.microsoft.com/office/drawing/2014/main" id="{D3F9BDAF-97BD-B7E8-E596-FA7F78EF37EB}"/>
              </a:ext>
            </a:extLst>
          </p:cNvPr>
          <p:cNvSpPr/>
          <p:nvPr userDrawn="1"/>
        </p:nvSpPr>
        <p:spPr>
          <a:xfrm>
            <a:off x="10082990" y="0"/>
            <a:ext cx="2109010" cy="2109010"/>
          </a:xfrm>
          <a:custGeom>
            <a:avLst/>
            <a:gdLst>
              <a:gd name="connsiteX0" fmla="*/ 0 w 2109010"/>
              <a:gd name="connsiteY0" fmla="*/ 0 h 2109010"/>
              <a:gd name="connsiteX1" fmla="*/ 765781 w 2109010"/>
              <a:gd name="connsiteY1" fmla="*/ 0 h 2109010"/>
              <a:gd name="connsiteX2" fmla="*/ 2109009 w 2109010"/>
              <a:gd name="connsiteY2" fmla="*/ 1343228 h 2109010"/>
              <a:gd name="connsiteX3" fmla="*/ 2109010 w 2109010"/>
              <a:gd name="connsiteY3" fmla="*/ 1343228 h 2109010"/>
              <a:gd name="connsiteX4" fmla="*/ 2109010 w 2109010"/>
              <a:gd name="connsiteY4" fmla="*/ 2109010 h 2109010"/>
              <a:gd name="connsiteX5" fmla="*/ 0 w 2109010"/>
              <a:gd name="connsiteY5" fmla="*/ 0 h 2109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109010" h="2109010">
                <a:moveTo>
                  <a:pt x="0" y="0"/>
                </a:moveTo>
                <a:lnTo>
                  <a:pt x="765781" y="0"/>
                </a:lnTo>
                <a:cubicBezTo>
                  <a:pt x="765781" y="741844"/>
                  <a:pt x="1367165" y="1343228"/>
                  <a:pt x="2109009" y="1343228"/>
                </a:cubicBezTo>
                <a:lnTo>
                  <a:pt x="2109010" y="1343228"/>
                </a:lnTo>
                <a:lnTo>
                  <a:pt x="2109010" y="2109010"/>
                </a:lnTo>
                <a:cubicBezTo>
                  <a:pt x="944236" y="2109010"/>
                  <a:pt x="0" y="1164774"/>
                  <a:pt x="0" y="0"/>
                </a:cubicBezTo>
                <a:close/>
              </a:path>
            </a:pathLst>
          </a:cu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ru-RU"/>
          </a:p>
        </p:txBody>
      </p:sp>
      <p:sp>
        <p:nvSpPr>
          <p:cNvPr id="3" name="Text Placeholder">
            <a:extLst>
              <a:ext uri="{FF2B5EF4-FFF2-40B4-BE49-F238E27FC236}">
                <a16:creationId xmlns:a16="http://schemas.microsoft.com/office/drawing/2014/main" id="{DF736408-7033-3DEF-7582-9C6C1B69B271}"/>
              </a:ext>
            </a:extLst>
          </p:cNvPr>
          <p:cNvSpPr>
            <a:spLocks noGrp="1"/>
          </p:cNvSpPr>
          <p:nvPr>
            <p:ph type="body" idx="26"/>
            <p:custDataLst>
              <p:tags r:id="rId1"/>
            </p:custDataLst>
          </p:nvPr>
        </p:nvSpPr>
        <p:spPr>
          <a:xfrm>
            <a:off x="588000" y="5858302"/>
            <a:ext cx="11016000" cy="415498"/>
          </a:xfrm>
        </p:spPr>
        <p:txBody>
          <a:bodyPr lIns="0" tIns="0" rIns="0" bIns="0" anchor="b" anchorCtr="0">
            <a:noAutofit/>
          </a:bodyPr>
          <a:lstStyle>
            <a:lvl1pPr marL="0" indent="0" algn="ctr">
              <a:lnSpc>
                <a:spcPct val="120000"/>
              </a:lnSpc>
              <a:spcBef>
                <a:spcPts val="0"/>
              </a:spcBef>
              <a:buNone/>
              <a:defRPr sz="1350">
                <a:solidFill>
                  <a:schemeClr val="tx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endParaRPr lang="ru-RU" dirty="0"/>
          </a:p>
        </p:txBody>
      </p:sp>
      <p:sp>
        <p:nvSpPr>
          <p:cNvPr id="5" name="Subtitle Placeholder">
            <a:extLst>
              <a:ext uri="{FF2B5EF4-FFF2-40B4-BE49-F238E27FC236}">
                <a16:creationId xmlns:a16="http://schemas.microsoft.com/office/drawing/2014/main" id="{7C98F59F-A6C9-2B50-6862-5346466525A4}"/>
              </a:ext>
            </a:extLst>
          </p:cNvPr>
          <p:cNvSpPr>
            <a:spLocks noGrp="1"/>
          </p:cNvSpPr>
          <p:nvPr>
            <p:ph type="title" hasCustomPrompt="1"/>
            <p:custDataLst>
              <p:tags r:id="rId2"/>
            </p:custDataLst>
          </p:nvPr>
        </p:nvSpPr>
        <p:spPr>
          <a:xfrm>
            <a:off x="597207" y="1309407"/>
            <a:ext cx="11007418" cy="276999"/>
          </a:xfrm>
          <a:prstGeom prst="rect">
            <a:avLst/>
          </a:prstGeom>
        </p:spPr>
        <p:txBody>
          <a:bodyPr vert="horz" wrap="square" lIns="0" tIns="0" rIns="0" bIns="0" rtlCol="0" anchor="t" anchorCtr="0">
            <a:noAutofit/>
          </a:bodyPr>
          <a:lstStyle>
            <a:lvl1pPr>
              <a:defRPr sz="2000" spc="0">
                <a:latin typeface="+mj-lt"/>
              </a:defRPr>
            </a:lvl1pPr>
          </a:lstStyle>
          <a:p>
            <a:pPr lvl="0"/>
            <a:r>
              <a:rPr lang="en-US" dirty="0"/>
              <a:t>CLICK TO EDIT MASTER TEXT STYLES</a:t>
            </a:r>
            <a:endParaRPr lang="ru-RU" dirty="0"/>
          </a:p>
        </p:txBody>
      </p:sp>
      <p:sp>
        <p:nvSpPr>
          <p:cNvPr id="12" name="Picture Placeholder 11">
            <a:extLst>
              <a:ext uri="{FF2B5EF4-FFF2-40B4-BE49-F238E27FC236}">
                <a16:creationId xmlns:a16="http://schemas.microsoft.com/office/drawing/2014/main" id="{779F6F6C-B0C0-FD55-BA23-AAC3C485E665}"/>
              </a:ext>
            </a:extLst>
          </p:cNvPr>
          <p:cNvSpPr>
            <a:spLocks noGrp="1"/>
          </p:cNvSpPr>
          <p:nvPr>
            <p:ph type="pic" sz="quarter" idx="27"/>
          </p:nvPr>
        </p:nvSpPr>
        <p:spPr>
          <a:xfrm>
            <a:off x="587375" y="1802406"/>
            <a:ext cx="11017250" cy="3839898"/>
          </a:xfrm>
          <a:prstGeom prst="round2SameRect">
            <a:avLst>
              <a:gd name="adj1" fmla="val 11543"/>
              <a:gd name="adj2" fmla="val 0"/>
            </a:avLst>
          </a:prstGeom>
        </p:spPr>
        <p:txBody>
          <a:bodyPr/>
          <a:lstStyle/>
          <a:p>
            <a:endParaRPr lang="ru-RU"/>
          </a:p>
        </p:txBody>
      </p:sp>
      <p:pic>
        <p:nvPicPr>
          <p:cNvPr id="2" name="Graphic" descr="Портфель со сплошной заливкой">
            <a:extLst>
              <a:ext uri="{FF2B5EF4-FFF2-40B4-BE49-F238E27FC236}">
                <a16:creationId xmlns:a16="http://schemas.microsoft.com/office/drawing/2014/main" id="{989A2208-4E6D-1AD6-32D2-AB05C3649BD1}"/>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554328" y="480357"/>
            <a:ext cx="360000" cy="360000"/>
          </a:xfrm>
          <a:prstGeom prst="rect">
            <a:avLst/>
          </a:prstGeom>
        </p:spPr>
      </p:pic>
      <p:sp>
        <p:nvSpPr>
          <p:cNvPr id="4" name="Footer Placeholder">
            <a:extLst>
              <a:ext uri="{FF2B5EF4-FFF2-40B4-BE49-F238E27FC236}">
                <a16:creationId xmlns:a16="http://schemas.microsoft.com/office/drawing/2014/main" id="{1D2D3368-569E-CC8A-A8A7-FA642F931BBB}"/>
              </a:ext>
            </a:extLst>
          </p:cNvPr>
          <p:cNvSpPr>
            <a:spLocks noGrp="1"/>
          </p:cNvSpPr>
          <p:nvPr>
            <p:ph type="body" sz="quarter" idx="22" hasCustomPrompt="1"/>
            <p:custDataLst>
              <p:tags r:id="rId3"/>
            </p:custDataLst>
          </p:nvPr>
        </p:nvSpPr>
        <p:spPr>
          <a:xfrm>
            <a:off x="1087588" y="572328"/>
            <a:ext cx="4900462" cy="207749"/>
          </a:xfrm>
        </p:spPr>
        <p:txBody>
          <a:bodyPr wrap="square" lIns="0" tIns="0" rIns="0" bIns="0">
            <a:spAutoFit/>
          </a:bodyPr>
          <a:lstStyle>
            <a:lvl1pPr marL="0" marR="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sz="1300">
                <a:solidFill>
                  <a:schemeClr val="tx1">
                    <a:alpha val="35000"/>
                  </a:schemeClr>
                </a:solidFill>
              </a:defRPr>
            </a:lvl1pPr>
            <a:lvl5pPr marL="1828800" indent="0">
              <a:buNone/>
              <a:defRPr/>
            </a:lvl5pPr>
          </a:lstStyle>
          <a:p>
            <a:pPr marL="0" marR="0" lvl="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US" dirty="0"/>
              <a:t>Footer Placeholder</a:t>
            </a:r>
            <a:endParaRPr lang="ru-RU" dirty="0"/>
          </a:p>
        </p:txBody>
      </p:sp>
      <p:pic>
        <p:nvPicPr>
          <p:cNvPr id="8" name="Free Badge"/>
          <p:cNvPicPr>
            <a:picLocks noChangeAspect="1"/>
          </p:cNvPicPr>
          <p:nvPr userDrawn="1"/>
        </p:nvPicPr>
        <p:blipFill>
          <a:blip r:embed="rId6"/>
          <a:stretch>
            <a:fillRect/>
          </a:stretch>
        </p:blipFill>
        <p:spPr>
          <a:xfrm>
            <a:off x="10526400" y="6429600"/>
            <a:ext cx="1134000" cy="273600"/>
          </a:xfrm>
          <a:prstGeom prst="rect">
            <a:avLst/>
          </a:prstGeom>
        </p:spPr>
      </p:pic>
    </p:spTree>
    <p:extLst>
      <p:ext uri="{BB962C8B-B14F-4D97-AF65-F5344CB8AC3E}">
        <p14:creationId xmlns:p14="http://schemas.microsoft.com/office/powerpoint/2010/main" val="158801967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bg2"/>
        </a:solidFill>
        <a:effectLst/>
      </p:bgPr>
    </p:bg>
    <p:spTree>
      <p:nvGrpSpPr>
        <p:cNvPr id="1" name=""/>
        <p:cNvGrpSpPr/>
        <p:nvPr/>
      </p:nvGrpSpPr>
      <p:grpSpPr>
        <a:xfrm>
          <a:off x="0" y="0"/>
          <a:ext cx="0" cy="0"/>
          <a:chOff x="0" y="0"/>
          <a:chExt cx="0" cy="0"/>
        </a:xfrm>
      </p:grpSpPr>
      <p:sp>
        <p:nvSpPr>
          <p:cNvPr id="12" name="Freeform: Shape 11">
            <a:extLst>
              <a:ext uri="{FF2B5EF4-FFF2-40B4-BE49-F238E27FC236}">
                <a16:creationId xmlns:a16="http://schemas.microsoft.com/office/drawing/2014/main" id="{B49AF0BE-EA0C-C2AF-FCBA-EAA6664E50DD}"/>
              </a:ext>
            </a:extLst>
          </p:cNvPr>
          <p:cNvSpPr/>
          <p:nvPr userDrawn="1"/>
        </p:nvSpPr>
        <p:spPr>
          <a:xfrm>
            <a:off x="10082990" y="0"/>
            <a:ext cx="2109010" cy="2109010"/>
          </a:xfrm>
          <a:custGeom>
            <a:avLst/>
            <a:gdLst>
              <a:gd name="connsiteX0" fmla="*/ 0 w 2109010"/>
              <a:gd name="connsiteY0" fmla="*/ 0 h 2109010"/>
              <a:gd name="connsiteX1" fmla="*/ 765781 w 2109010"/>
              <a:gd name="connsiteY1" fmla="*/ 0 h 2109010"/>
              <a:gd name="connsiteX2" fmla="*/ 2109009 w 2109010"/>
              <a:gd name="connsiteY2" fmla="*/ 1343228 h 2109010"/>
              <a:gd name="connsiteX3" fmla="*/ 2109010 w 2109010"/>
              <a:gd name="connsiteY3" fmla="*/ 1343228 h 2109010"/>
              <a:gd name="connsiteX4" fmla="*/ 2109010 w 2109010"/>
              <a:gd name="connsiteY4" fmla="*/ 2109010 h 2109010"/>
              <a:gd name="connsiteX5" fmla="*/ 0 w 2109010"/>
              <a:gd name="connsiteY5" fmla="*/ 0 h 2109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109010" h="2109010">
                <a:moveTo>
                  <a:pt x="0" y="0"/>
                </a:moveTo>
                <a:lnTo>
                  <a:pt x="765781" y="0"/>
                </a:lnTo>
                <a:cubicBezTo>
                  <a:pt x="765781" y="741844"/>
                  <a:pt x="1367165" y="1343228"/>
                  <a:pt x="2109009" y="1343228"/>
                </a:cubicBezTo>
                <a:lnTo>
                  <a:pt x="2109010" y="1343228"/>
                </a:lnTo>
                <a:lnTo>
                  <a:pt x="2109010" y="2109010"/>
                </a:lnTo>
                <a:cubicBezTo>
                  <a:pt x="944236" y="2109010"/>
                  <a:pt x="0" y="1164774"/>
                  <a:pt x="0" y="0"/>
                </a:cubicBezTo>
                <a:close/>
              </a:path>
            </a:pathLst>
          </a:cu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ru-RU"/>
          </a:p>
        </p:txBody>
      </p:sp>
      <p:pic>
        <p:nvPicPr>
          <p:cNvPr id="6" name="Graphic" descr="Портфель со сплошной заливкой">
            <a:extLst>
              <a:ext uri="{FF2B5EF4-FFF2-40B4-BE49-F238E27FC236}">
                <a16:creationId xmlns:a16="http://schemas.microsoft.com/office/drawing/2014/main" id="{1D2A880B-8363-6BB1-EDBC-9D9AC3A0FD44}"/>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554328" y="480357"/>
            <a:ext cx="360000" cy="360000"/>
          </a:xfrm>
          <a:prstGeom prst="rect">
            <a:avLst/>
          </a:prstGeom>
        </p:spPr>
      </p:pic>
      <p:sp>
        <p:nvSpPr>
          <p:cNvPr id="4" name="Subtitle Placeholder">
            <a:extLst>
              <a:ext uri="{FF2B5EF4-FFF2-40B4-BE49-F238E27FC236}">
                <a16:creationId xmlns:a16="http://schemas.microsoft.com/office/drawing/2014/main" id="{4B9E17C6-8EFF-03D0-72BA-CAC2B146B711}"/>
              </a:ext>
            </a:extLst>
          </p:cNvPr>
          <p:cNvSpPr>
            <a:spLocks noGrp="1"/>
          </p:cNvSpPr>
          <p:nvPr>
            <p:ph type="body" idx="26" hasCustomPrompt="1"/>
            <p:custDataLst>
              <p:tags r:id="rId1"/>
            </p:custDataLst>
          </p:nvPr>
        </p:nvSpPr>
        <p:spPr>
          <a:xfrm>
            <a:off x="561811" y="1065937"/>
            <a:ext cx="11007418" cy="525886"/>
          </a:xfrm>
        </p:spPr>
        <p:txBody>
          <a:bodyPr wrap="square" lIns="36000" tIns="0" rIns="0" bIns="216000" anchor="t" anchorCtr="0">
            <a:spAutoFit/>
          </a:bodyPr>
          <a:lstStyle>
            <a:lvl1pPr marL="0" indent="0" algn="l">
              <a:spcBef>
                <a:spcPts val="600"/>
              </a:spcBef>
              <a:buNone/>
              <a:defRPr sz="2000" spc="0" baseline="0">
                <a:solidFill>
                  <a:schemeClr val="tx1"/>
                </a:solidFill>
                <a:latin typeface="Bahnschrift" panose="020B0502040204020203" pitchFamily="34" charset="0"/>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2" name="Name Date Placeholder">
            <a:extLst>
              <a:ext uri="{FF2B5EF4-FFF2-40B4-BE49-F238E27FC236}">
                <a16:creationId xmlns:a16="http://schemas.microsoft.com/office/drawing/2014/main" id="{C28C2C46-CCA7-9BC1-5A92-7E912F07EDAD}"/>
              </a:ext>
            </a:extLst>
          </p:cNvPr>
          <p:cNvSpPr>
            <a:spLocks noGrp="1"/>
          </p:cNvSpPr>
          <p:nvPr>
            <p:ph type="body" sz="quarter" idx="22"/>
          </p:nvPr>
        </p:nvSpPr>
        <p:spPr>
          <a:xfrm>
            <a:off x="1087588" y="572328"/>
            <a:ext cx="7708750" cy="207749"/>
          </a:xfrm>
        </p:spPr>
        <p:txBody>
          <a:bodyPr wrap="square" lIns="0" tIns="0" rIns="0" bIns="0">
            <a:spAutoFit/>
          </a:bodyPr>
          <a:lstStyle>
            <a:lvl1pPr marL="0" marR="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sz="1300">
                <a:solidFill>
                  <a:schemeClr val="tx1">
                    <a:alpha val="35000"/>
                  </a:schemeClr>
                </a:solidFill>
              </a:defRPr>
            </a:lvl1pPr>
            <a:lvl5pPr marL="1828800" indent="0">
              <a:buNone/>
              <a:defRPr/>
            </a:lvl5pPr>
          </a:lstStyle>
          <a:p>
            <a:pPr marL="0" marR="0" lvl="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US" dirty="0"/>
              <a:t>Click to edit Master text styles</a:t>
            </a:r>
            <a:endParaRPr lang="ru-RU" dirty="0"/>
          </a:p>
        </p:txBody>
      </p:sp>
      <p:sp>
        <p:nvSpPr>
          <p:cNvPr id="5" name="Picture 19">
            <a:extLst>
              <a:ext uri="{FF2B5EF4-FFF2-40B4-BE49-F238E27FC236}">
                <a16:creationId xmlns:a16="http://schemas.microsoft.com/office/drawing/2014/main" id="{3133F166-DAE8-2B28-90E9-242BCBB4093C}"/>
              </a:ext>
            </a:extLst>
          </p:cNvPr>
          <p:cNvSpPr>
            <a:spLocks noGrp="1"/>
          </p:cNvSpPr>
          <p:nvPr>
            <p:ph type="pic" sz="quarter" idx="12"/>
          </p:nvPr>
        </p:nvSpPr>
        <p:spPr>
          <a:xfrm>
            <a:off x="587375" y="3077439"/>
            <a:ext cx="11017250" cy="3780560"/>
          </a:xfrm>
          <a:prstGeom prst="round2SameRect">
            <a:avLst>
              <a:gd name="adj1" fmla="val 13573"/>
              <a:gd name="adj2" fmla="val 0"/>
            </a:avLst>
          </a:prstGeom>
        </p:spPr>
        <p:txBody>
          <a:bodyPr/>
          <a:lstStyle/>
          <a:p>
            <a:endParaRPr lang="ru-RU"/>
          </a:p>
        </p:txBody>
      </p:sp>
      <p:sp>
        <p:nvSpPr>
          <p:cNvPr id="8" name="Title Placeholder">
            <a:extLst>
              <a:ext uri="{FF2B5EF4-FFF2-40B4-BE49-F238E27FC236}">
                <a16:creationId xmlns:a16="http://schemas.microsoft.com/office/drawing/2014/main" id="{381312CE-2C3B-2F5A-EA24-F624616A4902}"/>
              </a:ext>
            </a:extLst>
          </p:cNvPr>
          <p:cNvSpPr>
            <a:spLocks noGrp="1"/>
          </p:cNvSpPr>
          <p:nvPr>
            <p:ph type="title" hasCustomPrompt="1"/>
            <p:custDataLst>
              <p:tags r:id="rId2"/>
            </p:custDataLst>
          </p:nvPr>
        </p:nvSpPr>
        <p:spPr>
          <a:xfrm>
            <a:off x="561811" y="1605712"/>
            <a:ext cx="11007418" cy="1255728"/>
          </a:xfrm>
          <a:prstGeom prst="rect">
            <a:avLst/>
          </a:prstGeom>
        </p:spPr>
        <p:txBody>
          <a:bodyPr vert="horz" wrap="square" lIns="0" tIns="0" rIns="0" bIns="0" rtlCol="0" anchor="ctr" anchorCtr="0">
            <a:noAutofit/>
          </a:bodyPr>
          <a:lstStyle>
            <a:lvl1pPr algn="l">
              <a:lnSpc>
                <a:spcPct val="85000"/>
              </a:lnSpc>
              <a:defRPr sz="4800" b="1" spc="0">
                <a:solidFill>
                  <a:schemeClr val="tx1"/>
                </a:solidFill>
                <a:latin typeface="Bahnschrift" panose="020B0502040204020203" pitchFamily="34" charset="0"/>
              </a:defRPr>
            </a:lvl1pPr>
          </a:lstStyle>
          <a:p>
            <a:pPr lvl="0"/>
            <a:r>
              <a:rPr lang="en-US" dirty="0"/>
              <a:t>CLICK TO EDIT MASTER TEXT</a:t>
            </a:r>
            <a:r>
              <a:rPr lang="ru-RU" dirty="0"/>
              <a:t> </a:t>
            </a:r>
            <a:r>
              <a:rPr lang="en-US" dirty="0"/>
              <a:t>STYLES</a:t>
            </a:r>
            <a:endParaRPr lang="ru-RU" dirty="0"/>
          </a:p>
        </p:txBody>
      </p:sp>
    </p:spTree>
    <p:extLst>
      <p:ext uri="{BB962C8B-B14F-4D97-AF65-F5344CB8AC3E}">
        <p14:creationId xmlns:p14="http://schemas.microsoft.com/office/powerpoint/2010/main" val="42096574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9.xml"/><Relationship Id="rId1" Type="http://schemas.openxmlformats.org/officeDocument/2006/relationships/slideLayout" Target="../slideLayouts/slideLayout18.xml"/><Relationship Id="rId5" Type="http://schemas.openxmlformats.org/officeDocument/2006/relationships/tags" Target="../tags/tag2.xml"/><Relationship Id="rId4" Type="http://schemas.openxmlformats.org/officeDocument/2006/relationships/tags" Target="../tags/tag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40000"/>
                  <a:lumOff val="60000"/>
                  <a:alpha val="7000"/>
                </a:schemeClr>
              </a:gs>
              <a:gs pos="69000">
                <a:schemeClr val="bg2">
                  <a:lumMod val="40000"/>
                  <a:lumOff val="60000"/>
                  <a:alpha val="0"/>
                </a:schemeClr>
              </a:gs>
              <a:gs pos="36000">
                <a:schemeClr val="bg2">
                  <a:lumMod val="40000"/>
                  <a:lumOff val="6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it-IT"/>
          </a:p>
        </p:txBody>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9012"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it-IT"/>
          </a:p>
        </p:txBody>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it-IT"/>
              <a:t>Fare clic per modificare lo stile del titolo dello schema</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A1E45834-53BD-4C8F-B791-CD5378F4150E}" type="datetimeFigureOut">
              <a:rPr lang="en-US" smtClean="0"/>
              <a:t>4/29/2026</a:t>
            </a:fld>
            <a:endParaRPr lang="en-US"/>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US"/>
          </a:p>
        </p:txBody>
      </p:sp>
      <p:sp>
        <p:nvSpPr>
          <p:cNvPr id="6" name="Slide Number Placeholder 5"/>
          <p:cNvSpPr>
            <a:spLocks noGrp="1"/>
          </p:cNvSpPr>
          <p:nvPr>
            <p:ph type="sldNum" sz="quarter" idx="4"/>
          </p:nvPr>
        </p:nvSpPr>
        <p:spPr>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719D7796-F675-488F-AC46-C88938C80352}" type="slidenum">
              <a:rPr lang="en-US" smtClean="0"/>
              <a:t>‹N›</a:t>
            </a:fld>
            <a:endParaRPr lang="en-US"/>
          </a:p>
        </p:txBody>
      </p:sp>
    </p:spTree>
    <p:extLst>
      <p:ext uri="{BB962C8B-B14F-4D97-AF65-F5344CB8AC3E}">
        <p14:creationId xmlns:p14="http://schemas.microsoft.com/office/powerpoint/2010/main" val="2195898980"/>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ransition spd="slow">
    <p:wipe/>
  </p:transition>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5DBC626-9493-4173-4785-B4E4251F3E76}"/>
              </a:ext>
            </a:extLst>
          </p:cNvPr>
          <p:cNvSpPr>
            <a:spLocks noGrp="1"/>
          </p:cNvSpPr>
          <p:nvPr>
            <p:ph type="title"/>
            <p:custDataLst>
              <p:tags r:id="rId4"/>
            </p:custDataLst>
          </p:nvPr>
        </p:nvSpPr>
        <p:spPr>
          <a:xfrm>
            <a:off x="597207" y="566333"/>
            <a:ext cx="11007418" cy="757130"/>
          </a:xfrm>
          <a:prstGeom prst="rect">
            <a:avLst/>
          </a:prstGeom>
        </p:spPr>
        <p:txBody>
          <a:bodyPr vert="horz" wrap="square" lIns="91440" tIns="45720" rIns="91440" bIns="45720" rtlCol="0" anchor="ctr">
            <a:spAutoFit/>
          </a:bodyPr>
          <a:lstStyle/>
          <a:p>
            <a:r>
              <a:rPr lang="ru-RU" dirty="0"/>
              <a:t>Образец заголовка</a:t>
            </a:r>
          </a:p>
        </p:txBody>
      </p:sp>
      <p:sp>
        <p:nvSpPr>
          <p:cNvPr id="3" name="Text Placeholder 2">
            <a:extLst>
              <a:ext uri="{FF2B5EF4-FFF2-40B4-BE49-F238E27FC236}">
                <a16:creationId xmlns:a16="http://schemas.microsoft.com/office/drawing/2014/main" id="{32DC0C7E-C392-88D5-6F37-5427AF82E737}"/>
              </a:ext>
            </a:extLst>
          </p:cNvPr>
          <p:cNvSpPr>
            <a:spLocks noGrp="1"/>
          </p:cNvSpPr>
          <p:nvPr>
            <p:ph type="body" idx="1"/>
            <p:custDataLst>
              <p:tags r:id="rId5"/>
            </p:custDataLst>
          </p:nvPr>
        </p:nvSpPr>
        <p:spPr>
          <a:xfrm>
            <a:off x="597207" y="1825625"/>
            <a:ext cx="11007418" cy="4351338"/>
          </a:xfrm>
          <a:prstGeom prst="rect">
            <a:avLst/>
          </a:prstGeom>
        </p:spPr>
        <p:txBody>
          <a:bodyPr vert="horz" lIns="91440" tIns="45720" rIns="91440" bIns="45720" rtlCol="0">
            <a:normAutofit/>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4" name="Slide Number Placeholder">
            <a:extLst>
              <a:ext uri="{FF2B5EF4-FFF2-40B4-BE49-F238E27FC236}">
                <a16:creationId xmlns:a16="http://schemas.microsoft.com/office/drawing/2014/main" id="{E09F05A8-3E39-B0B1-3CD9-3F55B5F2E712}"/>
              </a:ext>
            </a:extLst>
          </p:cNvPr>
          <p:cNvSpPr txBox="1">
            <a:spLocks/>
          </p:cNvSpPr>
          <p:nvPr userDrawn="1"/>
        </p:nvSpPr>
        <p:spPr>
          <a:xfrm>
            <a:off x="11000187" y="572328"/>
            <a:ext cx="594606" cy="200055"/>
          </a:xfrm>
          <a:prstGeom prst="rect">
            <a:avLst/>
          </a:prstGeom>
        </p:spPr>
        <p:txBody>
          <a:bodyPr wrap="square" lIns="0" tIns="0" rIns="0" bIns="0">
            <a:noAutofit/>
          </a:bodyPr>
          <a:lstStyle>
            <a:lvl1pPr marL="0" marR="0" indent="0" algn="r" defTabSz="914400" rtl="0" eaLnBrk="1" fontAlgn="auto" latinLnBrk="0" hangingPunct="1">
              <a:lnSpc>
                <a:spcPct val="100000"/>
              </a:lnSpc>
              <a:spcBef>
                <a:spcPts val="1000"/>
              </a:spcBef>
              <a:spcAft>
                <a:spcPts val="0"/>
              </a:spcAft>
              <a:buClrTx/>
              <a:buSzTx/>
              <a:buFont typeface="Arial" panose="020B0604020202020204" pitchFamily="34" charset="0"/>
              <a:buNone/>
              <a:tabLst/>
              <a:defRPr sz="1300" kern="1200">
                <a:solidFill>
                  <a:schemeClr val="accent2"/>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1828800" indent="0" algn="l" defTabSz="914400" rtl="0" eaLnBrk="1" latinLnBrk="0" hangingPunct="1">
              <a:lnSpc>
                <a:spcPct val="10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fld id="{CF6F24BE-8BEB-403A-BDCC-38E201D0662D}" type="slidenum">
              <a:rPr lang="en-ID" smtClean="0">
                <a:solidFill>
                  <a:schemeClr val="tx1">
                    <a:alpha val="35000"/>
                  </a:schemeClr>
                </a:solidFill>
              </a:rPr>
              <a:pPr/>
              <a:t>‹N›</a:t>
            </a:fld>
            <a:endParaRPr lang="en-ID" dirty="0">
              <a:solidFill>
                <a:schemeClr val="tx1">
                  <a:alpha val="35000"/>
                </a:schemeClr>
              </a:solidFill>
            </a:endParaRPr>
          </a:p>
        </p:txBody>
      </p:sp>
    </p:spTree>
    <p:extLst>
      <p:ext uri="{BB962C8B-B14F-4D97-AF65-F5344CB8AC3E}">
        <p14:creationId xmlns:p14="http://schemas.microsoft.com/office/powerpoint/2010/main" val="2145507585"/>
      </p:ext>
    </p:extLst>
  </p:cSld>
  <p:clrMap bg1="lt1" tx1="dk1" bg2="lt2" tx2="dk2" accent1="accent1" accent2="accent2" accent3="accent3" accent4="accent4" accent5="accent5" accent6="accent6" hlink="hlink" folHlink="folHlink"/>
  <p:sldLayoutIdLst>
    <p:sldLayoutId id="2147483946" r:id="rId1"/>
    <p:sldLayoutId id="2147483871" r:id="rId2"/>
  </p:sldLayoutIdLst>
  <p:hf hdr="0" ftr="0" dt="0"/>
  <p:txStyles>
    <p:titleStyle>
      <a:lvl1pPr algn="l" defTabSz="914400" rtl="0" eaLnBrk="1" latinLnBrk="0" hangingPunct="1">
        <a:lnSpc>
          <a:spcPct val="90000"/>
        </a:lnSpc>
        <a:spcBef>
          <a:spcPct val="0"/>
        </a:spcBef>
        <a:buNone/>
        <a:defRPr sz="4800" kern="1200" spc="-80" baseline="0">
          <a:solidFill>
            <a:schemeClr val="tx1"/>
          </a:solidFill>
          <a:latin typeface="+mj-lt"/>
          <a:ea typeface="+mj-ea"/>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pos="370" userDrawn="1">
          <p15:clr>
            <a:srgbClr val="F26B43"/>
          </p15:clr>
        </p15:guide>
        <p15:guide id="4" pos="7310" userDrawn="1">
          <p15:clr>
            <a:srgbClr val="F26B43"/>
          </p15:clr>
        </p15:guide>
        <p15:guide id="5" orient="horz" pos="368" userDrawn="1">
          <p15:clr>
            <a:srgbClr val="F26B43"/>
          </p15:clr>
        </p15:guide>
        <p15:guide id="6" orient="horz" pos="3952" userDrawn="1">
          <p15:clr>
            <a:srgbClr val="F26B43"/>
          </p15:clr>
        </p15:guide>
        <p15:guide id="12" pos="2003" userDrawn="1">
          <p15:clr>
            <a:srgbClr val="A4A3A4"/>
          </p15:clr>
        </p15:guide>
        <p15:guide id="13" pos="2139" userDrawn="1">
          <p15:clr>
            <a:srgbClr val="A4A3A4"/>
          </p15:clr>
        </p15:guide>
        <p15:guide id="14" pos="5541" userDrawn="1">
          <p15:clr>
            <a:srgbClr val="A4A3A4"/>
          </p15:clr>
        </p15:guide>
        <p15:guide id="15" pos="5677" userDrawn="1">
          <p15:clr>
            <a:srgbClr val="A4A3A4"/>
          </p15:clr>
        </p15:guide>
        <p15:guide id="16" pos="3772" userDrawn="1">
          <p15:clr>
            <a:srgbClr val="A4A3A4"/>
          </p15:clr>
        </p15:guide>
        <p15:guide id="17" pos="3908" userDrawn="1">
          <p15:clr>
            <a:srgbClr val="A4A3A4"/>
          </p15:clr>
        </p15:guide>
        <p15:guide id="18" pos="2593" userDrawn="1">
          <p15:clr>
            <a:srgbClr val="9FCC3B"/>
          </p15:clr>
        </p15:guide>
        <p15:guide id="19" pos="2729" userDrawn="1">
          <p15:clr>
            <a:srgbClr val="9FCC3B"/>
          </p15:clr>
        </p15:guide>
        <p15:guide id="20" pos="4951" userDrawn="1">
          <p15:clr>
            <a:srgbClr val="9FCC3B"/>
          </p15:clr>
        </p15:guide>
        <p15:guide id="21" pos="5087" userDrawn="1">
          <p15:clr>
            <a:srgbClr val="9FCC3B"/>
          </p15:clr>
        </p15:guide>
        <p15:guide id="22" orient="horz" pos="822"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D228C0E-4B44-AE91-0AC0-2C2B2924078C}"/>
              </a:ext>
            </a:extLst>
          </p:cNvPr>
          <p:cNvPicPr>
            <a:picLocks noChangeAspect="1"/>
          </p:cNvPicPr>
          <p:nvPr/>
        </p:nvPicPr>
        <p:blipFill>
          <a:blip r:embed="rId2">
            <a:alphaModFix amt="60000"/>
          </a:blip>
          <a:srcRect/>
          <a:stretch>
            <a:fillRect/>
          </a:stretch>
        </p:blipFill>
        <p:spPr>
          <a:xfrm>
            <a:off x="20" y="10"/>
            <a:ext cx="12191980" cy="6857990"/>
          </a:xfrm>
          <a:prstGeom prst="rect">
            <a:avLst/>
          </a:prstGeom>
        </p:spPr>
      </p:pic>
      <p:sp>
        <p:nvSpPr>
          <p:cNvPr id="2" name="Titolo 1">
            <a:extLst>
              <a:ext uri="{FF2B5EF4-FFF2-40B4-BE49-F238E27FC236}">
                <a16:creationId xmlns:a16="http://schemas.microsoft.com/office/drawing/2014/main" id="{36589F58-A08D-CE97-7557-37E4EE640150}"/>
              </a:ext>
            </a:extLst>
          </p:cNvPr>
          <p:cNvSpPr>
            <a:spLocks noGrp="1"/>
          </p:cNvSpPr>
          <p:nvPr>
            <p:ph type="ctrTitle"/>
          </p:nvPr>
        </p:nvSpPr>
        <p:spPr>
          <a:xfrm>
            <a:off x="281354" y="641546"/>
            <a:ext cx="11723833" cy="4564027"/>
          </a:xfrm>
        </p:spPr>
        <p:txBody>
          <a:bodyPr anchor="t">
            <a:normAutofit/>
          </a:bodyPr>
          <a:lstStyle/>
          <a:p>
            <a:r>
              <a:rPr lang="it-IT" sz="8000" dirty="0">
                <a:solidFill>
                  <a:srgbClr val="FFFFFF"/>
                </a:solidFill>
              </a:rPr>
              <a:t>LLM PER SO</a:t>
            </a:r>
            <a:br>
              <a:rPr lang="it-IT" sz="8000" dirty="0">
                <a:solidFill>
                  <a:srgbClr val="FFFFFF"/>
                </a:solidFill>
              </a:rPr>
            </a:br>
            <a:r>
              <a:rPr lang="it-IT" sz="8000" dirty="0">
                <a:solidFill>
                  <a:srgbClr val="FFFFFF"/>
                </a:solidFill>
              </a:rPr>
              <a:t>ESPERIMENTO 1.0</a:t>
            </a:r>
            <a:br>
              <a:rPr lang="it-IT" sz="8000" dirty="0">
                <a:solidFill>
                  <a:srgbClr val="FFFFFF"/>
                </a:solidFill>
              </a:rPr>
            </a:br>
            <a:r>
              <a:rPr lang="it-IT" sz="8000" dirty="0">
                <a:solidFill>
                  <a:srgbClr val="FFFFFF"/>
                </a:solidFill>
              </a:rPr>
              <a:t>(Risultati Es4)</a:t>
            </a:r>
          </a:p>
        </p:txBody>
      </p:sp>
      <p:sp>
        <p:nvSpPr>
          <p:cNvPr id="3" name="Sottotitolo 2">
            <a:extLst>
              <a:ext uri="{FF2B5EF4-FFF2-40B4-BE49-F238E27FC236}">
                <a16:creationId xmlns:a16="http://schemas.microsoft.com/office/drawing/2014/main" id="{CE09D758-365D-156A-5234-C3086A49026E}"/>
              </a:ext>
            </a:extLst>
          </p:cNvPr>
          <p:cNvSpPr>
            <a:spLocks noGrp="1"/>
          </p:cNvSpPr>
          <p:nvPr>
            <p:ph type="subTitle" idx="1"/>
          </p:nvPr>
        </p:nvSpPr>
        <p:spPr>
          <a:xfrm>
            <a:off x="471949" y="4953406"/>
            <a:ext cx="9257512" cy="1263047"/>
          </a:xfrm>
        </p:spPr>
        <p:txBody>
          <a:bodyPr anchor="b">
            <a:normAutofit/>
          </a:bodyPr>
          <a:lstStyle/>
          <a:p>
            <a:r>
              <a:rPr lang="it-IT" dirty="0">
                <a:solidFill>
                  <a:srgbClr val="FFFFFF"/>
                </a:solidFill>
              </a:rPr>
              <a:t>Tesi di laurea magistrale in Software Security </a:t>
            </a:r>
          </a:p>
          <a:p>
            <a:r>
              <a:rPr lang="it-IT" dirty="0">
                <a:solidFill>
                  <a:srgbClr val="FFFFFF"/>
                </a:solidFill>
              </a:rPr>
              <a:t>Andrea Esposito, M63001650</a:t>
            </a:r>
          </a:p>
        </p:txBody>
      </p:sp>
      <p:sp>
        <p:nvSpPr>
          <p:cNvPr id="5" name="CasellaDiTesto 4">
            <a:extLst>
              <a:ext uri="{FF2B5EF4-FFF2-40B4-BE49-F238E27FC236}">
                <a16:creationId xmlns:a16="http://schemas.microsoft.com/office/drawing/2014/main" id="{5F7A069C-CC32-2115-EB4B-3687677A3594}"/>
              </a:ext>
            </a:extLst>
          </p:cNvPr>
          <p:cNvSpPr txBox="1"/>
          <p:nvPr/>
        </p:nvSpPr>
        <p:spPr>
          <a:xfrm>
            <a:off x="8904093" y="5847121"/>
            <a:ext cx="3101094" cy="369332"/>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it-IT" sz="1800" b="0" i="0" u="none" strike="noStrike" kern="1200" cap="none" spc="0" normalizeH="0" baseline="0" noProof="0" dirty="0">
                <a:ln>
                  <a:noFill/>
                </a:ln>
                <a:solidFill>
                  <a:prstClr val="white"/>
                </a:solidFill>
                <a:effectLst/>
                <a:uLnTx/>
                <a:uFillTx/>
                <a:latin typeface="Century Gothic" panose="020B0502020202020204"/>
                <a:ea typeface="+mn-ea"/>
                <a:cs typeface="+mn-cs"/>
              </a:rPr>
              <a:t>(2</a:t>
            </a:r>
            <a:r>
              <a:rPr lang="it-IT" dirty="0">
                <a:solidFill>
                  <a:prstClr val="white"/>
                </a:solidFill>
                <a:latin typeface="Century Gothic" panose="020B0502020202020204"/>
              </a:rPr>
              <a:t>4</a:t>
            </a:r>
            <a:r>
              <a:rPr kumimoji="0" lang="it-IT" sz="1800" b="0" i="0" u="none" strike="noStrike" kern="1200" cap="none" spc="0" normalizeH="0" baseline="0" noProof="0" dirty="0">
                <a:ln>
                  <a:noFill/>
                </a:ln>
                <a:solidFill>
                  <a:prstClr val="white"/>
                </a:solidFill>
                <a:effectLst/>
                <a:uLnTx/>
                <a:uFillTx/>
                <a:latin typeface="Century Gothic" panose="020B0502020202020204"/>
                <a:ea typeface="+mn-ea"/>
                <a:cs typeface="+mn-cs"/>
              </a:rPr>
              <a:t>/04/2026)</a:t>
            </a:r>
          </a:p>
        </p:txBody>
      </p:sp>
    </p:spTree>
    <p:extLst>
      <p:ext uri="{BB962C8B-B14F-4D97-AF65-F5344CB8AC3E}">
        <p14:creationId xmlns:p14="http://schemas.microsoft.com/office/powerpoint/2010/main" val="1263488033"/>
      </p:ext>
    </p:ext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98D121-F1C6-C6D9-1684-FA1ED6E0ECC6}"/>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617C8136-7850-538E-9883-B67BE912C6DD}"/>
              </a:ext>
            </a:extLst>
          </p:cNvPr>
          <p:cNvSpPr>
            <a:spLocks noGrp="1"/>
          </p:cNvSpPr>
          <p:nvPr>
            <p:ph type="title"/>
          </p:nvPr>
        </p:nvSpPr>
        <p:spPr>
          <a:xfrm>
            <a:off x="117986" y="0"/>
            <a:ext cx="5771537" cy="476373"/>
          </a:xfrm>
        </p:spPr>
        <p:txBody>
          <a:bodyPr/>
          <a:lstStyle/>
          <a:p>
            <a:r>
              <a:rPr lang="it-IT" sz="2000" dirty="0"/>
              <a:t>Esempio di risultato (</a:t>
            </a:r>
            <a:r>
              <a:rPr lang="it-IT" sz="2000" dirty="0" err="1"/>
              <a:t>dynamic_failure</a:t>
            </a:r>
            <a:r>
              <a:rPr lang="it-IT" sz="2000" dirty="0"/>
              <a:t>):</a:t>
            </a:r>
          </a:p>
        </p:txBody>
      </p:sp>
      <p:graphicFrame>
        <p:nvGraphicFramePr>
          <p:cNvPr id="4" name="Segnaposto contenuto 3">
            <a:extLst>
              <a:ext uri="{FF2B5EF4-FFF2-40B4-BE49-F238E27FC236}">
                <a16:creationId xmlns:a16="http://schemas.microsoft.com/office/drawing/2014/main" id="{BAD857C0-E0F1-F1CC-B2D0-DEBF4FD6D95E}"/>
              </a:ext>
            </a:extLst>
          </p:cNvPr>
          <p:cNvGraphicFramePr>
            <a:graphicFrameLocks noGrp="1"/>
          </p:cNvGraphicFramePr>
          <p:nvPr>
            <p:ph idx="1"/>
            <p:extLst>
              <p:ext uri="{D42A27DB-BD31-4B8C-83A1-F6EECF244321}">
                <p14:modId xmlns:p14="http://schemas.microsoft.com/office/powerpoint/2010/main" val="2099322613"/>
              </p:ext>
            </p:extLst>
          </p:nvPr>
        </p:nvGraphicFramePr>
        <p:xfrm>
          <a:off x="117986" y="476373"/>
          <a:ext cx="11850236" cy="6260093"/>
        </p:xfrm>
        <a:graphic>
          <a:graphicData uri="http://schemas.openxmlformats.org/drawingml/2006/table">
            <a:tbl>
              <a:tblPr firstRow="1" bandRow="1">
                <a:tableStyleId>{5C22544A-7EE6-4342-B048-85BDC9FD1C3A}</a:tableStyleId>
              </a:tblPr>
              <a:tblGrid>
                <a:gridCol w="361766">
                  <a:extLst>
                    <a:ext uri="{9D8B030D-6E8A-4147-A177-3AD203B41FA5}">
                      <a16:colId xmlns:a16="http://schemas.microsoft.com/office/drawing/2014/main" val="1875058376"/>
                    </a:ext>
                  </a:extLst>
                </a:gridCol>
                <a:gridCol w="303100">
                  <a:extLst>
                    <a:ext uri="{9D8B030D-6E8A-4147-A177-3AD203B41FA5}">
                      <a16:colId xmlns:a16="http://schemas.microsoft.com/office/drawing/2014/main" val="2729272592"/>
                    </a:ext>
                  </a:extLst>
                </a:gridCol>
                <a:gridCol w="439983">
                  <a:extLst>
                    <a:ext uri="{9D8B030D-6E8A-4147-A177-3AD203B41FA5}">
                      <a16:colId xmlns:a16="http://schemas.microsoft.com/office/drawing/2014/main" val="2911452443"/>
                    </a:ext>
                  </a:extLst>
                </a:gridCol>
                <a:gridCol w="351988">
                  <a:extLst>
                    <a:ext uri="{9D8B030D-6E8A-4147-A177-3AD203B41FA5}">
                      <a16:colId xmlns:a16="http://schemas.microsoft.com/office/drawing/2014/main" val="2479012610"/>
                    </a:ext>
                  </a:extLst>
                </a:gridCol>
                <a:gridCol w="381319">
                  <a:extLst>
                    <a:ext uri="{9D8B030D-6E8A-4147-A177-3AD203B41FA5}">
                      <a16:colId xmlns:a16="http://schemas.microsoft.com/office/drawing/2014/main" val="2959452781"/>
                    </a:ext>
                  </a:extLst>
                </a:gridCol>
                <a:gridCol w="332432">
                  <a:extLst>
                    <a:ext uri="{9D8B030D-6E8A-4147-A177-3AD203B41FA5}">
                      <a16:colId xmlns:a16="http://schemas.microsoft.com/office/drawing/2014/main" val="1078437898"/>
                    </a:ext>
                  </a:extLst>
                </a:gridCol>
                <a:gridCol w="234659">
                  <a:extLst>
                    <a:ext uri="{9D8B030D-6E8A-4147-A177-3AD203B41FA5}">
                      <a16:colId xmlns:a16="http://schemas.microsoft.com/office/drawing/2014/main" val="3324487126"/>
                    </a:ext>
                  </a:extLst>
                </a:gridCol>
                <a:gridCol w="244435">
                  <a:extLst>
                    <a:ext uri="{9D8B030D-6E8A-4147-A177-3AD203B41FA5}">
                      <a16:colId xmlns:a16="http://schemas.microsoft.com/office/drawing/2014/main" val="2402471246"/>
                    </a:ext>
                  </a:extLst>
                </a:gridCol>
                <a:gridCol w="1134181">
                  <a:extLst>
                    <a:ext uri="{9D8B030D-6E8A-4147-A177-3AD203B41FA5}">
                      <a16:colId xmlns:a16="http://schemas.microsoft.com/office/drawing/2014/main" val="3564228665"/>
                    </a:ext>
                  </a:extLst>
                </a:gridCol>
                <a:gridCol w="430206">
                  <a:extLst>
                    <a:ext uri="{9D8B030D-6E8A-4147-A177-3AD203B41FA5}">
                      <a16:colId xmlns:a16="http://schemas.microsoft.com/office/drawing/2014/main" val="1079194908"/>
                    </a:ext>
                  </a:extLst>
                </a:gridCol>
                <a:gridCol w="351988">
                  <a:extLst>
                    <a:ext uri="{9D8B030D-6E8A-4147-A177-3AD203B41FA5}">
                      <a16:colId xmlns:a16="http://schemas.microsoft.com/office/drawing/2014/main" val="457757330"/>
                    </a:ext>
                  </a:extLst>
                </a:gridCol>
                <a:gridCol w="381319">
                  <a:extLst>
                    <a:ext uri="{9D8B030D-6E8A-4147-A177-3AD203B41FA5}">
                      <a16:colId xmlns:a16="http://schemas.microsoft.com/office/drawing/2014/main" val="75598170"/>
                    </a:ext>
                  </a:extLst>
                </a:gridCol>
                <a:gridCol w="1789268">
                  <a:extLst>
                    <a:ext uri="{9D8B030D-6E8A-4147-A177-3AD203B41FA5}">
                      <a16:colId xmlns:a16="http://schemas.microsoft.com/office/drawing/2014/main" val="963411808"/>
                    </a:ext>
                  </a:extLst>
                </a:gridCol>
                <a:gridCol w="410652">
                  <a:extLst>
                    <a:ext uri="{9D8B030D-6E8A-4147-A177-3AD203B41FA5}">
                      <a16:colId xmlns:a16="http://schemas.microsoft.com/office/drawing/2014/main" val="27591704"/>
                    </a:ext>
                  </a:extLst>
                </a:gridCol>
                <a:gridCol w="1769713">
                  <a:extLst>
                    <a:ext uri="{9D8B030D-6E8A-4147-A177-3AD203B41FA5}">
                      <a16:colId xmlns:a16="http://schemas.microsoft.com/office/drawing/2014/main" val="228824343"/>
                    </a:ext>
                  </a:extLst>
                </a:gridCol>
                <a:gridCol w="1554610">
                  <a:extLst>
                    <a:ext uri="{9D8B030D-6E8A-4147-A177-3AD203B41FA5}">
                      <a16:colId xmlns:a16="http://schemas.microsoft.com/office/drawing/2014/main" val="2134066566"/>
                    </a:ext>
                  </a:extLst>
                </a:gridCol>
                <a:gridCol w="1378617">
                  <a:extLst>
                    <a:ext uri="{9D8B030D-6E8A-4147-A177-3AD203B41FA5}">
                      <a16:colId xmlns:a16="http://schemas.microsoft.com/office/drawing/2014/main" val="1278294766"/>
                    </a:ext>
                  </a:extLst>
                </a:gridCol>
              </a:tblGrid>
              <a:tr h="1565282">
                <a:tc>
                  <a:txBody>
                    <a:bodyPr/>
                    <a:lstStyle/>
                    <a:p>
                      <a:pPr algn="l"/>
                      <a:r>
                        <a:rPr lang="it-IT" sz="1050" dirty="0" err="1"/>
                        <a:t>student</a:t>
                      </a:r>
                      <a:endParaRPr lang="it-IT" sz="1050" dirty="0"/>
                    </a:p>
                  </a:txBody>
                  <a:tcPr/>
                </a:tc>
                <a:tc>
                  <a:txBody>
                    <a:bodyPr/>
                    <a:lstStyle/>
                    <a:p>
                      <a:pPr algn="l"/>
                      <a:r>
                        <a:rPr lang="it-IT" sz="1050" dirty="0" err="1"/>
                        <a:t>exercise</a:t>
                      </a:r>
                      <a:endParaRPr lang="it-IT" sz="1050" dirty="0"/>
                    </a:p>
                  </a:txBody>
                  <a:tcPr/>
                </a:tc>
                <a:tc>
                  <a:txBody>
                    <a:bodyPr/>
                    <a:lstStyle/>
                    <a:p>
                      <a:pPr algn="l"/>
                      <a:r>
                        <a:rPr lang="it-IT" sz="1050" dirty="0" err="1"/>
                        <a:t>commit_analyzed</a:t>
                      </a:r>
                      <a:endParaRPr lang="it-IT" sz="1050" dirty="0"/>
                    </a:p>
                  </a:txBody>
                  <a:tcPr/>
                </a:tc>
                <a:tc>
                  <a:txBody>
                    <a:bodyPr/>
                    <a:lstStyle/>
                    <a:p>
                      <a:pPr algn="l"/>
                      <a:r>
                        <a:rPr lang="it-IT" sz="1050" b="1" dirty="0" err="1">
                          <a:solidFill>
                            <a:schemeClr val="tx1"/>
                          </a:solidFill>
                        </a:rPr>
                        <a:t>failurte_category</a:t>
                      </a:r>
                      <a:endParaRPr lang="it-IT" sz="1050" b="1" dirty="0">
                        <a:solidFill>
                          <a:schemeClr val="tx1"/>
                        </a:solidFill>
                      </a:endParaRPr>
                    </a:p>
                  </a:txBody>
                  <a:tcPr/>
                </a:tc>
                <a:tc>
                  <a:txBody>
                    <a:bodyPr/>
                    <a:lstStyle/>
                    <a:p>
                      <a:pPr algn="l"/>
                      <a:r>
                        <a:rPr lang="it-IT" sz="1050" dirty="0" err="1"/>
                        <a:t>compile_success</a:t>
                      </a:r>
                      <a:endParaRPr lang="it-IT" sz="1050" dirty="0"/>
                    </a:p>
                  </a:txBody>
                  <a:tcPr/>
                </a:tc>
                <a:tc>
                  <a:txBody>
                    <a:bodyPr/>
                    <a:lstStyle/>
                    <a:p>
                      <a:pPr algn="l"/>
                      <a:r>
                        <a:rPr lang="it-IT" sz="1050" dirty="0" err="1"/>
                        <a:t>test_success</a:t>
                      </a:r>
                      <a:endParaRPr lang="it-IT" sz="1050" dirty="0"/>
                    </a:p>
                  </a:txBody>
                  <a:tcPr/>
                </a:tc>
                <a:tc>
                  <a:txBody>
                    <a:bodyPr/>
                    <a:lstStyle/>
                    <a:p>
                      <a:pPr algn="l"/>
                      <a:r>
                        <a:rPr lang="it-IT" sz="1050" dirty="0" err="1"/>
                        <a:t>stdout</a:t>
                      </a:r>
                      <a:endParaRPr lang="it-IT" sz="1050" dirty="0"/>
                    </a:p>
                  </a:txBody>
                  <a:tcPr/>
                </a:tc>
                <a:tc>
                  <a:txBody>
                    <a:bodyPr/>
                    <a:lstStyle/>
                    <a:p>
                      <a:pPr algn="l"/>
                      <a:r>
                        <a:rPr lang="it-IT" sz="1050" dirty="0" err="1"/>
                        <a:t>stderr</a:t>
                      </a:r>
                      <a:endParaRPr lang="it-IT" sz="1050" dirty="0"/>
                    </a:p>
                  </a:txBody>
                  <a:tcPr/>
                </a:tc>
                <a:tc>
                  <a:txBody>
                    <a:bodyPr/>
                    <a:lstStyle/>
                    <a:p>
                      <a:pPr algn="l"/>
                      <a:r>
                        <a:rPr lang="it-IT" sz="1050" dirty="0" err="1"/>
                        <a:t>test_feedback</a:t>
                      </a:r>
                      <a:endParaRPr lang="it-IT" sz="1050" dirty="0"/>
                    </a:p>
                  </a:txBody>
                  <a:tcPr/>
                </a:tc>
                <a:tc>
                  <a:txBody>
                    <a:bodyPr/>
                    <a:lstStyle/>
                    <a:p>
                      <a:pPr algn="l"/>
                      <a:r>
                        <a:rPr lang="it-IT" sz="1050" dirty="0" err="1"/>
                        <a:t>program_output</a:t>
                      </a:r>
                      <a:endParaRPr lang="it-IT" sz="1050" dirty="0"/>
                    </a:p>
                  </a:txBody>
                  <a:tcPr/>
                </a:tc>
                <a:tc>
                  <a:txBody>
                    <a:bodyPr/>
                    <a:lstStyle/>
                    <a:p>
                      <a:pPr algn="l"/>
                      <a:r>
                        <a:rPr lang="it-IT" sz="1050" dirty="0" err="1"/>
                        <a:t>static_warnings</a:t>
                      </a:r>
                      <a:endParaRPr lang="it-IT" sz="1050" dirty="0"/>
                    </a:p>
                  </a:txBody>
                  <a:tcPr/>
                </a:tc>
                <a:tc>
                  <a:txBody>
                    <a:bodyPr/>
                    <a:lstStyle/>
                    <a:p>
                      <a:pPr algn="l"/>
                      <a:r>
                        <a:rPr lang="it-IT" sz="1050" dirty="0" err="1"/>
                        <a:t>llm_output_correct</a:t>
                      </a:r>
                      <a:endParaRPr lang="it-IT" sz="1050" dirty="0"/>
                    </a:p>
                  </a:txBody>
                  <a:tcPr/>
                </a:tc>
                <a:tc>
                  <a:txBody>
                    <a:bodyPr/>
                    <a:lstStyle/>
                    <a:p>
                      <a:pPr algn="l"/>
                      <a:r>
                        <a:rPr lang="it-IT" sz="1050" dirty="0" err="1"/>
                        <a:t>llm_output_diagnosis</a:t>
                      </a:r>
                      <a:endParaRPr lang="it-IT" sz="1050" dirty="0"/>
                    </a:p>
                  </a:txBody>
                  <a:tcPr/>
                </a:tc>
                <a:tc>
                  <a:txBody>
                    <a:bodyPr/>
                    <a:lstStyle/>
                    <a:p>
                      <a:pPr algn="l"/>
                      <a:r>
                        <a:rPr lang="it-IT" sz="1050" dirty="0" err="1"/>
                        <a:t>llm_code_correct</a:t>
                      </a:r>
                      <a:endParaRPr lang="it-IT" sz="1050" dirty="0"/>
                    </a:p>
                  </a:txBody>
                  <a:tcPr/>
                </a:tc>
                <a:tc>
                  <a:txBody>
                    <a:bodyPr/>
                    <a:lstStyle/>
                    <a:p>
                      <a:pPr algn="l"/>
                      <a:r>
                        <a:rPr lang="it-IT" sz="1050" dirty="0" err="1"/>
                        <a:t>llm_code_diagnosis</a:t>
                      </a:r>
                      <a:endParaRPr lang="it-IT" sz="1050" dirty="0"/>
                    </a:p>
                  </a:txBody>
                  <a:tcPr/>
                </a:tc>
                <a:tc>
                  <a:txBody>
                    <a:bodyPr/>
                    <a:lstStyle/>
                    <a:p>
                      <a:pPr algn="l"/>
                      <a:r>
                        <a:rPr lang="it-IT" sz="1050" dirty="0" err="1"/>
                        <a:t>judge_output_correct</a:t>
                      </a:r>
                      <a:r>
                        <a:rPr lang="it-IT" sz="1050" dirty="0"/>
                        <a:t> + </a:t>
                      </a:r>
                      <a:r>
                        <a:rPr lang="it-IT" sz="1050" dirty="0" err="1"/>
                        <a:t>judge_Output_Motivation</a:t>
                      </a:r>
                      <a:endParaRPr lang="it-IT" sz="1050" dirty="0"/>
                    </a:p>
                  </a:txBody>
                  <a:tcPr/>
                </a:tc>
                <a:tc>
                  <a:txBody>
                    <a:bodyPr/>
                    <a:lstStyle/>
                    <a:p>
                      <a:pPr algn="l"/>
                      <a:r>
                        <a:rPr lang="it-IT" sz="1050" dirty="0" err="1"/>
                        <a:t>judge_code_correct</a:t>
                      </a:r>
                      <a:r>
                        <a:rPr lang="it-IT" sz="1050" dirty="0"/>
                        <a:t> + </a:t>
                      </a:r>
                      <a:r>
                        <a:rPr lang="it-IT" sz="1050" dirty="0" err="1"/>
                        <a:t>judge_Code_Motivation</a:t>
                      </a:r>
                      <a:endParaRPr lang="it-IT" sz="1050" dirty="0"/>
                    </a:p>
                  </a:txBody>
                  <a:tcPr/>
                </a:tc>
                <a:extLst>
                  <a:ext uri="{0D108BD9-81ED-4DB2-BD59-A6C34878D82A}">
                    <a16:rowId xmlns:a16="http://schemas.microsoft.com/office/drawing/2014/main" val="2748492581"/>
                  </a:ext>
                </a:extLst>
              </a:tr>
              <a:tr h="4694811">
                <a:tc>
                  <a:txBody>
                    <a:bodyPr/>
                    <a:lstStyle/>
                    <a:p>
                      <a:pPr algn="l"/>
                      <a:r>
                        <a:rPr lang="it-IT" sz="1050" dirty="0" err="1"/>
                        <a:t>alicecapolongo</a:t>
                      </a:r>
                      <a:endParaRPr lang="it-IT" sz="1050" dirty="0"/>
                    </a:p>
                  </a:txBody>
                  <a:tcPr/>
                </a:tc>
                <a:tc>
                  <a:txBody>
                    <a:bodyPr/>
                    <a:lstStyle/>
                    <a:p>
                      <a:pPr algn="l"/>
                      <a:r>
                        <a:rPr lang="it-IT" sz="1050" dirty="0" err="1"/>
                        <a:t>registro_distribuito</a:t>
                      </a:r>
                      <a:endParaRPr lang="it-IT" sz="1050" dirty="0"/>
                    </a:p>
                  </a:txBody>
                  <a:tcPr/>
                </a:tc>
                <a:tc>
                  <a:txBody>
                    <a:bodyPr/>
                    <a:lstStyle/>
                    <a:p>
                      <a:pPr algn="l"/>
                      <a:r>
                        <a:rPr lang="it-IT" sz="1050" dirty="0"/>
                        <a:t>0c3494ca64b2e53122c91c375678febe38154278</a:t>
                      </a:r>
                    </a:p>
                  </a:txBody>
                  <a:tcPr/>
                </a:tc>
                <a:tc>
                  <a:txBody>
                    <a:bodyPr/>
                    <a:lstStyle/>
                    <a:p>
                      <a:pPr algn="l"/>
                      <a:r>
                        <a:rPr lang="it-IT" sz="1050" dirty="0" err="1"/>
                        <a:t>dynamic_failure</a:t>
                      </a:r>
                      <a:endParaRPr lang="it-IT" sz="1050" dirty="0"/>
                    </a:p>
                  </a:txBody>
                  <a:tcPr/>
                </a:tc>
                <a:tc>
                  <a:txBody>
                    <a:bodyPr/>
                    <a:lstStyle/>
                    <a:p>
                      <a:pPr algn="l"/>
                      <a:r>
                        <a:rPr lang="it-IT" sz="1050" dirty="0"/>
                        <a:t>true</a:t>
                      </a:r>
                    </a:p>
                  </a:txBody>
                  <a:tcPr/>
                </a:tc>
                <a:tc>
                  <a:txBody>
                    <a:bodyPr/>
                    <a:lstStyle/>
                    <a:p>
                      <a:pPr algn="l"/>
                      <a:r>
                        <a:rPr lang="it-IT" sz="1050" dirty="0"/>
                        <a:t>false</a:t>
                      </a:r>
                    </a:p>
                  </a:txBody>
                  <a:tcPr/>
                </a:tc>
                <a:tc>
                  <a:txBody>
                    <a:bodyPr/>
                    <a:lstStyle/>
                    <a:p>
                      <a:pPr algn="l"/>
                      <a:r>
                        <a:rPr lang="it-IT" sz="1050" dirty="0" err="1"/>
                        <a:t>fail</a:t>
                      </a:r>
                      <a:endParaRPr lang="it-IT" sz="1050" dirty="0"/>
                    </a:p>
                  </a:txBody>
                  <a:tcPr/>
                </a:tc>
                <a:tc>
                  <a:txBody>
                    <a:bodyPr/>
                    <a:lstStyle/>
                    <a:p>
                      <a:pPr algn="l"/>
                      <a:endParaRPr lang="it-IT" sz="1050" dirty="0"/>
                    </a:p>
                  </a:txBody>
                  <a:tcPr/>
                </a:tc>
                <a:tc>
                  <a:txBody>
                    <a:bodyPr/>
                    <a:lstStyle/>
                    <a:p>
                      <a:pPr algn="l"/>
                      <a:r>
                        <a:rPr lang="it-IT" sz="1050" dirty="0"/>
                        <a:t>Esercizio registro distribuito. L'esercizio non è ancora stato svolto </a:t>
                      </a:r>
                      <a:r>
                        <a:rPr lang="it-IT" sz="1050" dirty="0" err="1"/>
                        <a:t>correttamente.L'esecuzione</a:t>
                      </a:r>
                      <a:r>
                        <a:rPr lang="it-IT" sz="1050" dirty="0"/>
                        <a:t> non e corretta: Il registro riceve un messaggio BIND incoerente rispetto a quello inviato dal server 2. Non tutti i server ricevono il messaggio di terminazione EXIT atteso</a:t>
                      </a:r>
                    </a:p>
                  </a:txBody>
                  <a:tcPr/>
                </a:tc>
                <a:tc>
                  <a:txBody>
                    <a:bodyPr/>
                    <a:lstStyle/>
                    <a:p>
                      <a:pPr algn="l"/>
                      <a:r>
                        <a:rPr lang="it-IT" sz="1050" dirty="0"/>
                        <a:t>Client: Avvio...\</a:t>
                      </a:r>
                      <a:r>
                        <a:rPr lang="it-IT" sz="1050" dirty="0" err="1"/>
                        <a:t>nClient</a:t>
                      </a:r>
                      <a:r>
                        <a:rPr lang="it-IT" sz="1050" dirty="0"/>
                        <a:t>: Invio messaggio QUERY (</a:t>
                      </a:r>
                      <a:r>
                        <a:rPr lang="it-IT" sz="1050" dirty="0" err="1"/>
                        <a:t>id_server</a:t>
                      </a:r>
                      <a:r>
                        <a:rPr lang="it-IT" sz="1050" dirty="0"/>
                        <a:t>=2)</a:t>
                      </a:r>
                      <a:r>
                        <a:rPr lang="en-US" sz="1050" dirty="0"/>
                        <a:t>(</a:t>
                      </a:r>
                      <a:r>
                        <a:rPr lang="it-IT" sz="1050" dirty="0"/>
                        <a:t>CONTINUA)…</a:t>
                      </a:r>
                    </a:p>
                  </a:txBody>
                  <a:tcPr/>
                </a:tc>
                <a:tc>
                  <a:txBody>
                    <a:bodyPr/>
                    <a:lstStyle/>
                    <a:p>
                      <a:pPr algn="l"/>
                      <a:r>
                        <a:rPr lang="it-IT" sz="1050" dirty="0"/>
                        <a:t> </a:t>
                      </a:r>
                    </a:p>
                  </a:txBody>
                  <a:tcPr/>
                </a:tc>
                <a:tc>
                  <a:txBody>
                    <a:bodyPr/>
                    <a:lstStyle/>
                    <a:p>
                      <a:pPr algn="l"/>
                      <a:r>
                        <a:rPr lang="it-IT" sz="1050" b="1" dirty="0"/>
                        <a:t>NO</a:t>
                      </a:r>
                    </a:p>
                  </a:txBody>
                  <a:tcPr/>
                </a:tc>
                <a:tc>
                  <a:txBody>
                    <a:bodyPr/>
                    <a:lstStyle/>
                    <a:p>
                      <a:pPr algn="l"/>
                      <a:r>
                        <a:rPr lang="en-US" sz="1050" dirty="0"/>
                        <a:t>The trace shows mismatched server IDs in the interactions. Clients query for server 2 and receive responses for server 2 with queue ID 360506, but the server logs show server 1 processing service messages with the same queue ID. This indicates a protocol violation where the server handling does not match the client requests. Additionally, the registry sends an EXIT message to \"server 0, \" which is not defined, suggesting another inconsistency. These mismatches in actor/request identity and protocol coherence invalidate the output.</a:t>
                      </a:r>
                      <a:endParaRPr lang="it-IT" sz="1050" dirty="0"/>
                    </a:p>
                  </a:txBody>
                  <a:tcPr/>
                </a:tc>
                <a:tc>
                  <a:txBody>
                    <a:bodyPr/>
                    <a:lstStyle/>
                    <a:p>
                      <a:pPr algn="l"/>
                      <a:r>
                        <a:rPr lang="it-IT" sz="1050" b="1" dirty="0"/>
                        <a:t>NO</a:t>
                      </a:r>
                    </a:p>
                  </a:txBody>
                  <a:tcPr/>
                </a:tc>
                <a:tc>
                  <a:txBody>
                    <a:bodyPr/>
                    <a:lstStyle/>
                    <a:p>
                      <a:pPr algn="l"/>
                      <a:r>
                        <a:rPr lang="en-US" sz="1050" dirty="0"/>
                        <a:t>The defect lies in FILE: </a:t>
                      </a:r>
                      <a:r>
                        <a:rPr lang="en-US" sz="1050" dirty="0" err="1"/>
                        <a:t>server.c</a:t>
                      </a:r>
                      <a:r>
                        <a:rPr lang="en-US" sz="1050" dirty="0"/>
                        <a:t>, function server, at line 12 where </a:t>
                      </a:r>
                      <a:r>
                        <a:rPr lang="en-US" sz="1050" dirty="0" err="1"/>
                        <a:t>msgget</a:t>
                      </a:r>
                      <a:r>
                        <a:rPr lang="en-US" sz="1050" dirty="0"/>
                        <a:t>(</a:t>
                      </a:r>
                      <a:r>
                        <a:rPr lang="en-US" sz="1050" dirty="0" err="1"/>
                        <a:t>ftok</a:t>
                      </a:r>
                      <a:r>
                        <a:rPr lang="en-US" sz="1050" dirty="0"/>
                        <a:t>(\".\", 'e'), IPC_CREAT | 0644) is used to create the server's private message queue. The </a:t>
                      </a:r>
                      <a:r>
                        <a:rPr lang="en-US" sz="1050" dirty="0" err="1"/>
                        <a:t>ftok</a:t>
                      </a:r>
                      <a:r>
                        <a:rPr lang="en-US" sz="1050" dirty="0"/>
                        <a:t> key is hardcoded, causing both servers to create queues with the same identifier (360506). This results in both servers sharing the same queue, violating the protocol that requires each server to have a unique queue. Consequently, clients' messages to server 2 are processed by server 1, causing the observed mismatched server IDs in the runtime output. This is a protocol-matching defect.</a:t>
                      </a:r>
                      <a:endParaRPr lang="it-IT" sz="1050" dirty="0"/>
                    </a:p>
                  </a:txBody>
                  <a:tcPr/>
                </a:tc>
                <a:tc>
                  <a:txBody>
                    <a:bodyPr/>
                    <a:lstStyle/>
                    <a:p>
                      <a:pPr algn="l"/>
                      <a:r>
                        <a:rPr lang="it-IT" sz="1050" b="1" dirty="0"/>
                        <a:t>YES</a:t>
                      </a:r>
                      <a:r>
                        <a:rPr lang="it-IT" sz="1050" dirty="0"/>
                        <a:t>, </a:t>
                      </a:r>
                      <a:r>
                        <a:rPr lang="en-US" sz="1050" dirty="0"/>
                        <a:t>The diagnosis aligns with the ground truth by identifying mismatches in protocol coherence and termination messages, which are consistent with the described failures of incoherent BIND messages and incomplete EXIT message delivery. The detailed explanation enriches the generic ground truth without introducing unrelated issues.</a:t>
                      </a:r>
                      <a:endParaRPr lang="it-IT" sz="1050" dirty="0"/>
                    </a:p>
                  </a:txBody>
                  <a:tcPr/>
                </a:tc>
                <a:tc>
                  <a:txBody>
                    <a:bodyPr/>
                    <a:lstStyle/>
                    <a:p>
                      <a:pPr algn="l"/>
                      <a:r>
                        <a:rPr lang="it-IT" sz="1050" b="1" dirty="0"/>
                        <a:t>YES</a:t>
                      </a:r>
                      <a:r>
                        <a:rPr lang="it-IT" sz="1050" dirty="0"/>
                        <a:t>, </a:t>
                      </a:r>
                      <a:r>
                        <a:rPr lang="en-US" sz="1050" dirty="0"/>
                        <a:t>The diagnosis correctly identifies the defect in </a:t>
                      </a:r>
                      <a:r>
                        <a:rPr lang="en-US" sz="1050" dirty="0" err="1"/>
                        <a:t>server.c</a:t>
                      </a:r>
                      <a:r>
                        <a:rPr lang="en-US" sz="1050" dirty="0"/>
                        <a:t> at line 12, where the use of </a:t>
                      </a:r>
                      <a:r>
                        <a:rPr lang="en-US" sz="1050" dirty="0" err="1"/>
                        <a:t>ftok</a:t>
                      </a:r>
                      <a:r>
                        <a:rPr lang="en-US" sz="1050" dirty="0"/>
                        <a:t>(\".\", 'e') results in both servers sharing the same message queue due to identical keys. This matches the observed failure and is supported by the diff, which shows the solution using IPC_PRIVATE to ensure unique queues. The diagnosis is specific, consistent with the diff, and does not introduce unrelated issues.</a:t>
                      </a:r>
                      <a:endParaRPr lang="it-IT" sz="1050" dirty="0"/>
                    </a:p>
                  </a:txBody>
                  <a:tcPr/>
                </a:tc>
                <a:extLst>
                  <a:ext uri="{0D108BD9-81ED-4DB2-BD59-A6C34878D82A}">
                    <a16:rowId xmlns:a16="http://schemas.microsoft.com/office/drawing/2014/main" val="2318198447"/>
                  </a:ext>
                </a:extLst>
              </a:tr>
            </a:tbl>
          </a:graphicData>
        </a:graphic>
      </p:graphicFrame>
    </p:spTree>
    <p:extLst>
      <p:ext uri="{BB962C8B-B14F-4D97-AF65-F5344CB8AC3E}">
        <p14:creationId xmlns:p14="http://schemas.microsoft.com/office/powerpoint/2010/main" val="3166441129"/>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A845D0E-134A-5B56-94C1-A0348BBFF71D}"/>
              </a:ext>
            </a:extLst>
          </p:cNvPr>
          <p:cNvSpPr>
            <a:spLocks noGrp="1"/>
          </p:cNvSpPr>
          <p:nvPr>
            <p:ph type="title"/>
          </p:nvPr>
        </p:nvSpPr>
        <p:spPr>
          <a:xfrm>
            <a:off x="125001" y="141820"/>
            <a:ext cx="9186147" cy="649958"/>
          </a:xfrm>
        </p:spPr>
        <p:txBody>
          <a:bodyPr/>
          <a:lstStyle/>
          <a:p>
            <a:r>
              <a:rPr lang="it-IT" dirty="0"/>
              <a:t>Esempio </a:t>
            </a:r>
            <a:r>
              <a:rPr lang="it-IT" dirty="0" err="1"/>
              <a:t>dynamic_failure</a:t>
            </a:r>
            <a:endParaRPr lang="it-IT" dirty="0"/>
          </a:p>
        </p:txBody>
      </p:sp>
      <p:sp>
        <p:nvSpPr>
          <p:cNvPr id="11" name="CasellaDiTesto 10">
            <a:extLst>
              <a:ext uri="{FF2B5EF4-FFF2-40B4-BE49-F238E27FC236}">
                <a16:creationId xmlns:a16="http://schemas.microsoft.com/office/drawing/2014/main" id="{B786AA21-52D4-F098-9A10-9D42C069BE23}"/>
              </a:ext>
            </a:extLst>
          </p:cNvPr>
          <p:cNvSpPr txBox="1"/>
          <p:nvPr/>
        </p:nvSpPr>
        <p:spPr>
          <a:xfrm>
            <a:off x="646109" y="3275960"/>
            <a:ext cx="7811177" cy="369332"/>
          </a:xfrm>
          <a:prstGeom prst="rect">
            <a:avLst/>
          </a:prstGeom>
          <a:noFill/>
        </p:spPr>
        <p:txBody>
          <a:bodyPr wrap="square" rtlCol="0">
            <a:spAutoFit/>
          </a:bodyPr>
          <a:lstStyle/>
          <a:p>
            <a:r>
              <a:rPr lang="it-IT" dirty="0"/>
              <a:t>Codice studente:</a:t>
            </a:r>
          </a:p>
        </p:txBody>
      </p:sp>
      <p:sp>
        <p:nvSpPr>
          <p:cNvPr id="16" name="CasellaDiTesto 15">
            <a:extLst>
              <a:ext uri="{FF2B5EF4-FFF2-40B4-BE49-F238E27FC236}">
                <a16:creationId xmlns:a16="http://schemas.microsoft.com/office/drawing/2014/main" id="{27BCA466-F5A8-C506-FBA1-A79FD4C3850B}"/>
              </a:ext>
            </a:extLst>
          </p:cNvPr>
          <p:cNvSpPr txBox="1"/>
          <p:nvPr/>
        </p:nvSpPr>
        <p:spPr>
          <a:xfrm>
            <a:off x="646111" y="4520894"/>
            <a:ext cx="7811177" cy="369332"/>
          </a:xfrm>
          <a:prstGeom prst="rect">
            <a:avLst/>
          </a:prstGeom>
          <a:noFill/>
        </p:spPr>
        <p:txBody>
          <a:bodyPr wrap="square" rtlCol="0">
            <a:spAutoFit/>
          </a:bodyPr>
          <a:lstStyle/>
          <a:p>
            <a:r>
              <a:rPr lang="it-IT" dirty="0"/>
              <a:t>Codice soluzione:</a:t>
            </a:r>
          </a:p>
        </p:txBody>
      </p:sp>
      <p:sp>
        <p:nvSpPr>
          <p:cNvPr id="17" name="CasellaDiTesto 16">
            <a:extLst>
              <a:ext uri="{FF2B5EF4-FFF2-40B4-BE49-F238E27FC236}">
                <a16:creationId xmlns:a16="http://schemas.microsoft.com/office/drawing/2014/main" id="{F94081EB-5F8B-3B1E-3B02-49CDCC266BFB}"/>
              </a:ext>
            </a:extLst>
          </p:cNvPr>
          <p:cNvSpPr txBox="1"/>
          <p:nvPr/>
        </p:nvSpPr>
        <p:spPr>
          <a:xfrm>
            <a:off x="125001" y="879707"/>
            <a:ext cx="10591935" cy="2308324"/>
          </a:xfrm>
          <a:prstGeom prst="rect">
            <a:avLst/>
          </a:prstGeom>
          <a:noFill/>
        </p:spPr>
        <p:txBody>
          <a:bodyPr wrap="square" rtlCol="0">
            <a:spAutoFit/>
          </a:bodyPr>
          <a:lstStyle/>
          <a:p>
            <a:r>
              <a:rPr lang="it-IT" dirty="0"/>
              <a:t>Il difetto si trova in FILE: </a:t>
            </a:r>
            <a:r>
              <a:rPr lang="it-IT" dirty="0" err="1"/>
              <a:t>server.c</a:t>
            </a:r>
            <a:r>
              <a:rPr lang="it-IT" dirty="0"/>
              <a:t>, funzione server, alla riga 12, dove viene utilizzato </a:t>
            </a:r>
            <a:r>
              <a:rPr lang="it-IT" dirty="0" err="1"/>
              <a:t>msgget</a:t>
            </a:r>
            <a:r>
              <a:rPr lang="it-IT" dirty="0"/>
              <a:t>(</a:t>
            </a:r>
            <a:r>
              <a:rPr lang="it-IT" dirty="0" err="1"/>
              <a:t>ftok</a:t>
            </a:r>
            <a:r>
              <a:rPr lang="it-IT" dirty="0"/>
              <a:t>(".", '</a:t>
            </a:r>
            <a:r>
              <a:rPr lang="it-IT" dirty="0" err="1"/>
              <a:t>e'</a:t>
            </a:r>
            <a:r>
              <a:rPr lang="it-IT" dirty="0"/>
              <a:t>), IPC_CREAT | 0644) per creare la coda di messaggi privata del server. La chiave </a:t>
            </a:r>
            <a:r>
              <a:rPr lang="it-IT" dirty="0" err="1"/>
              <a:t>ftok</a:t>
            </a:r>
            <a:r>
              <a:rPr lang="it-IT" dirty="0"/>
              <a:t> è </a:t>
            </a:r>
            <a:r>
              <a:rPr lang="it-IT" dirty="0" err="1"/>
              <a:t>hardcoded</a:t>
            </a:r>
            <a:r>
              <a:rPr lang="it-IT" dirty="0"/>
              <a:t>, causando la creazione da parte di entrambi i server di code con lo stesso identificatore (360506). Di conseguenza, entrambi i server condividono la stessa coda, violando il protocollo che richiede a ciascun server di avere una coda unica. I messaggi dei client destinati al server 2 vengono quindi elaborati dal server 1, causando gli ID dei server non corrispondenti osservati nell'output di </a:t>
            </a:r>
            <a:r>
              <a:rPr lang="it-IT" dirty="0" err="1"/>
              <a:t>runtime</a:t>
            </a:r>
            <a:r>
              <a:rPr lang="it-IT" dirty="0"/>
              <a:t>. Si tratta di un difetto di corrispondenza del protocollo.</a:t>
            </a:r>
          </a:p>
        </p:txBody>
      </p:sp>
      <p:pic>
        <p:nvPicPr>
          <p:cNvPr id="4" name="Immagine 3">
            <a:extLst>
              <a:ext uri="{FF2B5EF4-FFF2-40B4-BE49-F238E27FC236}">
                <a16:creationId xmlns:a16="http://schemas.microsoft.com/office/drawing/2014/main" id="{30159A2E-9CE1-DF50-38A3-33DFF2BA8880}"/>
              </a:ext>
            </a:extLst>
          </p:cNvPr>
          <p:cNvPicPr>
            <a:picLocks noChangeAspect="1"/>
          </p:cNvPicPr>
          <p:nvPr/>
        </p:nvPicPr>
        <p:blipFill>
          <a:blip r:embed="rId2"/>
          <a:stretch>
            <a:fillRect/>
          </a:stretch>
        </p:blipFill>
        <p:spPr>
          <a:xfrm>
            <a:off x="646109" y="5154436"/>
            <a:ext cx="7414756" cy="404862"/>
          </a:xfrm>
          <a:prstGeom prst="rect">
            <a:avLst/>
          </a:prstGeom>
        </p:spPr>
      </p:pic>
      <p:pic>
        <p:nvPicPr>
          <p:cNvPr id="10" name="Immagine 9">
            <a:extLst>
              <a:ext uri="{FF2B5EF4-FFF2-40B4-BE49-F238E27FC236}">
                <a16:creationId xmlns:a16="http://schemas.microsoft.com/office/drawing/2014/main" id="{89D3F5A0-41B5-E045-B6E0-68474286E220}"/>
              </a:ext>
            </a:extLst>
          </p:cNvPr>
          <p:cNvPicPr>
            <a:picLocks noChangeAspect="1"/>
          </p:cNvPicPr>
          <p:nvPr/>
        </p:nvPicPr>
        <p:blipFill>
          <a:blip r:embed="rId3"/>
          <a:stretch>
            <a:fillRect/>
          </a:stretch>
        </p:blipFill>
        <p:spPr>
          <a:xfrm>
            <a:off x="646108" y="3909502"/>
            <a:ext cx="7414757" cy="260820"/>
          </a:xfrm>
          <a:prstGeom prst="rect">
            <a:avLst/>
          </a:prstGeom>
        </p:spPr>
      </p:pic>
    </p:spTree>
    <p:extLst>
      <p:ext uri="{BB962C8B-B14F-4D97-AF65-F5344CB8AC3E}">
        <p14:creationId xmlns:p14="http://schemas.microsoft.com/office/powerpoint/2010/main" val="2601912489"/>
      </p:ext>
    </p:extLst>
  </p:cSld>
  <p:clrMapOvr>
    <a:masterClrMapping/>
  </p:clrMapOvr>
  <p:transition spd="slow">
    <p:wip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83107-CEDE-C997-614F-C7C43C8855D7}"/>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0756D2FA-E59E-53FE-29E3-116FD528BA9B}"/>
              </a:ext>
            </a:extLst>
          </p:cNvPr>
          <p:cNvSpPr>
            <a:spLocks noGrp="1"/>
          </p:cNvSpPr>
          <p:nvPr>
            <p:ph type="title"/>
          </p:nvPr>
        </p:nvSpPr>
        <p:spPr>
          <a:xfrm>
            <a:off x="117986" y="0"/>
            <a:ext cx="11572567" cy="1016072"/>
          </a:xfrm>
        </p:spPr>
        <p:txBody>
          <a:bodyPr/>
          <a:lstStyle/>
          <a:p>
            <a:r>
              <a:rPr lang="it-IT" sz="2400" dirty="0"/>
              <a:t>Esempio di risultato (</a:t>
            </a:r>
            <a:r>
              <a:rPr lang="it-IT" sz="2400" dirty="0" err="1"/>
              <a:t>static_failure</a:t>
            </a:r>
            <a:r>
              <a:rPr lang="it-IT" sz="2400" dirty="0"/>
              <a:t>):</a:t>
            </a:r>
          </a:p>
        </p:txBody>
      </p:sp>
      <p:graphicFrame>
        <p:nvGraphicFramePr>
          <p:cNvPr id="4" name="Segnaposto contenuto 3">
            <a:extLst>
              <a:ext uri="{FF2B5EF4-FFF2-40B4-BE49-F238E27FC236}">
                <a16:creationId xmlns:a16="http://schemas.microsoft.com/office/drawing/2014/main" id="{BDCD3246-C1A1-4320-7932-F426D37C21D6}"/>
              </a:ext>
            </a:extLst>
          </p:cNvPr>
          <p:cNvGraphicFramePr>
            <a:graphicFrameLocks noGrp="1"/>
          </p:cNvGraphicFramePr>
          <p:nvPr>
            <p:ph idx="1"/>
            <p:extLst>
              <p:ext uri="{D42A27DB-BD31-4B8C-83A1-F6EECF244321}">
                <p14:modId xmlns:p14="http://schemas.microsoft.com/office/powerpoint/2010/main" val="270362571"/>
              </p:ext>
            </p:extLst>
          </p:nvPr>
        </p:nvGraphicFramePr>
        <p:xfrm>
          <a:off x="117986" y="434340"/>
          <a:ext cx="11916698" cy="6263640"/>
        </p:xfrm>
        <a:graphic>
          <a:graphicData uri="http://schemas.openxmlformats.org/drawingml/2006/table">
            <a:tbl>
              <a:tblPr firstRow="1" bandRow="1">
                <a:tableStyleId>{5C22544A-7EE6-4342-B048-85BDC9FD1C3A}</a:tableStyleId>
              </a:tblPr>
              <a:tblGrid>
                <a:gridCol w="574243">
                  <a:extLst>
                    <a:ext uri="{9D8B030D-6E8A-4147-A177-3AD203B41FA5}">
                      <a16:colId xmlns:a16="http://schemas.microsoft.com/office/drawing/2014/main" val="1875058376"/>
                    </a:ext>
                  </a:extLst>
                </a:gridCol>
                <a:gridCol w="479167">
                  <a:extLst>
                    <a:ext uri="{9D8B030D-6E8A-4147-A177-3AD203B41FA5}">
                      <a16:colId xmlns:a16="http://schemas.microsoft.com/office/drawing/2014/main" val="2729272592"/>
                    </a:ext>
                  </a:extLst>
                </a:gridCol>
                <a:gridCol w="401765">
                  <a:extLst>
                    <a:ext uri="{9D8B030D-6E8A-4147-A177-3AD203B41FA5}">
                      <a16:colId xmlns:a16="http://schemas.microsoft.com/office/drawing/2014/main" val="2911452443"/>
                    </a:ext>
                  </a:extLst>
                </a:gridCol>
                <a:gridCol w="353962">
                  <a:extLst>
                    <a:ext uri="{9D8B030D-6E8A-4147-A177-3AD203B41FA5}">
                      <a16:colId xmlns:a16="http://schemas.microsoft.com/office/drawing/2014/main" val="2479012610"/>
                    </a:ext>
                  </a:extLst>
                </a:gridCol>
                <a:gridCol w="412954">
                  <a:extLst>
                    <a:ext uri="{9D8B030D-6E8A-4147-A177-3AD203B41FA5}">
                      <a16:colId xmlns:a16="http://schemas.microsoft.com/office/drawing/2014/main" val="2959452781"/>
                    </a:ext>
                  </a:extLst>
                </a:gridCol>
                <a:gridCol w="334297">
                  <a:extLst>
                    <a:ext uri="{9D8B030D-6E8A-4147-A177-3AD203B41FA5}">
                      <a16:colId xmlns:a16="http://schemas.microsoft.com/office/drawing/2014/main" val="1078437898"/>
                    </a:ext>
                  </a:extLst>
                </a:gridCol>
                <a:gridCol w="285136">
                  <a:extLst>
                    <a:ext uri="{9D8B030D-6E8A-4147-A177-3AD203B41FA5}">
                      <a16:colId xmlns:a16="http://schemas.microsoft.com/office/drawing/2014/main" val="3324487126"/>
                    </a:ext>
                  </a:extLst>
                </a:gridCol>
                <a:gridCol w="255638">
                  <a:extLst>
                    <a:ext uri="{9D8B030D-6E8A-4147-A177-3AD203B41FA5}">
                      <a16:colId xmlns:a16="http://schemas.microsoft.com/office/drawing/2014/main" val="2402471246"/>
                    </a:ext>
                  </a:extLst>
                </a:gridCol>
                <a:gridCol w="786581">
                  <a:extLst>
                    <a:ext uri="{9D8B030D-6E8A-4147-A177-3AD203B41FA5}">
                      <a16:colId xmlns:a16="http://schemas.microsoft.com/office/drawing/2014/main" val="3564228665"/>
                    </a:ext>
                  </a:extLst>
                </a:gridCol>
                <a:gridCol w="589936">
                  <a:extLst>
                    <a:ext uri="{9D8B030D-6E8A-4147-A177-3AD203B41FA5}">
                      <a16:colId xmlns:a16="http://schemas.microsoft.com/office/drawing/2014/main" val="1079194908"/>
                    </a:ext>
                  </a:extLst>
                </a:gridCol>
                <a:gridCol w="1101212">
                  <a:extLst>
                    <a:ext uri="{9D8B030D-6E8A-4147-A177-3AD203B41FA5}">
                      <a16:colId xmlns:a16="http://schemas.microsoft.com/office/drawing/2014/main" val="457757330"/>
                    </a:ext>
                  </a:extLst>
                </a:gridCol>
                <a:gridCol w="363794">
                  <a:extLst>
                    <a:ext uri="{9D8B030D-6E8A-4147-A177-3AD203B41FA5}">
                      <a16:colId xmlns:a16="http://schemas.microsoft.com/office/drawing/2014/main" val="75598170"/>
                    </a:ext>
                  </a:extLst>
                </a:gridCol>
                <a:gridCol w="1663643">
                  <a:extLst>
                    <a:ext uri="{9D8B030D-6E8A-4147-A177-3AD203B41FA5}">
                      <a16:colId xmlns:a16="http://schemas.microsoft.com/office/drawing/2014/main" val="963411808"/>
                    </a:ext>
                  </a:extLst>
                </a:gridCol>
                <a:gridCol w="451413">
                  <a:extLst>
                    <a:ext uri="{9D8B030D-6E8A-4147-A177-3AD203B41FA5}">
                      <a16:colId xmlns:a16="http://schemas.microsoft.com/office/drawing/2014/main" val="27591704"/>
                    </a:ext>
                  </a:extLst>
                </a:gridCol>
                <a:gridCol w="1400536">
                  <a:extLst>
                    <a:ext uri="{9D8B030D-6E8A-4147-A177-3AD203B41FA5}">
                      <a16:colId xmlns:a16="http://schemas.microsoft.com/office/drawing/2014/main" val="228824343"/>
                    </a:ext>
                  </a:extLst>
                </a:gridCol>
                <a:gridCol w="1099595">
                  <a:extLst>
                    <a:ext uri="{9D8B030D-6E8A-4147-A177-3AD203B41FA5}">
                      <a16:colId xmlns:a16="http://schemas.microsoft.com/office/drawing/2014/main" val="2134066566"/>
                    </a:ext>
                  </a:extLst>
                </a:gridCol>
                <a:gridCol w="1362826">
                  <a:extLst>
                    <a:ext uri="{9D8B030D-6E8A-4147-A177-3AD203B41FA5}">
                      <a16:colId xmlns:a16="http://schemas.microsoft.com/office/drawing/2014/main" val="1278294766"/>
                    </a:ext>
                  </a:extLst>
                </a:gridCol>
              </a:tblGrid>
              <a:tr h="1318536">
                <a:tc>
                  <a:txBody>
                    <a:bodyPr/>
                    <a:lstStyle/>
                    <a:p>
                      <a:pPr algn="l"/>
                      <a:r>
                        <a:rPr lang="it-IT" sz="1050" dirty="0" err="1"/>
                        <a:t>student</a:t>
                      </a:r>
                      <a:endParaRPr lang="it-IT" sz="1050" dirty="0"/>
                    </a:p>
                  </a:txBody>
                  <a:tcPr/>
                </a:tc>
                <a:tc>
                  <a:txBody>
                    <a:bodyPr/>
                    <a:lstStyle/>
                    <a:p>
                      <a:pPr algn="l"/>
                      <a:r>
                        <a:rPr lang="it-IT" sz="1050" dirty="0" err="1"/>
                        <a:t>exercise</a:t>
                      </a:r>
                      <a:endParaRPr lang="it-IT" sz="1050" dirty="0"/>
                    </a:p>
                  </a:txBody>
                  <a:tcPr/>
                </a:tc>
                <a:tc>
                  <a:txBody>
                    <a:bodyPr/>
                    <a:lstStyle/>
                    <a:p>
                      <a:pPr algn="l"/>
                      <a:r>
                        <a:rPr lang="it-IT" sz="1050" dirty="0" err="1"/>
                        <a:t>commit_analyzed</a:t>
                      </a:r>
                      <a:endParaRPr lang="it-IT" sz="1050" dirty="0"/>
                    </a:p>
                  </a:txBody>
                  <a:tcPr/>
                </a:tc>
                <a:tc>
                  <a:txBody>
                    <a:bodyPr/>
                    <a:lstStyle/>
                    <a:p>
                      <a:pPr algn="l"/>
                      <a:r>
                        <a:rPr lang="it-IT" sz="1050" b="1" dirty="0" err="1">
                          <a:solidFill>
                            <a:schemeClr val="tx1"/>
                          </a:solidFill>
                        </a:rPr>
                        <a:t>failurte_category</a:t>
                      </a:r>
                      <a:endParaRPr lang="it-IT" sz="1050" b="1" dirty="0">
                        <a:solidFill>
                          <a:schemeClr val="tx1"/>
                        </a:solidFill>
                      </a:endParaRPr>
                    </a:p>
                  </a:txBody>
                  <a:tcPr/>
                </a:tc>
                <a:tc>
                  <a:txBody>
                    <a:bodyPr/>
                    <a:lstStyle/>
                    <a:p>
                      <a:pPr algn="l"/>
                      <a:r>
                        <a:rPr lang="it-IT" sz="1050" dirty="0" err="1"/>
                        <a:t>compile_success</a:t>
                      </a:r>
                      <a:endParaRPr lang="it-IT" sz="1050" dirty="0"/>
                    </a:p>
                  </a:txBody>
                  <a:tcPr/>
                </a:tc>
                <a:tc>
                  <a:txBody>
                    <a:bodyPr/>
                    <a:lstStyle/>
                    <a:p>
                      <a:pPr algn="l"/>
                      <a:r>
                        <a:rPr lang="it-IT" sz="1050" dirty="0" err="1"/>
                        <a:t>test_success</a:t>
                      </a:r>
                      <a:endParaRPr lang="it-IT" sz="1050" dirty="0"/>
                    </a:p>
                  </a:txBody>
                  <a:tcPr/>
                </a:tc>
                <a:tc>
                  <a:txBody>
                    <a:bodyPr/>
                    <a:lstStyle/>
                    <a:p>
                      <a:pPr algn="l"/>
                      <a:r>
                        <a:rPr lang="it-IT" sz="1050" dirty="0" err="1"/>
                        <a:t>stdout</a:t>
                      </a:r>
                      <a:endParaRPr lang="it-IT" sz="1050" dirty="0"/>
                    </a:p>
                  </a:txBody>
                  <a:tcPr/>
                </a:tc>
                <a:tc>
                  <a:txBody>
                    <a:bodyPr/>
                    <a:lstStyle/>
                    <a:p>
                      <a:pPr algn="l"/>
                      <a:r>
                        <a:rPr lang="it-IT" sz="1050" dirty="0" err="1"/>
                        <a:t>stderr</a:t>
                      </a:r>
                      <a:endParaRPr lang="it-IT" sz="1050" dirty="0"/>
                    </a:p>
                  </a:txBody>
                  <a:tcPr/>
                </a:tc>
                <a:tc>
                  <a:txBody>
                    <a:bodyPr/>
                    <a:lstStyle/>
                    <a:p>
                      <a:pPr algn="l"/>
                      <a:r>
                        <a:rPr lang="it-IT" sz="1050" dirty="0" err="1"/>
                        <a:t>test_feedback</a:t>
                      </a:r>
                      <a:endParaRPr lang="it-IT" sz="1050" dirty="0"/>
                    </a:p>
                  </a:txBody>
                  <a:tcPr/>
                </a:tc>
                <a:tc>
                  <a:txBody>
                    <a:bodyPr/>
                    <a:lstStyle/>
                    <a:p>
                      <a:pPr algn="l"/>
                      <a:r>
                        <a:rPr lang="it-IT" sz="1050" dirty="0" err="1"/>
                        <a:t>program_output</a:t>
                      </a:r>
                      <a:endParaRPr lang="it-IT" sz="1050" dirty="0"/>
                    </a:p>
                  </a:txBody>
                  <a:tcPr/>
                </a:tc>
                <a:tc>
                  <a:txBody>
                    <a:bodyPr/>
                    <a:lstStyle/>
                    <a:p>
                      <a:pPr algn="l"/>
                      <a:r>
                        <a:rPr lang="it-IT" sz="1050" dirty="0" err="1"/>
                        <a:t>static_warnings</a:t>
                      </a:r>
                      <a:endParaRPr lang="it-IT" sz="1050" dirty="0"/>
                    </a:p>
                  </a:txBody>
                  <a:tcPr/>
                </a:tc>
                <a:tc>
                  <a:txBody>
                    <a:bodyPr/>
                    <a:lstStyle/>
                    <a:p>
                      <a:pPr algn="l"/>
                      <a:r>
                        <a:rPr lang="it-IT" sz="1050" dirty="0" err="1"/>
                        <a:t>llm_output_correct</a:t>
                      </a:r>
                      <a:endParaRPr lang="it-IT" sz="1050" dirty="0"/>
                    </a:p>
                  </a:txBody>
                  <a:tcPr/>
                </a:tc>
                <a:tc>
                  <a:txBody>
                    <a:bodyPr/>
                    <a:lstStyle/>
                    <a:p>
                      <a:pPr algn="l"/>
                      <a:r>
                        <a:rPr lang="it-IT" sz="1050" dirty="0" err="1"/>
                        <a:t>llm_output_diagnosis</a:t>
                      </a:r>
                      <a:endParaRPr lang="it-IT" sz="1050" dirty="0"/>
                    </a:p>
                  </a:txBody>
                  <a:tcPr/>
                </a:tc>
                <a:tc>
                  <a:txBody>
                    <a:bodyPr/>
                    <a:lstStyle/>
                    <a:p>
                      <a:pPr algn="l"/>
                      <a:r>
                        <a:rPr lang="it-IT" sz="1050" dirty="0" err="1"/>
                        <a:t>llm_code_correct</a:t>
                      </a:r>
                      <a:endParaRPr lang="it-IT" sz="1050" dirty="0"/>
                    </a:p>
                  </a:txBody>
                  <a:tcPr/>
                </a:tc>
                <a:tc>
                  <a:txBody>
                    <a:bodyPr/>
                    <a:lstStyle/>
                    <a:p>
                      <a:pPr algn="l"/>
                      <a:r>
                        <a:rPr lang="it-IT" sz="1050" dirty="0" err="1"/>
                        <a:t>llm_code_diagnosis</a:t>
                      </a:r>
                      <a:endParaRPr lang="it-IT" sz="1050" dirty="0"/>
                    </a:p>
                  </a:txBody>
                  <a:tcPr/>
                </a:tc>
                <a:tc>
                  <a:txBody>
                    <a:bodyPr/>
                    <a:lstStyle/>
                    <a:p>
                      <a:pPr algn="l"/>
                      <a:r>
                        <a:rPr lang="it-IT" sz="1050" dirty="0" err="1"/>
                        <a:t>judge_output_correct</a:t>
                      </a:r>
                      <a:r>
                        <a:rPr lang="it-IT" sz="1050" dirty="0"/>
                        <a:t> + </a:t>
                      </a:r>
                      <a:r>
                        <a:rPr lang="it-IT" sz="1050" dirty="0" err="1"/>
                        <a:t>judge_Output_Motivation</a:t>
                      </a:r>
                      <a:endParaRPr lang="it-IT" sz="1050" dirty="0"/>
                    </a:p>
                  </a:txBody>
                  <a:tcPr/>
                </a:tc>
                <a:tc>
                  <a:txBody>
                    <a:bodyPr/>
                    <a:lstStyle/>
                    <a:p>
                      <a:pPr algn="l"/>
                      <a:r>
                        <a:rPr lang="it-IT" sz="1050" dirty="0" err="1"/>
                        <a:t>judge_code_correct</a:t>
                      </a:r>
                      <a:r>
                        <a:rPr lang="it-IT" sz="1050" dirty="0"/>
                        <a:t> + </a:t>
                      </a:r>
                      <a:r>
                        <a:rPr lang="it-IT" sz="1050" dirty="0" err="1"/>
                        <a:t>judge_Code_Motivation</a:t>
                      </a:r>
                      <a:endParaRPr lang="it-IT" sz="1050" dirty="0"/>
                    </a:p>
                  </a:txBody>
                  <a:tcPr/>
                </a:tc>
                <a:extLst>
                  <a:ext uri="{0D108BD9-81ED-4DB2-BD59-A6C34878D82A}">
                    <a16:rowId xmlns:a16="http://schemas.microsoft.com/office/drawing/2014/main" val="2748492581"/>
                  </a:ext>
                </a:extLst>
              </a:tr>
              <a:tr h="4593847">
                <a:tc>
                  <a:txBody>
                    <a:bodyPr/>
                    <a:lstStyle/>
                    <a:p>
                      <a:pPr algn="l"/>
                      <a:r>
                        <a:rPr lang="it-IT" sz="1050" dirty="0" err="1"/>
                        <a:t>CryptoGionni</a:t>
                      </a:r>
                      <a:endParaRPr lang="it-IT" sz="1050" dirty="0"/>
                    </a:p>
                  </a:txBody>
                  <a:tcPr/>
                </a:tc>
                <a:tc>
                  <a:txBody>
                    <a:bodyPr/>
                    <a:lstStyle/>
                    <a:p>
                      <a:pPr algn="l"/>
                      <a:r>
                        <a:rPr lang="it-IT" sz="1050" dirty="0" err="1"/>
                        <a:t>load_balancing</a:t>
                      </a:r>
                      <a:endParaRPr lang="it-IT" sz="1050" dirty="0"/>
                    </a:p>
                  </a:txBody>
                  <a:tcPr/>
                </a:tc>
                <a:tc>
                  <a:txBody>
                    <a:bodyPr/>
                    <a:lstStyle/>
                    <a:p>
                      <a:pPr algn="l"/>
                      <a:r>
                        <a:rPr lang="it-IT" sz="1050" dirty="0"/>
                        <a:t>81811c9d569306bc39ae671ff28f1478b0f449e0</a:t>
                      </a:r>
                    </a:p>
                  </a:txBody>
                  <a:tcPr/>
                </a:tc>
                <a:tc>
                  <a:txBody>
                    <a:bodyPr/>
                    <a:lstStyle/>
                    <a:p>
                      <a:pPr algn="l"/>
                      <a:r>
                        <a:rPr lang="it-IT" sz="1050" dirty="0" err="1"/>
                        <a:t>static_failure</a:t>
                      </a:r>
                      <a:endParaRPr lang="it-IT" sz="1050" dirty="0"/>
                    </a:p>
                  </a:txBody>
                  <a:tcPr/>
                </a:tc>
                <a:tc>
                  <a:txBody>
                    <a:bodyPr/>
                    <a:lstStyle/>
                    <a:p>
                      <a:pPr algn="l"/>
                      <a:r>
                        <a:rPr lang="it-IT" sz="1050" dirty="0"/>
                        <a:t>true</a:t>
                      </a:r>
                    </a:p>
                  </a:txBody>
                  <a:tcPr/>
                </a:tc>
                <a:tc>
                  <a:txBody>
                    <a:bodyPr/>
                    <a:lstStyle/>
                    <a:p>
                      <a:pPr algn="l"/>
                      <a:r>
                        <a:rPr lang="it-IT" sz="1050" dirty="0"/>
                        <a:t>false</a:t>
                      </a:r>
                    </a:p>
                  </a:txBody>
                  <a:tcPr/>
                </a:tc>
                <a:tc>
                  <a:txBody>
                    <a:bodyPr/>
                    <a:lstStyle/>
                    <a:p>
                      <a:pPr algn="l"/>
                      <a:r>
                        <a:rPr lang="it-IT" sz="1050" dirty="0" err="1"/>
                        <a:t>fail</a:t>
                      </a:r>
                      <a:endParaRPr lang="it-IT" sz="1050" dirty="0"/>
                    </a:p>
                  </a:txBody>
                  <a:tcPr/>
                </a:tc>
                <a:tc>
                  <a:txBody>
                    <a:bodyPr/>
                    <a:lstStyle/>
                    <a:p>
                      <a:pPr algn="l"/>
                      <a:endParaRPr lang="it-IT" sz="1050" dirty="0"/>
                    </a:p>
                  </a:txBody>
                  <a:tcPr/>
                </a:tc>
                <a:tc>
                  <a:txBody>
                    <a:bodyPr/>
                    <a:lstStyle/>
                    <a:p>
                      <a:pPr algn="l"/>
                      <a:r>
                        <a:rPr lang="it-IT" sz="1050" dirty="0"/>
                        <a:t>Esercizio load balancing. L'esercizio non è ancora stato svolto correttamente. Anche se il programma esegue, sono stati riscontrati i seguenti difetti all'interno del codice (</a:t>
                      </a:r>
                      <a:r>
                        <a:rPr lang="it-IT" sz="1050" dirty="0" err="1"/>
                        <a:t>main.c</a:t>
                      </a:r>
                      <a:r>
                        <a:rPr lang="it-IT" sz="1050" dirty="0"/>
                        <a:t>)</a:t>
                      </a:r>
                    </a:p>
                  </a:txBody>
                  <a:tcPr/>
                </a:tc>
                <a:tc>
                  <a:txBody>
                    <a:bodyPr/>
                    <a:lstStyle/>
                    <a:p>
                      <a:pPr algn="l"/>
                      <a:r>
                        <a:rPr lang="it-IT" sz="1050" dirty="0"/>
                        <a:t>Client 276010: invio messaggio numero 0\</a:t>
                      </a:r>
                      <a:r>
                        <a:rPr lang="it-IT" sz="1050" dirty="0" err="1"/>
                        <a:t>nClient</a:t>
                      </a:r>
                      <a:r>
                        <a:rPr lang="it-IT" sz="1050" dirty="0"/>
                        <a:t> 276010: invio messaggio numero 1(CONTINUA)…</a:t>
                      </a:r>
                    </a:p>
                  </a:txBody>
                  <a:tcPr/>
                </a:tc>
                <a:tc>
                  <a:txBody>
                    <a:bodyPr/>
                    <a:lstStyle/>
                    <a:p>
                      <a:pPr algn="l"/>
                      <a:r>
                        <a:rPr lang="it-IT" sz="1050" dirty="0"/>
                        <a:t> {                "file": "</a:t>
                      </a:r>
                      <a:r>
                        <a:rPr lang="it-IT" sz="1050" dirty="0" err="1"/>
                        <a:t>procedure.c</a:t>
                      </a:r>
                      <a:r>
                        <a:rPr lang="it-IT" sz="1050" dirty="0"/>
                        <a:t>",                "line": 107,                "</a:t>
                      </a:r>
                      <a:r>
                        <a:rPr lang="it-IT" sz="1050" dirty="0" err="1"/>
                        <a:t>message</a:t>
                      </a:r>
                      <a:r>
                        <a:rPr lang="it-IT" sz="1050" dirty="0"/>
                        <a:t>": "L'ultimo parametro di </a:t>
                      </a:r>
                      <a:r>
                        <a:rPr lang="it-IT" sz="1050" dirty="0" err="1"/>
                        <a:t>msgsnd</a:t>
                      </a:r>
                      <a:r>
                        <a:rPr lang="it-IT" sz="1050" dirty="0"/>
                        <a:t>() deve essere 0. Nota che non è richiesto IPC_NOWAIT per effettuare la </a:t>
                      </a:r>
                      <a:r>
                        <a:rPr lang="it-IT" sz="1050" dirty="0" err="1"/>
                        <a:t>send</a:t>
                      </a:r>
                      <a:r>
                        <a:rPr lang="it-IT" sz="1050" dirty="0"/>
                        <a:t> asincrona."            }</a:t>
                      </a:r>
                    </a:p>
                  </a:txBody>
                  <a:tcPr/>
                </a:tc>
                <a:tc>
                  <a:txBody>
                    <a:bodyPr/>
                    <a:lstStyle/>
                    <a:p>
                      <a:pPr algn="l"/>
                      <a:r>
                        <a:rPr lang="it-IT" sz="1050" b="1" dirty="0"/>
                        <a:t>NO</a:t>
                      </a:r>
                    </a:p>
                  </a:txBody>
                  <a:tcPr/>
                </a:tc>
                <a:tc>
                  <a:txBody>
                    <a:bodyPr/>
                    <a:lstStyle/>
                    <a:p>
                      <a:pPr algn="l"/>
                      <a:r>
                        <a:rPr lang="en-US" sz="1050" dirty="0"/>
                        <a:t>The output shows mismatched counts and incomplete pairing between the Balancer and the Servers. Each Client sends 6 messages (12 total), and the Balancer forwards all 12 messages to the Servers. However, the Servers only log 4 messages each (12 total), which is inconsistent with the expected round-robin distribution of 12 messages across 3 Servers. Additionally, the message numbers logged by the Servers do not align with the Balancer's forwarding sequence, making the routing unverifiable. This violates the protocol's pairing and completion requirements.</a:t>
                      </a:r>
                      <a:endParaRPr lang="it-IT" sz="1050" dirty="0"/>
                    </a:p>
                  </a:txBody>
                  <a:tcPr/>
                </a:tc>
                <a:tc>
                  <a:txBody>
                    <a:bodyPr/>
                    <a:lstStyle/>
                    <a:p>
                      <a:pPr algn="l"/>
                      <a:r>
                        <a:rPr lang="it-IT" sz="1050" b="1" dirty="0"/>
                        <a:t>NO</a:t>
                      </a:r>
                    </a:p>
                  </a:txBody>
                  <a:tcPr/>
                </a:tc>
                <a:tc>
                  <a:txBody>
                    <a:bodyPr/>
                    <a:lstStyle/>
                    <a:p>
                      <a:pPr algn="l"/>
                      <a:r>
                        <a:rPr lang="en-US" sz="1050" dirty="0"/>
                        <a:t>FILE: </a:t>
                      </a:r>
                      <a:r>
                        <a:rPr lang="en-US" sz="1050" dirty="0" err="1"/>
                        <a:t>procedure.c</a:t>
                      </a:r>
                      <a:r>
                        <a:rPr lang="en-US" sz="1050" dirty="0"/>
                        <a:t>, function Balancer, line 85: The </a:t>
                      </a:r>
                      <a:r>
                        <a:rPr lang="en-US" sz="1050" dirty="0" err="1"/>
                        <a:t>msgsnd</a:t>
                      </a:r>
                      <a:r>
                        <a:rPr lang="en-US" sz="1050" dirty="0"/>
                        <a:t>(...) call uses the IPC_NOWAIT flag, which can cause message loss if the target server queue is full. This violates the synchronization policy, as the load balancer should ensure reliable delivery of messages to servers. A blocking send or a retry mechanism is required to guarantee message delivery under normal execution.</a:t>
                      </a:r>
                      <a:endParaRPr lang="it-IT" sz="1050" dirty="0"/>
                    </a:p>
                  </a:txBody>
                  <a:tcPr/>
                </a:tc>
                <a:tc>
                  <a:txBody>
                    <a:bodyPr/>
                    <a:lstStyle/>
                    <a:p>
                      <a:pPr algn="l"/>
                      <a:r>
                        <a:rPr lang="it-IT" sz="1050" b="1" dirty="0"/>
                        <a:t>NO</a:t>
                      </a:r>
                      <a:r>
                        <a:rPr lang="it-IT" sz="1050" dirty="0"/>
                        <a:t>, </a:t>
                      </a:r>
                      <a:r>
                        <a:rPr lang="en-US" sz="1050" dirty="0"/>
                        <a:t>The ground truth states that the visible execution/output is correct, while the diagnosis claims mismatched counts, incomplete pairing, and unverifiable routing, which are invented problems. This contradicts the ground truth and introduces a different category of failure.</a:t>
                      </a:r>
                      <a:endParaRPr lang="it-IT" sz="1050" dirty="0"/>
                    </a:p>
                  </a:txBody>
                  <a:tcPr/>
                </a:tc>
                <a:tc>
                  <a:txBody>
                    <a:bodyPr/>
                    <a:lstStyle/>
                    <a:p>
                      <a:pPr algn="l"/>
                      <a:r>
                        <a:rPr lang="it-IT" sz="1050" b="1" dirty="0"/>
                        <a:t>YES</a:t>
                      </a:r>
                      <a:r>
                        <a:rPr lang="it-IT" sz="1050" dirty="0"/>
                        <a:t>, </a:t>
                      </a:r>
                      <a:r>
                        <a:rPr lang="en-US" sz="1050" dirty="0"/>
                        <a:t>The diagnosis correctly identifies the use of the IPC_NOWAIT flag in the </a:t>
                      </a:r>
                      <a:r>
                        <a:rPr lang="en-US" sz="1050" dirty="0" err="1"/>
                        <a:t>msgsnd</a:t>
                      </a:r>
                      <a:r>
                        <a:rPr lang="en-US" sz="1050" dirty="0"/>
                        <a:t>() call, which is explicitly mentioned in the ground truth warning for procedure.c:107. Both the diagnosis and the ground truth warning address the same defect mechanism: the inappropriate use of IPC_NOWAIT in </a:t>
                      </a:r>
                      <a:r>
                        <a:rPr lang="en-US" sz="1050" dirty="0" err="1"/>
                        <a:t>msgsnd</a:t>
                      </a:r>
                      <a:r>
                        <a:rPr lang="en-US" sz="1050" dirty="0"/>
                        <a:t>(). The diagnosis also provides additional context about the synchronization policy, which aligns with the defect family.</a:t>
                      </a:r>
                      <a:endParaRPr lang="it-IT" sz="1050" dirty="0"/>
                    </a:p>
                  </a:txBody>
                  <a:tcPr/>
                </a:tc>
                <a:extLst>
                  <a:ext uri="{0D108BD9-81ED-4DB2-BD59-A6C34878D82A}">
                    <a16:rowId xmlns:a16="http://schemas.microsoft.com/office/drawing/2014/main" val="2318198447"/>
                  </a:ext>
                </a:extLst>
              </a:tr>
            </a:tbl>
          </a:graphicData>
        </a:graphic>
      </p:graphicFrame>
    </p:spTree>
    <p:extLst>
      <p:ext uri="{BB962C8B-B14F-4D97-AF65-F5344CB8AC3E}">
        <p14:creationId xmlns:p14="http://schemas.microsoft.com/office/powerpoint/2010/main" val="1628821381"/>
      </p:ext>
    </p:extLst>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A67ECC-6E10-1B82-4284-D8B18139F19F}"/>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9074E40-F48A-B6FC-6E18-CFA507EE607B}"/>
              </a:ext>
            </a:extLst>
          </p:cNvPr>
          <p:cNvSpPr>
            <a:spLocks noGrp="1"/>
          </p:cNvSpPr>
          <p:nvPr>
            <p:ph type="title"/>
          </p:nvPr>
        </p:nvSpPr>
        <p:spPr>
          <a:xfrm>
            <a:off x="117986" y="0"/>
            <a:ext cx="11572567" cy="1016072"/>
          </a:xfrm>
        </p:spPr>
        <p:txBody>
          <a:bodyPr/>
          <a:lstStyle/>
          <a:p>
            <a:r>
              <a:rPr lang="it-IT" sz="2400" dirty="0"/>
              <a:t>Esempio di risultato (</a:t>
            </a:r>
            <a:r>
              <a:rPr lang="it-IT" sz="2400" dirty="0" err="1"/>
              <a:t>correct</a:t>
            </a:r>
            <a:r>
              <a:rPr lang="it-IT" sz="2400" dirty="0"/>
              <a:t>):</a:t>
            </a:r>
          </a:p>
        </p:txBody>
      </p:sp>
      <p:graphicFrame>
        <p:nvGraphicFramePr>
          <p:cNvPr id="4" name="Segnaposto contenuto 3">
            <a:extLst>
              <a:ext uri="{FF2B5EF4-FFF2-40B4-BE49-F238E27FC236}">
                <a16:creationId xmlns:a16="http://schemas.microsoft.com/office/drawing/2014/main" id="{5CF9969C-6F90-D94F-F1EF-C618C23D3DB1}"/>
              </a:ext>
            </a:extLst>
          </p:cNvPr>
          <p:cNvGraphicFramePr>
            <a:graphicFrameLocks noGrp="1"/>
          </p:cNvGraphicFramePr>
          <p:nvPr>
            <p:ph idx="1"/>
            <p:extLst>
              <p:ext uri="{D42A27DB-BD31-4B8C-83A1-F6EECF244321}">
                <p14:modId xmlns:p14="http://schemas.microsoft.com/office/powerpoint/2010/main" val="3682838125"/>
              </p:ext>
            </p:extLst>
          </p:nvPr>
        </p:nvGraphicFramePr>
        <p:xfrm>
          <a:off x="117986" y="434340"/>
          <a:ext cx="11916698" cy="6125467"/>
        </p:xfrm>
        <a:graphic>
          <a:graphicData uri="http://schemas.openxmlformats.org/drawingml/2006/table">
            <a:tbl>
              <a:tblPr firstRow="1" bandRow="1">
                <a:tableStyleId>{5C22544A-7EE6-4342-B048-85BDC9FD1C3A}</a:tableStyleId>
              </a:tblPr>
              <a:tblGrid>
                <a:gridCol w="574243">
                  <a:extLst>
                    <a:ext uri="{9D8B030D-6E8A-4147-A177-3AD203B41FA5}">
                      <a16:colId xmlns:a16="http://schemas.microsoft.com/office/drawing/2014/main" val="1875058376"/>
                    </a:ext>
                  </a:extLst>
                </a:gridCol>
                <a:gridCol w="479167">
                  <a:extLst>
                    <a:ext uri="{9D8B030D-6E8A-4147-A177-3AD203B41FA5}">
                      <a16:colId xmlns:a16="http://schemas.microsoft.com/office/drawing/2014/main" val="2729272592"/>
                    </a:ext>
                  </a:extLst>
                </a:gridCol>
                <a:gridCol w="401765">
                  <a:extLst>
                    <a:ext uri="{9D8B030D-6E8A-4147-A177-3AD203B41FA5}">
                      <a16:colId xmlns:a16="http://schemas.microsoft.com/office/drawing/2014/main" val="2911452443"/>
                    </a:ext>
                  </a:extLst>
                </a:gridCol>
                <a:gridCol w="353962">
                  <a:extLst>
                    <a:ext uri="{9D8B030D-6E8A-4147-A177-3AD203B41FA5}">
                      <a16:colId xmlns:a16="http://schemas.microsoft.com/office/drawing/2014/main" val="2479012610"/>
                    </a:ext>
                  </a:extLst>
                </a:gridCol>
                <a:gridCol w="412954">
                  <a:extLst>
                    <a:ext uri="{9D8B030D-6E8A-4147-A177-3AD203B41FA5}">
                      <a16:colId xmlns:a16="http://schemas.microsoft.com/office/drawing/2014/main" val="2959452781"/>
                    </a:ext>
                  </a:extLst>
                </a:gridCol>
                <a:gridCol w="334297">
                  <a:extLst>
                    <a:ext uri="{9D8B030D-6E8A-4147-A177-3AD203B41FA5}">
                      <a16:colId xmlns:a16="http://schemas.microsoft.com/office/drawing/2014/main" val="1078437898"/>
                    </a:ext>
                  </a:extLst>
                </a:gridCol>
                <a:gridCol w="511278">
                  <a:extLst>
                    <a:ext uri="{9D8B030D-6E8A-4147-A177-3AD203B41FA5}">
                      <a16:colId xmlns:a16="http://schemas.microsoft.com/office/drawing/2014/main" val="3324487126"/>
                    </a:ext>
                  </a:extLst>
                </a:gridCol>
                <a:gridCol w="304800">
                  <a:extLst>
                    <a:ext uri="{9D8B030D-6E8A-4147-A177-3AD203B41FA5}">
                      <a16:colId xmlns:a16="http://schemas.microsoft.com/office/drawing/2014/main" val="2402471246"/>
                    </a:ext>
                  </a:extLst>
                </a:gridCol>
                <a:gridCol w="943896">
                  <a:extLst>
                    <a:ext uri="{9D8B030D-6E8A-4147-A177-3AD203B41FA5}">
                      <a16:colId xmlns:a16="http://schemas.microsoft.com/office/drawing/2014/main" val="3564228665"/>
                    </a:ext>
                  </a:extLst>
                </a:gridCol>
                <a:gridCol w="835742">
                  <a:extLst>
                    <a:ext uri="{9D8B030D-6E8A-4147-A177-3AD203B41FA5}">
                      <a16:colId xmlns:a16="http://schemas.microsoft.com/office/drawing/2014/main" val="1079194908"/>
                    </a:ext>
                  </a:extLst>
                </a:gridCol>
                <a:gridCol w="422787">
                  <a:extLst>
                    <a:ext uri="{9D8B030D-6E8A-4147-A177-3AD203B41FA5}">
                      <a16:colId xmlns:a16="http://schemas.microsoft.com/office/drawing/2014/main" val="457757330"/>
                    </a:ext>
                  </a:extLst>
                </a:gridCol>
                <a:gridCol w="363794">
                  <a:extLst>
                    <a:ext uri="{9D8B030D-6E8A-4147-A177-3AD203B41FA5}">
                      <a16:colId xmlns:a16="http://schemas.microsoft.com/office/drawing/2014/main" val="75598170"/>
                    </a:ext>
                  </a:extLst>
                </a:gridCol>
                <a:gridCol w="1652068">
                  <a:extLst>
                    <a:ext uri="{9D8B030D-6E8A-4147-A177-3AD203B41FA5}">
                      <a16:colId xmlns:a16="http://schemas.microsoft.com/office/drawing/2014/main" val="963411808"/>
                    </a:ext>
                  </a:extLst>
                </a:gridCol>
                <a:gridCol w="370390">
                  <a:extLst>
                    <a:ext uri="{9D8B030D-6E8A-4147-A177-3AD203B41FA5}">
                      <a16:colId xmlns:a16="http://schemas.microsoft.com/office/drawing/2014/main" val="27591704"/>
                    </a:ext>
                  </a:extLst>
                </a:gridCol>
                <a:gridCol w="1574157">
                  <a:extLst>
                    <a:ext uri="{9D8B030D-6E8A-4147-A177-3AD203B41FA5}">
                      <a16:colId xmlns:a16="http://schemas.microsoft.com/office/drawing/2014/main" val="228824343"/>
                    </a:ext>
                  </a:extLst>
                </a:gridCol>
                <a:gridCol w="1076446">
                  <a:extLst>
                    <a:ext uri="{9D8B030D-6E8A-4147-A177-3AD203B41FA5}">
                      <a16:colId xmlns:a16="http://schemas.microsoft.com/office/drawing/2014/main" val="2134066566"/>
                    </a:ext>
                  </a:extLst>
                </a:gridCol>
                <a:gridCol w="1304952">
                  <a:extLst>
                    <a:ext uri="{9D8B030D-6E8A-4147-A177-3AD203B41FA5}">
                      <a16:colId xmlns:a16="http://schemas.microsoft.com/office/drawing/2014/main" val="1278294766"/>
                    </a:ext>
                  </a:extLst>
                </a:gridCol>
              </a:tblGrid>
              <a:tr h="1318536">
                <a:tc>
                  <a:txBody>
                    <a:bodyPr/>
                    <a:lstStyle/>
                    <a:p>
                      <a:pPr algn="l"/>
                      <a:r>
                        <a:rPr lang="it-IT" sz="1050" dirty="0" err="1"/>
                        <a:t>student</a:t>
                      </a:r>
                      <a:endParaRPr lang="it-IT" sz="1050" dirty="0"/>
                    </a:p>
                  </a:txBody>
                  <a:tcPr/>
                </a:tc>
                <a:tc>
                  <a:txBody>
                    <a:bodyPr/>
                    <a:lstStyle/>
                    <a:p>
                      <a:pPr algn="l"/>
                      <a:r>
                        <a:rPr lang="it-IT" sz="1050" dirty="0" err="1"/>
                        <a:t>exercise</a:t>
                      </a:r>
                      <a:endParaRPr lang="it-IT" sz="1050" dirty="0"/>
                    </a:p>
                  </a:txBody>
                  <a:tcPr/>
                </a:tc>
                <a:tc>
                  <a:txBody>
                    <a:bodyPr/>
                    <a:lstStyle/>
                    <a:p>
                      <a:pPr algn="l"/>
                      <a:r>
                        <a:rPr lang="it-IT" sz="1050" dirty="0" err="1"/>
                        <a:t>commit_analyzed</a:t>
                      </a:r>
                      <a:endParaRPr lang="it-IT" sz="1050" dirty="0"/>
                    </a:p>
                  </a:txBody>
                  <a:tcPr/>
                </a:tc>
                <a:tc>
                  <a:txBody>
                    <a:bodyPr/>
                    <a:lstStyle/>
                    <a:p>
                      <a:pPr algn="l"/>
                      <a:r>
                        <a:rPr lang="it-IT" sz="1050" b="1" dirty="0" err="1">
                          <a:solidFill>
                            <a:schemeClr val="tx1"/>
                          </a:solidFill>
                        </a:rPr>
                        <a:t>failurte_category</a:t>
                      </a:r>
                      <a:endParaRPr lang="it-IT" sz="1050" b="1" dirty="0">
                        <a:solidFill>
                          <a:schemeClr val="tx1"/>
                        </a:solidFill>
                      </a:endParaRPr>
                    </a:p>
                  </a:txBody>
                  <a:tcPr/>
                </a:tc>
                <a:tc>
                  <a:txBody>
                    <a:bodyPr/>
                    <a:lstStyle/>
                    <a:p>
                      <a:pPr algn="l"/>
                      <a:r>
                        <a:rPr lang="it-IT" sz="1050" dirty="0" err="1"/>
                        <a:t>compile_success</a:t>
                      </a:r>
                      <a:endParaRPr lang="it-IT" sz="1050" dirty="0"/>
                    </a:p>
                  </a:txBody>
                  <a:tcPr/>
                </a:tc>
                <a:tc>
                  <a:txBody>
                    <a:bodyPr/>
                    <a:lstStyle/>
                    <a:p>
                      <a:pPr algn="l"/>
                      <a:r>
                        <a:rPr lang="it-IT" sz="1050" dirty="0" err="1"/>
                        <a:t>test_success</a:t>
                      </a:r>
                      <a:endParaRPr lang="it-IT" sz="1050" dirty="0"/>
                    </a:p>
                  </a:txBody>
                  <a:tcPr/>
                </a:tc>
                <a:tc>
                  <a:txBody>
                    <a:bodyPr/>
                    <a:lstStyle/>
                    <a:p>
                      <a:pPr algn="l"/>
                      <a:r>
                        <a:rPr lang="it-IT" sz="1050" dirty="0" err="1"/>
                        <a:t>stdout</a:t>
                      </a:r>
                      <a:endParaRPr lang="it-IT" sz="1050" dirty="0"/>
                    </a:p>
                  </a:txBody>
                  <a:tcPr/>
                </a:tc>
                <a:tc>
                  <a:txBody>
                    <a:bodyPr/>
                    <a:lstStyle/>
                    <a:p>
                      <a:pPr algn="l"/>
                      <a:r>
                        <a:rPr lang="it-IT" sz="1050" dirty="0" err="1"/>
                        <a:t>stderr</a:t>
                      </a:r>
                      <a:endParaRPr lang="it-IT" sz="1050" dirty="0"/>
                    </a:p>
                  </a:txBody>
                  <a:tcPr/>
                </a:tc>
                <a:tc>
                  <a:txBody>
                    <a:bodyPr/>
                    <a:lstStyle/>
                    <a:p>
                      <a:pPr algn="l"/>
                      <a:r>
                        <a:rPr lang="it-IT" sz="1050" dirty="0" err="1"/>
                        <a:t>test_feedback</a:t>
                      </a:r>
                      <a:endParaRPr lang="it-IT" sz="1050" dirty="0"/>
                    </a:p>
                  </a:txBody>
                  <a:tcPr/>
                </a:tc>
                <a:tc>
                  <a:txBody>
                    <a:bodyPr/>
                    <a:lstStyle/>
                    <a:p>
                      <a:pPr algn="l"/>
                      <a:r>
                        <a:rPr lang="it-IT" sz="1050" dirty="0" err="1"/>
                        <a:t>program_output</a:t>
                      </a:r>
                      <a:endParaRPr lang="it-IT" sz="1050" dirty="0"/>
                    </a:p>
                  </a:txBody>
                  <a:tcPr/>
                </a:tc>
                <a:tc>
                  <a:txBody>
                    <a:bodyPr/>
                    <a:lstStyle/>
                    <a:p>
                      <a:pPr algn="l"/>
                      <a:r>
                        <a:rPr lang="it-IT" sz="1050" dirty="0" err="1"/>
                        <a:t>static_warnings</a:t>
                      </a:r>
                      <a:endParaRPr lang="it-IT" sz="1050" dirty="0"/>
                    </a:p>
                  </a:txBody>
                  <a:tcPr/>
                </a:tc>
                <a:tc>
                  <a:txBody>
                    <a:bodyPr/>
                    <a:lstStyle/>
                    <a:p>
                      <a:pPr algn="l"/>
                      <a:r>
                        <a:rPr lang="it-IT" sz="1050" dirty="0" err="1"/>
                        <a:t>llm_output_correct</a:t>
                      </a:r>
                      <a:endParaRPr lang="it-IT" sz="1050" dirty="0"/>
                    </a:p>
                  </a:txBody>
                  <a:tcPr/>
                </a:tc>
                <a:tc>
                  <a:txBody>
                    <a:bodyPr/>
                    <a:lstStyle/>
                    <a:p>
                      <a:pPr algn="l"/>
                      <a:r>
                        <a:rPr lang="it-IT" sz="1050" dirty="0" err="1"/>
                        <a:t>llm_output_diagnosis</a:t>
                      </a:r>
                      <a:endParaRPr lang="it-IT" sz="1050" dirty="0"/>
                    </a:p>
                  </a:txBody>
                  <a:tcPr/>
                </a:tc>
                <a:tc>
                  <a:txBody>
                    <a:bodyPr/>
                    <a:lstStyle/>
                    <a:p>
                      <a:pPr algn="l"/>
                      <a:r>
                        <a:rPr lang="it-IT" sz="1050" dirty="0" err="1"/>
                        <a:t>llm_code_correct</a:t>
                      </a:r>
                      <a:endParaRPr lang="it-IT" sz="1050" dirty="0"/>
                    </a:p>
                  </a:txBody>
                  <a:tcPr/>
                </a:tc>
                <a:tc>
                  <a:txBody>
                    <a:bodyPr/>
                    <a:lstStyle/>
                    <a:p>
                      <a:pPr algn="l"/>
                      <a:r>
                        <a:rPr lang="it-IT" sz="1050" dirty="0" err="1"/>
                        <a:t>llm_code_diagnosis</a:t>
                      </a:r>
                      <a:endParaRPr lang="it-IT" sz="1050" dirty="0"/>
                    </a:p>
                  </a:txBody>
                  <a:tcPr/>
                </a:tc>
                <a:tc>
                  <a:txBody>
                    <a:bodyPr/>
                    <a:lstStyle/>
                    <a:p>
                      <a:pPr algn="l"/>
                      <a:r>
                        <a:rPr lang="it-IT" sz="1050" dirty="0" err="1"/>
                        <a:t>judge_output_correct</a:t>
                      </a:r>
                      <a:r>
                        <a:rPr lang="it-IT" sz="1050" dirty="0"/>
                        <a:t> + </a:t>
                      </a:r>
                      <a:r>
                        <a:rPr lang="it-IT" sz="1050" dirty="0" err="1"/>
                        <a:t>judge_Output_Motivation</a:t>
                      </a:r>
                      <a:endParaRPr lang="it-IT" sz="1050" dirty="0"/>
                    </a:p>
                  </a:txBody>
                  <a:tcPr/>
                </a:tc>
                <a:tc>
                  <a:txBody>
                    <a:bodyPr/>
                    <a:lstStyle/>
                    <a:p>
                      <a:pPr algn="l"/>
                      <a:r>
                        <a:rPr lang="it-IT" sz="1050" dirty="0" err="1"/>
                        <a:t>judge_code_correct</a:t>
                      </a:r>
                      <a:r>
                        <a:rPr lang="it-IT" sz="1050" dirty="0"/>
                        <a:t> + </a:t>
                      </a:r>
                      <a:r>
                        <a:rPr lang="it-IT" sz="1050" dirty="0" err="1"/>
                        <a:t>judge_Code_Motivation</a:t>
                      </a:r>
                      <a:endParaRPr lang="it-IT" sz="1050" dirty="0"/>
                    </a:p>
                  </a:txBody>
                  <a:tcPr/>
                </a:tc>
                <a:extLst>
                  <a:ext uri="{0D108BD9-81ED-4DB2-BD59-A6C34878D82A}">
                    <a16:rowId xmlns:a16="http://schemas.microsoft.com/office/drawing/2014/main" val="2748492581"/>
                  </a:ext>
                </a:extLst>
              </a:tr>
              <a:tr h="4593847">
                <a:tc>
                  <a:txBody>
                    <a:bodyPr/>
                    <a:lstStyle/>
                    <a:p>
                      <a:pPr algn="l"/>
                      <a:r>
                        <a:rPr lang="it-IT" sz="1050" dirty="0" err="1"/>
                        <a:t>emanueleascolese</a:t>
                      </a:r>
                      <a:endParaRPr lang="it-IT" sz="1050" dirty="0"/>
                    </a:p>
                  </a:txBody>
                  <a:tcPr/>
                </a:tc>
                <a:tc>
                  <a:txBody>
                    <a:bodyPr/>
                    <a:lstStyle/>
                    <a:p>
                      <a:pPr algn="l"/>
                      <a:r>
                        <a:rPr lang="it-IT" sz="1050" dirty="0" err="1"/>
                        <a:t>load_balancing</a:t>
                      </a:r>
                      <a:endParaRPr lang="it-IT" sz="1050" dirty="0"/>
                    </a:p>
                  </a:txBody>
                  <a:tcPr/>
                </a:tc>
                <a:tc>
                  <a:txBody>
                    <a:bodyPr/>
                    <a:lstStyle/>
                    <a:p>
                      <a:pPr algn="l"/>
                      <a:r>
                        <a:rPr lang="it-IT" sz="1050" dirty="0"/>
                        <a:t>d184162963602bccdb7285414d27d0e1d009f160</a:t>
                      </a:r>
                    </a:p>
                  </a:txBody>
                  <a:tcPr/>
                </a:tc>
                <a:tc>
                  <a:txBody>
                    <a:bodyPr/>
                    <a:lstStyle/>
                    <a:p>
                      <a:pPr algn="l"/>
                      <a:r>
                        <a:rPr lang="it-IT" sz="1050" dirty="0" err="1"/>
                        <a:t>correct</a:t>
                      </a:r>
                      <a:endParaRPr lang="it-IT" sz="1050" dirty="0"/>
                    </a:p>
                  </a:txBody>
                  <a:tcPr/>
                </a:tc>
                <a:tc>
                  <a:txBody>
                    <a:bodyPr/>
                    <a:lstStyle/>
                    <a:p>
                      <a:pPr algn="l"/>
                      <a:r>
                        <a:rPr lang="it-IT" sz="1050" dirty="0"/>
                        <a:t>true</a:t>
                      </a:r>
                    </a:p>
                  </a:txBody>
                  <a:tcPr/>
                </a:tc>
                <a:tc>
                  <a:txBody>
                    <a:bodyPr/>
                    <a:lstStyle/>
                    <a:p>
                      <a:pPr algn="l"/>
                      <a:r>
                        <a:rPr lang="it-IT" sz="1050" dirty="0"/>
                        <a:t>true</a:t>
                      </a:r>
                    </a:p>
                  </a:txBody>
                  <a:tcPr/>
                </a:tc>
                <a:tc>
                  <a:txBody>
                    <a:bodyPr/>
                    <a:lstStyle/>
                    <a:p>
                      <a:pPr algn="l"/>
                      <a:r>
                        <a:rPr lang="it-IT" sz="1050" dirty="0"/>
                        <a:t>pass</a:t>
                      </a:r>
                    </a:p>
                  </a:txBody>
                  <a:tcPr/>
                </a:tc>
                <a:tc>
                  <a:txBody>
                    <a:bodyPr/>
                    <a:lstStyle/>
                    <a:p>
                      <a:pPr algn="l"/>
                      <a:endParaRPr lang="it-IT" sz="1050" dirty="0"/>
                    </a:p>
                  </a:txBody>
                  <a:tcPr/>
                </a:tc>
                <a:tc>
                  <a:txBody>
                    <a:bodyPr/>
                    <a:lstStyle/>
                    <a:p>
                      <a:pPr algn="l"/>
                      <a:r>
                        <a:rPr lang="it-IT" sz="1050" dirty="0"/>
                        <a:t>Esercizio load </a:t>
                      </a:r>
                      <a:r>
                        <a:rPr lang="it-IT" sz="1050" dirty="0" err="1"/>
                        <a:t>balancing.Congratulazioni</a:t>
                      </a:r>
                      <a:r>
                        <a:rPr lang="it-IT" sz="1050" dirty="0"/>
                        <a:t>, l'esercizio compila ed esegue correttamente, e non è stato riscontrato nessuno degli errori frequenti nel codice</a:t>
                      </a:r>
                    </a:p>
                  </a:txBody>
                  <a:tcPr/>
                </a:tc>
                <a:tc>
                  <a:txBody>
                    <a:bodyPr/>
                    <a:lstStyle/>
                    <a:p>
                      <a:pPr algn="l"/>
                      <a:r>
                        <a:rPr lang="it-IT" sz="1050" dirty="0"/>
                        <a:t>Processo figlio client in esecuzione (PID 282767)\</a:t>
                      </a:r>
                      <a:r>
                        <a:rPr lang="it-IT" sz="1050" dirty="0" err="1"/>
                        <a:t>nClient</a:t>
                      </a:r>
                      <a:r>
                        <a:rPr lang="it-IT" sz="1050" dirty="0"/>
                        <a:t> 282767: invio messaggio numero 0\(CONTINUA)…</a:t>
                      </a:r>
                    </a:p>
                  </a:txBody>
                  <a:tcPr/>
                </a:tc>
                <a:tc>
                  <a:txBody>
                    <a:bodyPr/>
                    <a:lstStyle/>
                    <a:p>
                      <a:pPr algn="l"/>
                      <a:endParaRPr lang="it-IT" sz="1050" dirty="0"/>
                    </a:p>
                  </a:txBody>
                  <a:tcPr/>
                </a:tc>
                <a:tc>
                  <a:txBody>
                    <a:bodyPr/>
                    <a:lstStyle/>
                    <a:p>
                      <a:pPr algn="l"/>
                      <a:r>
                        <a:rPr lang="it-IT" sz="1050" b="1" dirty="0"/>
                        <a:t>NO</a:t>
                      </a:r>
                    </a:p>
                  </a:txBody>
                  <a:tcPr/>
                </a:tc>
                <a:tc>
                  <a:txBody>
                    <a:bodyPr/>
                    <a:lstStyle/>
                    <a:p>
                      <a:pPr algn="l"/>
                      <a:r>
                        <a:rPr lang="en-US" sz="1050" dirty="0"/>
                        <a:t>The output shows mismatched counts and incomplete message routing. Each client sends 6 messages (12 total), but each server only logs 4 received messages (12 total across 3 servers). This contradicts the round-robin distribution described, where each server should receive 4 messages. Additionally, the server logs do not match the balancer's routing logs, making the end-to-end message flow unverifiable. The visible counts and pairing cannot confirm correct load balancing.</a:t>
                      </a:r>
                      <a:endParaRPr lang="it-IT" sz="1050" dirty="0"/>
                    </a:p>
                  </a:txBody>
                  <a:tcPr/>
                </a:tc>
                <a:tc>
                  <a:txBody>
                    <a:bodyPr/>
                    <a:lstStyle/>
                    <a:p>
                      <a:pPr algn="l"/>
                      <a:r>
                        <a:rPr lang="it-IT" sz="1050" b="1" dirty="0"/>
                        <a:t>YES</a:t>
                      </a:r>
                    </a:p>
                  </a:txBody>
                  <a:tcPr/>
                </a:tc>
                <a:tc>
                  <a:txBody>
                    <a:bodyPr/>
                    <a:lstStyle/>
                    <a:p>
                      <a:pPr algn="l"/>
                      <a:r>
                        <a:rPr lang="en-US" sz="1050" dirty="0"/>
                        <a:t>No concrete correctness concrete defect is visible from the provided code and runtime context. The program adheres to the explicit requirements of the exercise, including the creation of processes, message queues, and the round-robin distribution of messages by the balancer. The observed output confirms proper message exchanges, balanced distribution, and correct termination of all processes.</a:t>
                      </a:r>
                      <a:endParaRPr lang="it-IT" sz="1050" dirty="0"/>
                    </a:p>
                  </a:txBody>
                  <a:tcPr/>
                </a:tc>
                <a:tc>
                  <a:txBody>
                    <a:bodyPr/>
                    <a:lstStyle/>
                    <a:p>
                      <a:pPr algn="l"/>
                      <a:r>
                        <a:rPr lang="it-IT" sz="1050" b="1" dirty="0"/>
                        <a:t>NO, </a:t>
                      </a:r>
                      <a:r>
                        <a:rPr lang="en-US" sz="1050" b="0" dirty="0"/>
                        <a:t>The diagnosis claims mismatched counts, incomplete routing, and unverifiable load balancing, which contradicts the ground truth stating the output is correct. The diagnosis invents problems not supported by the ground truth.</a:t>
                      </a:r>
                      <a:endParaRPr lang="it-IT" sz="1050" b="0" dirty="0"/>
                    </a:p>
                  </a:txBody>
                  <a:tcPr/>
                </a:tc>
                <a:tc>
                  <a:txBody>
                    <a:bodyPr/>
                    <a:lstStyle/>
                    <a:p>
                      <a:pPr algn="l"/>
                      <a:r>
                        <a:rPr lang="it-IT" sz="1050" b="1" dirty="0"/>
                        <a:t>YES</a:t>
                      </a:r>
                      <a:r>
                        <a:rPr lang="it-IT" sz="1050" dirty="0"/>
                        <a:t>, </a:t>
                      </a:r>
                      <a:r>
                        <a:rPr lang="en-US" sz="1050" dirty="0"/>
                        <a:t>The diagnosis correctly states that no concrete correctness defect is visible, and the diff does not show any explicit correctness violation. The observed feedback confirms the program compiles and executes correctly, and the differences in the diff are superficial and do not constitute a correctness defect..</a:t>
                      </a:r>
                      <a:endParaRPr lang="it-IT" sz="1050" dirty="0"/>
                    </a:p>
                  </a:txBody>
                  <a:tcPr/>
                </a:tc>
                <a:extLst>
                  <a:ext uri="{0D108BD9-81ED-4DB2-BD59-A6C34878D82A}">
                    <a16:rowId xmlns:a16="http://schemas.microsoft.com/office/drawing/2014/main" val="2318198447"/>
                  </a:ext>
                </a:extLst>
              </a:tr>
            </a:tbl>
          </a:graphicData>
        </a:graphic>
      </p:graphicFrame>
    </p:spTree>
    <p:extLst>
      <p:ext uri="{BB962C8B-B14F-4D97-AF65-F5344CB8AC3E}">
        <p14:creationId xmlns:p14="http://schemas.microsoft.com/office/powerpoint/2010/main" val="2917781208"/>
      </p:ext>
    </p:extLst>
  </p:cSld>
  <p:clrMapOvr>
    <a:masterClrMapping/>
  </p:clrMapOvr>
  <p:transition spd="slow">
    <p:wip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D71EC6A-85A3-DD1A-52BE-A4F50052DDFF}"/>
              </a:ext>
            </a:extLst>
          </p:cNvPr>
          <p:cNvSpPr>
            <a:spLocks noGrp="1"/>
          </p:cNvSpPr>
          <p:nvPr>
            <p:ph type="title"/>
          </p:nvPr>
        </p:nvSpPr>
        <p:spPr/>
        <p:txBody>
          <a:bodyPr/>
          <a:lstStyle/>
          <a:p>
            <a:r>
              <a:rPr lang="it-IT" dirty="0"/>
              <a:t>Statistiche esercitazione 4</a:t>
            </a:r>
          </a:p>
        </p:txBody>
      </p:sp>
      <p:sp>
        <p:nvSpPr>
          <p:cNvPr id="3" name="Segnaposto contenuto 2">
            <a:extLst>
              <a:ext uri="{FF2B5EF4-FFF2-40B4-BE49-F238E27FC236}">
                <a16:creationId xmlns:a16="http://schemas.microsoft.com/office/drawing/2014/main" id="{046E8376-D75F-4ACE-EA75-7A464208D2F0}"/>
              </a:ext>
            </a:extLst>
          </p:cNvPr>
          <p:cNvSpPr>
            <a:spLocks noGrp="1"/>
          </p:cNvSpPr>
          <p:nvPr>
            <p:ph idx="1"/>
          </p:nvPr>
        </p:nvSpPr>
        <p:spPr>
          <a:xfrm>
            <a:off x="1230015" y="1853248"/>
            <a:ext cx="8513754" cy="4001729"/>
          </a:xfrm>
        </p:spPr>
        <p:txBody>
          <a:bodyPr/>
          <a:lstStyle/>
          <a:p>
            <a:pPr>
              <a:buFont typeface="Wingdings" panose="05000000000000000000" pitchFamily="2" charset="2"/>
              <a:buChar char="q"/>
            </a:pPr>
            <a:r>
              <a:rPr lang="it-IT" dirty="0"/>
              <a:t>Numero di studenti con almeno 1 </a:t>
            </a:r>
            <a:r>
              <a:rPr lang="it-IT" dirty="0" err="1"/>
              <a:t>commit</a:t>
            </a:r>
            <a:r>
              <a:rPr lang="it-IT" dirty="0"/>
              <a:t>: 117</a:t>
            </a:r>
          </a:p>
          <a:p>
            <a:pPr>
              <a:buFont typeface="Wingdings" panose="05000000000000000000" pitchFamily="2" charset="2"/>
              <a:buChar char="q"/>
            </a:pPr>
            <a:r>
              <a:rPr lang="it-IT" dirty="0"/>
              <a:t>Numero totale di </a:t>
            </a:r>
            <a:r>
              <a:rPr lang="it-IT" dirty="0" err="1"/>
              <a:t>commit</a:t>
            </a:r>
            <a:r>
              <a:rPr lang="it-IT" dirty="0"/>
              <a:t> </a:t>
            </a:r>
            <a:r>
              <a:rPr lang="it-IT" dirty="0" err="1"/>
              <a:t>git</a:t>
            </a:r>
            <a:r>
              <a:rPr lang="it-IT" dirty="0"/>
              <a:t>: 1245</a:t>
            </a:r>
          </a:p>
          <a:p>
            <a:pPr>
              <a:buFont typeface="Wingdings" panose="05000000000000000000" pitchFamily="2" charset="2"/>
              <a:buChar char="q"/>
            </a:pPr>
            <a:r>
              <a:rPr lang="it-IT" dirty="0"/>
              <a:t>Numero totale di modifiche agli esercizi: 1201</a:t>
            </a:r>
          </a:p>
          <a:p>
            <a:pPr>
              <a:buFont typeface="Wingdings" panose="05000000000000000000" pitchFamily="2" charset="2"/>
              <a:buChar char="q"/>
            </a:pPr>
            <a:r>
              <a:rPr lang="it-IT" dirty="0"/>
              <a:t>Numero di modifiche analizzate tramite LLM: 468</a:t>
            </a:r>
          </a:p>
        </p:txBody>
      </p:sp>
    </p:spTree>
    <p:extLst>
      <p:ext uri="{BB962C8B-B14F-4D97-AF65-F5344CB8AC3E}">
        <p14:creationId xmlns:p14="http://schemas.microsoft.com/office/powerpoint/2010/main" val="2441821937"/>
      </p:ext>
    </p:extLst>
  </p:cSld>
  <p:clrMapOvr>
    <a:masterClrMapping/>
  </p:clrMapOvr>
  <p:transition spd="slow">
    <p:wip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0D658D6-CF2B-F9ED-1E69-E0417031280A}"/>
              </a:ext>
            </a:extLst>
          </p:cNvPr>
          <p:cNvSpPr>
            <a:spLocks noGrp="1"/>
          </p:cNvSpPr>
          <p:nvPr>
            <p:ph type="title"/>
          </p:nvPr>
        </p:nvSpPr>
        <p:spPr>
          <a:xfrm>
            <a:off x="179792" y="122904"/>
            <a:ext cx="9404723" cy="722670"/>
          </a:xfrm>
        </p:spPr>
        <p:txBody>
          <a:bodyPr/>
          <a:lstStyle/>
          <a:p>
            <a:r>
              <a:rPr lang="it-IT" dirty="0"/>
              <a:t>Statistiche per esercizio</a:t>
            </a:r>
          </a:p>
        </p:txBody>
      </p:sp>
      <p:sp>
        <p:nvSpPr>
          <p:cNvPr id="3" name="Segnaposto contenuto 2">
            <a:extLst>
              <a:ext uri="{FF2B5EF4-FFF2-40B4-BE49-F238E27FC236}">
                <a16:creationId xmlns:a16="http://schemas.microsoft.com/office/drawing/2014/main" id="{9C03B21B-BD47-10D5-E6D7-EA47501CE398}"/>
              </a:ext>
            </a:extLst>
          </p:cNvPr>
          <p:cNvSpPr>
            <a:spLocks noGrp="1"/>
          </p:cNvSpPr>
          <p:nvPr>
            <p:ph idx="1"/>
          </p:nvPr>
        </p:nvSpPr>
        <p:spPr>
          <a:xfrm>
            <a:off x="179792" y="845574"/>
            <a:ext cx="11864723" cy="5322971"/>
          </a:xfrm>
        </p:spPr>
        <p:txBody>
          <a:bodyPr/>
          <a:lstStyle/>
          <a:p>
            <a:r>
              <a:rPr lang="it-IT" dirty="0"/>
              <a:t>Tabella categorie di fallimento per esercizio:</a:t>
            </a:r>
          </a:p>
        </p:txBody>
      </p:sp>
      <p:graphicFrame>
        <p:nvGraphicFramePr>
          <p:cNvPr id="4" name="Tabella 3">
            <a:extLst>
              <a:ext uri="{FF2B5EF4-FFF2-40B4-BE49-F238E27FC236}">
                <a16:creationId xmlns:a16="http://schemas.microsoft.com/office/drawing/2014/main" id="{76AE0678-6C07-F8CE-647E-9DA164FFB60B}"/>
              </a:ext>
            </a:extLst>
          </p:cNvPr>
          <p:cNvGraphicFramePr>
            <a:graphicFrameLocks noGrp="1"/>
          </p:cNvGraphicFramePr>
          <p:nvPr>
            <p:extLst>
              <p:ext uri="{D42A27DB-BD31-4B8C-83A1-F6EECF244321}">
                <p14:modId xmlns:p14="http://schemas.microsoft.com/office/powerpoint/2010/main" val="3772423518"/>
              </p:ext>
            </p:extLst>
          </p:nvPr>
        </p:nvGraphicFramePr>
        <p:xfrm>
          <a:off x="404531" y="1280766"/>
          <a:ext cx="11217200" cy="5454330"/>
        </p:xfrm>
        <a:graphic>
          <a:graphicData uri="http://schemas.openxmlformats.org/drawingml/2006/table">
            <a:tbl>
              <a:tblPr firstRow="1" bandRow="1">
                <a:tableStyleId>{5C22544A-7EE6-4342-B048-85BDC9FD1C3A}</a:tableStyleId>
              </a:tblPr>
              <a:tblGrid>
                <a:gridCol w="1402150">
                  <a:extLst>
                    <a:ext uri="{9D8B030D-6E8A-4147-A177-3AD203B41FA5}">
                      <a16:colId xmlns:a16="http://schemas.microsoft.com/office/drawing/2014/main" val="2488145324"/>
                    </a:ext>
                  </a:extLst>
                </a:gridCol>
                <a:gridCol w="1402150">
                  <a:extLst>
                    <a:ext uri="{9D8B030D-6E8A-4147-A177-3AD203B41FA5}">
                      <a16:colId xmlns:a16="http://schemas.microsoft.com/office/drawing/2014/main" val="3865172330"/>
                    </a:ext>
                  </a:extLst>
                </a:gridCol>
                <a:gridCol w="1402150">
                  <a:extLst>
                    <a:ext uri="{9D8B030D-6E8A-4147-A177-3AD203B41FA5}">
                      <a16:colId xmlns:a16="http://schemas.microsoft.com/office/drawing/2014/main" val="4180554329"/>
                    </a:ext>
                  </a:extLst>
                </a:gridCol>
                <a:gridCol w="1402150">
                  <a:extLst>
                    <a:ext uri="{9D8B030D-6E8A-4147-A177-3AD203B41FA5}">
                      <a16:colId xmlns:a16="http://schemas.microsoft.com/office/drawing/2014/main" val="588502574"/>
                    </a:ext>
                  </a:extLst>
                </a:gridCol>
                <a:gridCol w="1402150">
                  <a:extLst>
                    <a:ext uri="{9D8B030D-6E8A-4147-A177-3AD203B41FA5}">
                      <a16:colId xmlns:a16="http://schemas.microsoft.com/office/drawing/2014/main" val="1420025018"/>
                    </a:ext>
                  </a:extLst>
                </a:gridCol>
                <a:gridCol w="1402150">
                  <a:extLst>
                    <a:ext uri="{9D8B030D-6E8A-4147-A177-3AD203B41FA5}">
                      <a16:colId xmlns:a16="http://schemas.microsoft.com/office/drawing/2014/main" val="3379112495"/>
                    </a:ext>
                  </a:extLst>
                </a:gridCol>
                <a:gridCol w="1402150">
                  <a:extLst>
                    <a:ext uri="{9D8B030D-6E8A-4147-A177-3AD203B41FA5}">
                      <a16:colId xmlns:a16="http://schemas.microsoft.com/office/drawing/2014/main" val="4137910134"/>
                    </a:ext>
                  </a:extLst>
                </a:gridCol>
                <a:gridCol w="1402150">
                  <a:extLst>
                    <a:ext uri="{9D8B030D-6E8A-4147-A177-3AD203B41FA5}">
                      <a16:colId xmlns:a16="http://schemas.microsoft.com/office/drawing/2014/main" val="2838195757"/>
                    </a:ext>
                  </a:extLst>
                </a:gridCol>
              </a:tblGrid>
              <a:tr h="925090">
                <a:tc>
                  <a:txBody>
                    <a:bodyPr/>
                    <a:lstStyle/>
                    <a:p>
                      <a:pPr algn="ctr"/>
                      <a:r>
                        <a:rPr lang="it-IT" b="1" dirty="0" err="1"/>
                        <a:t>exercise</a:t>
                      </a:r>
                      <a:endParaRPr lang="it-IT" b="1" dirty="0"/>
                    </a:p>
                  </a:txBody>
                  <a:tcPr/>
                </a:tc>
                <a:tc>
                  <a:txBody>
                    <a:bodyPr/>
                    <a:lstStyle/>
                    <a:p>
                      <a:pPr algn="ctr"/>
                      <a:r>
                        <a:rPr lang="it-IT" dirty="0" err="1"/>
                        <a:t>compile_failure</a:t>
                      </a:r>
                      <a:r>
                        <a:rPr lang="it-IT" dirty="0"/>
                        <a:t> </a:t>
                      </a:r>
                    </a:p>
                  </a:txBody>
                  <a:tcPr/>
                </a:tc>
                <a:tc>
                  <a:txBody>
                    <a:bodyPr/>
                    <a:lstStyle/>
                    <a:p>
                      <a:pPr algn="ctr"/>
                      <a:r>
                        <a:rPr lang="it-IT" dirty="0"/>
                        <a:t>crash</a:t>
                      </a:r>
                    </a:p>
                  </a:txBody>
                  <a:tcPr/>
                </a:tc>
                <a:tc>
                  <a:txBody>
                    <a:bodyPr/>
                    <a:lstStyle/>
                    <a:p>
                      <a:pPr algn="ctr"/>
                      <a:r>
                        <a:rPr lang="it-IT" dirty="0" err="1"/>
                        <a:t>timeout</a:t>
                      </a:r>
                      <a:endParaRPr lang="it-IT" dirty="0"/>
                    </a:p>
                  </a:txBody>
                  <a:tcPr/>
                </a:tc>
                <a:tc>
                  <a:txBody>
                    <a:bodyPr/>
                    <a:lstStyle/>
                    <a:p>
                      <a:pPr algn="ctr"/>
                      <a:r>
                        <a:rPr lang="it-IT" dirty="0" err="1"/>
                        <a:t>ipc_leak</a:t>
                      </a:r>
                      <a:r>
                        <a:rPr lang="it-IT" dirty="0"/>
                        <a:t> </a:t>
                      </a:r>
                    </a:p>
                  </a:txBody>
                  <a:tcPr/>
                </a:tc>
                <a:tc>
                  <a:txBody>
                    <a:bodyPr/>
                    <a:lstStyle/>
                    <a:p>
                      <a:pPr algn="ctr"/>
                      <a:r>
                        <a:rPr lang="it-IT" dirty="0" err="1"/>
                        <a:t>dynamic_failure</a:t>
                      </a:r>
                      <a:endParaRPr lang="it-IT" dirty="0"/>
                    </a:p>
                  </a:txBody>
                  <a:tcPr/>
                </a:tc>
                <a:tc>
                  <a:txBody>
                    <a:bodyPr/>
                    <a:lstStyle/>
                    <a:p>
                      <a:pPr algn="ctr"/>
                      <a:r>
                        <a:rPr lang="it-IT" dirty="0" err="1"/>
                        <a:t>static_failure</a:t>
                      </a:r>
                      <a:r>
                        <a:rPr lang="it-IT" dirty="0"/>
                        <a:t> </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it-IT" dirty="0" err="1"/>
                        <a:t>correct</a:t>
                      </a:r>
                      <a:endParaRPr lang="it-IT" dirty="0"/>
                    </a:p>
                    <a:p>
                      <a:pPr algn="ctr"/>
                      <a:endParaRPr lang="it-IT" dirty="0"/>
                    </a:p>
                  </a:txBody>
                  <a:tcPr/>
                </a:tc>
                <a:extLst>
                  <a:ext uri="{0D108BD9-81ED-4DB2-BD59-A6C34878D82A}">
                    <a16:rowId xmlns:a16="http://schemas.microsoft.com/office/drawing/2014/main" val="2356626990"/>
                  </a:ext>
                </a:extLst>
              </a:tr>
              <a:tr h="1202616">
                <a:tc>
                  <a:txBody>
                    <a:bodyPr/>
                    <a:lstStyle/>
                    <a:p>
                      <a:pPr algn="ctr"/>
                      <a:r>
                        <a:rPr lang="it-IT" i="1" dirty="0" err="1"/>
                        <a:t>grafo_delle_dipendenze</a:t>
                      </a:r>
                      <a:endParaRPr lang="it-IT" i="1" dirty="0"/>
                    </a:p>
                  </a:txBody>
                  <a:tcPr/>
                </a:tc>
                <a:tc>
                  <a:txBody>
                    <a:bodyPr/>
                    <a:lstStyle/>
                    <a:p>
                      <a:pPr algn="ctr"/>
                      <a:r>
                        <a:rPr lang="it-IT" dirty="0"/>
                        <a:t>118</a:t>
                      </a:r>
                    </a:p>
                  </a:txBody>
                  <a:tcPr/>
                </a:tc>
                <a:tc>
                  <a:txBody>
                    <a:bodyPr/>
                    <a:lstStyle/>
                    <a:p>
                      <a:pPr algn="ctr"/>
                      <a:r>
                        <a:rPr lang="it-IT" dirty="0"/>
                        <a:t>0</a:t>
                      </a:r>
                    </a:p>
                  </a:txBody>
                  <a:tcPr/>
                </a:tc>
                <a:tc>
                  <a:txBody>
                    <a:bodyPr/>
                    <a:lstStyle/>
                    <a:p>
                      <a:pPr algn="ctr"/>
                      <a:r>
                        <a:rPr lang="it-IT" dirty="0"/>
                        <a:t>42</a:t>
                      </a:r>
                    </a:p>
                  </a:txBody>
                  <a:tcPr/>
                </a:tc>
                <a:tc>
                  <a:txBody>
                    <a:bodyPr/>
                    <a:lstStyle/>
                    <a:p>
                      <a:pPr algn="ctr"/>
                      <a:r>
                        <a:rPr lang="it-IT" dirty="0"/>
                        <a:t>12</a:t>
                      </a:r>
                    </a:p>
                  </a:txBody>
                  <a:tcPr/>
                </a:tc>
                <a:tc>
                  <a:txBody>
                    <a:bodyPr/>
                    <a:lstStyle/>
                    <a:p>
                      <a:pPr algn="ctr"/>
                      <a:r>
                        <a:rPr lang="it-IT" dirty="0"/>
                        <a:t>95</a:t>
                      </a:r>
                    </a:p>
                  </a:txBody>
                  <a:tcPr/>
                </a:tc>
                <a:tc>
                  <a:txBody>
                    <a:bodyPr/>
                    <a:lstStyle/>
                    <a:p>
                      <a:pPr algn="ctr"/>
                      <a:r>
                        <a:rPr lang="it-IT" dirty="0"/>
                        <a:t>0</a:t>
                      </a:r>
                    </a:p>
                  </a:txBody>
                  <a:tcPr/>
                </a:tc>
                <a:tc>
                  <a:txBody>
                    <a:bodyPr/>
                    <a:lstStyle/>
                    <a:p>
                      <a:pPr algn="ctr"/>
                      <a:r>
                        <a:rPr lang="it-IT" dirty="0"/>
                        <a:t>0</a:t>
                      </a:r>
                    </a:p>
                  </a:txBody>
                  <a:tcPr/>
                </a:tc>
                <a:extLst>
                  <a:ext uri="{0D108BD9-81ED-4DB2-BD59-A6C34878D82A}">
                    <a16:rowId xmlns:a16="http://schemas.microsoft.com/office/drawing/2014/main" val="1624938351"/>
                  </a:ext>
                </a:extLst>
              </a:tr>
              <a:tr h="924062">
                <a:tc>
                  <a:txBody>
                    <a:bodyPr/>
                    <a:lstStyle/>
                    <a:p>
                      <a:pPr algn="ctr"/>
                      <a:r>
                        <a:rPr lang="it-IT" i="1" dirty="0" err="1"/>
                        <a:t>load_balancing</a:t>
                      </a:r>
                      <a:r>
                        <a:rPr lang="it-IT" i="1" dirty="0"/>
                        <a:t> </a:t>
                      </a:r>
                    </a:p>
                  </a:txBody>
                  <a:tcPr/>
                </a:tc>
                <a:tc>
                  <a:txBody>
                    <a:bodyPr/>
                    <a:lstStyle/>
                    <a:p>
                      <a:pPr algn="ctr"/>
                      <a:r>
                        <a:rPr lang="it-IT" dirty="0"/>
                        <a:t>107</a:t>
                      </a:r>
                    </a:p>
                  </a:txBody>
                  <a:tcPr/>
                </a:tc>
                <a:tc>
                  <a:txBody>
                    <a:bodyPr/>
                    <a:lstStyle/>
                    <a:p>
                      <a:pPr algn="ctr"/>
                      <a:r>
                        <a:rPr lang="it-IT" dirty="0"/>
                        <a:t>0</a:t>
                      </a:r>
                    </a:p>
                  </a:txBody>
                  <a:tcPr/>
                </a:tc>
                <a:tc>
                  <a:txBody>
                    <a:bodyPr/>
                    <a:lstStyle/>
                    <a:p>
                      <a:pPr algn="ctr"/>
                      <a:r>
                        <a:rPr lang="it-IT" dirty="0"/>
                        <a:t>6</a:t>
                      </a:r>
                    </a:p>
                  </a:txBody>
                  <a:tcPr/>
                </a:tc>
                <a:tc>
                  <a:txBody>
                    <a:bodyPr/>
                    <a:lstStyle/>
                    <a:p>
                      <a:pPr algn="ctr"/>
                      <a:r>
                        <a:rPr lang="it-IT" dirty="0"/>
                        <a:t>8</a:t>
                      </a:r>
                    </a:p>
                  </a:txBody>
                  <a:tcPr/>
                </a:tc>
                <a:tc>
                  <a:txBody>
                    <a:bodyPr/>
                    <a:lstStyle/>
                    <a:p>
                      <a:pPr algn="ctr"/>
                      <a:r>
                        <a:rPr lang="it-IT" dirty="0"/>
                        <a:t>50</a:t>
                      </a:r>
                    </a:p>
                  </a:txBody>
                  <a:tcPr/>
                </a:tc>
                <a:tc>
                  <a:txBody>
                    <a:bodyPr/>
                    <a:lstStyle/>
                    <a:p>
                      <a:pPr algn="ctr"/>
                      <a:r>
                        <a:rPr lang="it-IT" dirty="0"/>
                        <a:t>7</a:t>
                      </a:r>
                    </a:p>
                  </a:txBody>
                  <a:tcPr/>
                </a:tc>
                <a:tc>
                  <a:txBody>
                    <a:bodyPr/>
                    <a:lstStyle/>
                    <a:p>
                      <a:pPr algn="ctr"/>
                      <a:r>
                        <a:rPr lang="it-IT" dirty="0"/>
                        <a:t>68</a:t>
                      </a:r>
                    </a:p>
                  </a:txBody>
                  <a:tcPr/>
                </a:tc>
                <a:extLst>
                  <a:ext uri="{0D108BD9-81ED-4DB2-BD59-A6C34878D82A}">
                    <a16:rowId xmlns:a16="http://schemas.microsoft.com/office/drawing/2014/main" val="2111000489"/>
                  </a:ext>
                </a:extLst>
              </a:tr>
              <a:tr h="1201281">
                <a:tc>
                  <a:txBody>
                    <a:bodyPr/>
                    <a:lstStyle/>
                    <a:p>
                      <a:pPr algn="ctr"/>
                      <a:r>
                        <a:rPr lang="it-IT" i="1" dirty="0" err="1"/>
                        <a:t>registro_distribuito</a:t>
                      </a:r>
                      <a:r>
                        <a:rPr lang="it-IT" i="1" dirty="0"/>
                        <a:t> </a:t>
                      </a:r>
                    </a:p>
                  </a:txBody>
                  <a:tcPr/>
                </a:tc>
                <a:tc>
                  <a:txBody>
                    <a:bodyPr/>
                    <a:lstStyle/>
                    <a:p>
                      <a:pPr algn="ctr"/>
                      <a:r>
                        <a:rPr lang="it-IT" dirty="0"/>
                        <a:t>111</a:t>
                      </a:r>
                    </a:p>
                  </a:txBody>
                  <a:tcPr/>
                </a:tc>
                <a:tc>
                  <a:txBody>
                    <a:bodyPr/>
                    <a:lstStyle/>
                    <a:p>
                      <a:pPr algn="ctr"/>
                      <a:r>
                        <a:rPr lang="it-IT" dirty="0"/>
                        <a:t>0</a:t>
                      </a:r>
                    </a:p>
                  </a:txBody>
                  <a:tcPr/>
                </a:tc>
                <a:tc>
                  <a:txBody>
                    <a:bodyPr/>
                    <a:lstStyle/>
                    <a:p>
                      <a:pPr algn="ctr"/>
                      <a:r>
                        <a:rPr lang="it-IT" dirty="0"/>
                        <a:t>35</a:t>
                      </a:r>
                    </a:p>
                  </a:txBody>
                  <a:tcPr/>
                </a:tc>
                <a:tc>
                  <a:txBody>
                    <a:bodyPr/>
                    <a:lstStyle/>
                    <a:p>
                      <a:pPr algn="ctr"/>
                      <a:r>
                        <a:rPr lang="it-IT" dirty="0"/>
                        <a:t>3</a:t>
                      </a:r>
                    </a:p>
                  </a:txBody>
                  <a:tcPr/>
                </a:tc>
                <a:tc>
                  <a:txBody>
                    <a:bodyPr/>
                    <a:lstStyle/>
                    <a:p>
                      <a:pPr algn="ctr"/>
                      <a:r>
                        <a:rPr lang="it-IT" dirty="0"/>
                        <a:t>135</a:t>
                      </a:r>
                    </a:p>
                  </a:txBody>
                  <a:tcPr/>
                </a:tc>
                <a:tc>
                  <a:txBody>
                    <a:bodyPr/>
                    <a:lstStyle/>
                    <a:p>
                      <a:pPr algn="ctr"/>
                      <a:r>
                        <a:rPr lang="it-IT" dirty="0"/>
                        <a:t>1</a:t>
                      </a:r>
                    </a:p>
                  </a:txBody>
                  <a:tcPr/>
                </a:tc>
                <a:tc>
                  <a:txBody>
                    <a:bodyPr/>
                    <a:lstStyle/>
                    <a:p>
                      <a:pPr algn="ctr"/>
                      <a:r>
                        <a:rPr lang="it-IT" dirty="0"/>
                        <a:t>0</a:t>
                      </a:r>
                    </a:p>
                  </a:txBody>
                  <a:tcPr/>
                </a:tc>
                <a:extLst>
                  <a:ext uri="{0D108BD9-81ED-4DB2-BD59-A6C34878D82A}">
                    <a16:rowId xmlns:a16="http://schemas.microsoft.com/office/drawing/2014/main" val="192241840"/>
                  </a:ext>
                </a:extLst>
              </a:tr>
              <a:tr h="1201281">
                <a:tc>
                  <a:txBody>
                    <a:bodyPr/>
                    <a:lstStyle/>
                    <a:p>
                      <a:pPr algn="ctr"/>
                      <a:r>
                        <a:rPr lang="it-IT" i="1" dirty="0" err="1"/>
                        <a:t>server_sincroni_multipli</a:t>
                      </a:r>
                      <a:r>
                        <a:rPr lang="it-IT" i="1" dirty="0"/>
                        <a:t> </a:t>
                      </a:r>
                    </a:p>
                  </a:txBody>
                  <a:tcPr/>
                </a:tc>
                <a:tc>
                  <a:txBody>
                    <a:bodyPr/>
                    <a:lstStyle/>
                    <a:p>
                      <a:pPr algn="ctr"/>
                      <a:r>
                        <a:rPr lang="it-IT" dirty="0"/>
                        <a:t>108</a:t>
                      </a:r>
                    </a:p>
                  </a:txBody>
                  <a:tcPr/>
                </a:tc>
                <a:tc>
                  <a:txBody>
                    <a:bodyPr/>
                    <a:lstStyle/>
                    <a:p>
                      <a:pPr algn="ctr"/>
                      <a:r>
                        <a:rPr lang="it-IT" dirty="0"/>
                        <a:t>0</a:t>
                      </a:r>
                    </a:p>
                  </a:txBody>
                  <a:tcPr/>
                </a:tc>
                <a:tc>
                  <a:txBody>
                    <a:bodyPr/>
                    <a:lstStyle/>
                    <a:p>
                      <a:pPr algn="ctr"/>
                      <a:r>
                        <a:rPr lang="it-IT" dirty="0"/>
                        <a:t>50</a:t>
                      </a:r>
                    </a:p>
                  </a:txBody>
                  <a:tcPr/>
                </a:tc>
                <a:tc>
                  <a:txBody>
                    <a:bodyPr/>
                    <a:lstStyle/>
                    <a:p>
                      <a:pPr algn="ctr"/>
                      <a:r>
                        <a:rPr lang="it-IT" dirty="0"/>
                        <a:t>30</a:t>
                      </a:r>
                    </a:p>
                  </a:txBody>
                  <a:tcPr/>
                </a:tc>
                <a:tc>
                  <a:txBody>
                    <a:bodyPr/>
                    <a:lstStyle/>
                    <a:p>
                      <a:pPr algn="ctr"/>
                      <a:r>
                        <a:rPr lang="it-IT" dirty="0"/>
                        <a:t>215</a:t>
                      </a:r>
                    </a:p>
                  </a:txBody>
                  <a:tcPr/>
                </a:tc>
                <a:tc>
                  <a:txBody>
                    <a:bodyPr/>
                    <a:lstStyle/>
                    <a:p>
                      <a:pPr algn="ctr"/>
                      <a:r>
                        <a:rPr lang="it-IT" dirty="0"/>
                        <a:t>0</a:t>
                      </a:r>
                    </a:p>
                  </a:txBody>
                  <a:tcPr/>
                </a:tc>
                <a:tc>
                  <a:txBody>
                    <a:bodyPr/>
                    <a:lstStyle/>
                    <a:p>
                      <a:pPr algn="ctr"/>
                      <a:r>
                        <a:rPr lang="it-IT" dirty="0"/>
                        <a:t>0</a:t>
                      </a:r>
                    </a:p>
                  </a:txBody>
                  <a:tcPr/>
                </a:tc>
                <a:extLst>
                  <a:ext uri="{0D108BD9-81ED-4DB2-BD59-A6C34878D82A}">
                    <a16:rowId xmlns:a16="http://schemas.microsoft.com/office/drawing/2014/main" val="4273003458"/>
                  </a:ext>
                </a:extLst>
              </a:tr>
            </a:tbl>
          </a:graphicData>
        </a:graphic>
      </p:graphicFrame>
    </p:spTree>
    <p:extLst>
      <p:ext uri="{BB962C8B-B14F-4D97-AF65-F5344CB8AC3E}">
        <p14:creationId xmlns:p14="http://schemas.microsoft.com/office/powerpoint/2010/main" val="2003704622"/>
      </p:ext>
    </p:extLst>
  </p:cSld>
  <p:clrMapOvr>
    <a:masterClrMapping/>
  </p:clrMapOvr>
  <p:transition spd="slow">
    <p:wip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48363AB-38CE-3AC2-1065-EC960CDCAEA1}"/>
              </a:ext>
            </a:extLst>
          </p:cNvPr>
          <p:cNvSpPr>
            <a:spLocks noGrp="1"/>
          </p:cNvSpPr>
          <p:nvPr>
            <p:ph type="title"/>
          </p:nvPr>
        </p:nvSpPr>
        <p:spPr>
          <a:xfrm>
            <a:off x="304033" y="270954"/>
            <a:ext cx="9380741" cy="1400530"/>
          </a:xfrm>
        </p:spPr>
        <p:txBody>
          <a:bodyPr/>
          <a:lstStyle/>
          <a:p>
            <a:r>
              <a:rPr lang="it-IT" dirty="0"/>
              <a:t>Analisi effettuate mediante LLM, esercitazione 4</a:t>
            </a:r>
          </a:p>
        </p:txBody>
      </p:sp>
      <p:sp>
        <p:nvSpPr>
          <p:cNvPr id="3" name="Segnaposto contenuto 2">
            <a:extLst>
              <a:ext uri="{FF2B5EF4-FFF2-40B4-BE49-F238E27FC236}">
                <a16:creationId xmlns:a16="http://schemas.microsoft.com/office/drawing/2014/main" id="{FE8E244F-E0E7-6602-DF9C-C278A7003585}"/>
              </a:ext>
            </a:extLst>
          </p:cNvPr>
          <p:cNvSpPr>
            <a:spLocks noGrp="1"/>
          </p:cNvSpPr>
          <p:nvPr>
            <p:ph idx="1"/>
          </p:nvPr>
        </p:nvSpPr>
        <p:spPr>
          <a:xfrm>
            <a:off x="1002890" y="1671484"/>
            <a:ext cx="9046963" cy="4576915"/>
          </a:xfrm>
        </p:spPr>
        <p:txBody>
          <a:bodyPr>
            <a:normAutofit/>
          </a:bodyPr>
          <a:lstStyle/>
          <a:p>
            <a:pPr marL="0" indent="0">
              <a:buNone/>
            </a:pPr>
            <a:r>
              <a:rPr lang="it-IT" dirty="0"/>
              <a:t>Su un totale di 468 esercizi sono state condotte le seguenti analisi: </a:t>
            </a:r>
          </a:p>
          <a:p>
            <a:pPr marL="457200" indent="-457200">
              <a:buFont typeface="+mj-lt"/>
              <a:buAutoNum type="arabicPeriod"/>
            </a:pPr>
            <a:r>
              <a:rPr lang="it-IT" dirty="0"/>
              <a:t>Distribuzione per </a:t>
            </a:r>
            <a:r>
              <a:rPr lang="it-IT" dirty="0" err="1"/>
              <a:t>failure</a:t>
            </a:r>
            <a:r>
              <a:rPr lang="it-IT" dirty="0"/>
              <a:t> </a:t>
            </a:r>
            <a:r>
              <a:rPr lang="it-IT" dirty="0" err="1"/>
              <a:t>category</a:t>
            </a:r>
            <a:r>
              <a:rPr lang="it-IT" dirty="0"/>
              <a:t>.</a:t>
            </a:r>
          </a:p>
          <a:p>
            <a:pPr marL="457200" indent="-457200">
              <a:buFont typeface="+mj-lt"/>
              <a:buAutoNum type="arabicPeriod"/>
            </a:pPr>
            <a:r>
              <a:rPr lang="it-IT" dirty="0"/>
              <a:t>Analisi </a:t>
            </a:r>
            <a:r>
              <a:rPr lang="it-IT" dirty="0" err="1"/>
              <a:t>dynamic_failure</a:t>
            </a:r>
            <a:r>
              <a:rPr lang="it-IT" dirty="0"/>
              <a:t>:</a:t>
            </a:r>
          </a:p>
          <a:p>
            <a:pPr marL="800100" lvl="1" indent="-342900">
              <a:buFont typeface="+mj-lt"/>
              <a:buAutoNum type="arabicPeriod"/>
            </a:pPr>
            <a:r>
              <a:rPr lang="it-IT" dirty="0"/>
              <a:t>Analisi Output LLM</a:t>
            </a:r>
          </a:p>
          <a:p>
            <a:pPr marL="800100" lvl="1" indent="-342900">
              <a:buFont typeface="+mj-lt"/>
              <a:buAutoNum type="arabicPeriod"/>
            </a:pPr>
            <a:r>
              <a:rPr lang="it-IT" dirty="0"/>
              <a:t>Analisi Codice LLM</a:t>
            </a:r>
          </a:p>
          <a:p>
            <a:pPr marL="457200" indent="-457200">
              <a:buFont typeface="+mj-lt"/>
              <a:buAutoNum type="arabicPeriod"/>
            </a:pPr>
            <a:r>
              <a:rPr lang="it-IT" dirty="0"/>
              <a:t>Analisi </a:t>
            </a:r>
            <a:r>
              <a:rPr lang="it-IT" dirty="0" err="1"/>
              <a:t>static_failure</a:t>
            </a:r>
            <a:r>
              <a:rPr lang="it-IT" dirty="0"/>
              <a:t>:</a:t>
            </a:r>
          </a:p>
          <a:p>
            <a:pPr marL="800100" lvl="1" indent="-342900">
              <a:buFont typeface="+mj-lt"/>
              <a:buAutoNum type="arabicPeriod"/>
            </a:pPr>
            <a:r>
              <a:rPr lang="it-IT" dirty="0"/>
              <a:t>Analisi Output LLM</a:t>
            </a:r>
          </a:p>
          <a:p>
            <a:pPr marL="800100" lvl="1" indent="-342900">
              <a:buFont typeface="+mj-lt"/>
              <a:buAutoNum type="arabicPeriod"/>
            </a:pPr>
            <a:r>
              <a:rPr lang="it-IT" dirty="0"/>
              <a:t>Analisi Codice LLM</a:t>
            </a:r>
          </a:p>
          <a:p>
            <a:pPr marL="457200" indent="-457200">
              <a:buFont typeface="+mj-lt"/>
              <a:buAutoNum type="arabicPeriod"/>
            </a:pPr>
            <a:r>
              <a:rPr lang="it-IT" dirty="0"/>
              <a:t>Analisi corretti:</a:t>
            </a:r>
          </a:p>
          <a:p>
            <a:pPr marL="800100" lvl="1" indent="-342900">
              <a:buFont typeface="+mj-lt"/>
              <a:buAutoNum type="arabicPeriod"/>
            </a:pPr>
            <a:r>
              <a:rPr lang="it-IT" dirty="0"/>
              <a:t>Analisi Output LLM</a:t>
            </a:r>
          </a:p>
          <a:p>
            <a:pPr marL="800100" lvl="1" indent="-342900">
              <a:buFont typeface="+mj-lt"/>
              <a:buAutoNum type="arabicPeriod"/>
            </a:pPr>
            <a:r>
              <a:rPr lang="it-IT" dirty="0"/>
              <a:t>Analisi Codice LLM</a:t>
            </a:r>
          </a:p>
          <a:p>
            <a:endParaRPr lang="it-IT" dirty="0"/>
          </a:p>
          <a:p>
            <a:endParaRPr lang="it-IT" dirty="0"/>
          </a:p>
        </p:txBody>
      </p:sp>
    </p:spTree>
    <p:extLst>
      <p:ext uri="{BB962C8B-B14F-4D97-AF65-F5344CB8AC3E}">
        <p14:creationId xmlns:p14="http://schemas.microsoft.com/office/powerpoint/2010/main" val="2218945759"/>
      </p:ext>
    </p:extLst>
  </p:cSld>
  <p:clrMapOvr>
    <a:masterClrMapping/>
  </p:clrMapOvr>
  <p:transition spd="slow">
    <p:wip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DCDC65-4F95-265B-8827-FB3B83E9A9E2}"/>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04E146E-3F6C-3A25-3D79-C191C068AA26}"/>
              </a:ext>
            </a:extLst>
          </p:cNvPr>
          <p:cNvSpPr>
            <a:spLocks noGrp="1"/>
          </p:cNvSpPr>
          <p:nvPr>
            <p:ph type="title"/>
          </p:nvPr>
        </p:nvSpPr>
        <p:spPr>
          <a:xfrm>
            <a:off x="158517" y="169604"/>
            <a:ext cx="10106360" cy="1400530"/>
          </a:xfrm>
        </p:spPr>
        <p:txBody>
          <a:bodyPr/>
          <a:lstStyle/>
          <a:p>
            <a:r>
              <a:rPr lang="it-IT" dirty="0"/>
              <a:t>Distribuzione per </a:t>
            </a:r>
            <a:r>
              <a:rPr lang="it-IT" dirty="0" err="1"/>
              <a:t>failure</a:t>
            </a:r>
            <a:r>
              <a:rPr lang="it-IT" dirty="0"/>
              <a:t> </a:t>
            </a:r>
            <a:r>
              <a:rPr lang="it-IT" dirty="0" err="1"/>
              <a:t>category</a:t>
            </a:r>
            <a:r>
              <a:rPr lang="it-IT" dirty="0"/>
              <a:t> (tutti i </a:t>
            </a:r>
            <a:r>
              <a:rPr lang="it-IT" dirty="0" err="1"/>
              <a:t>commit</a:t>
            </a:r>
            <a:r>
              <a:rPr lang="it-IT" dirty="0"/>
              <a:t>, analizzando solo modifiche)</a:t>
            </a:r>
          </a:p>
        </p:txBody>
      </p:sp>
      <p:pic>
        <p:nvPicPr>
          <p:cNvPr id="9" name="Segnaposto contenuto 8">
            <a:extLst>
              <a:ext uri="{FF2B5EF4-FFF2-40B4-BE49-F238E27FC236}">
                <a16:creationId xmlns:a16="http://schemas.microsoft.com/office/drawing/2014/main" id="{97988DCD-7FCD-D93F-FC38-C00CC5C8D2F2}"/>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a:stretch/>
        </p:blipFill>
        <p:spPr>
          <a:xfrm>
            <a:off x="2080420" y="1796276"/>
            <a:ext cx="7797110" cy="4678266"/>
          </a:xfrm>
          <a:prstGeom prst="rect">
            <a:avLst/>
          </a:prstGeom>
        </p:spPr>
      </p:pic>
    </p:spTree>
    <p:extLst>
      <p:ext uri="{BB962C8B-B14F-4D97-AF65-F5344CB8AC3E}">
        <p14:creationId xmlns:p14="http://schemas.microsoft.com/office/powerpoint/2010/main" val="1207194062"/>
      </p:ext>
    </p:extLst>
  </p:cSld>
  <p:clrMapOvr>
    <a:masterClrMapping/>
  </p:clrMapOvr>
  <p:transition spd="slow">
    <p:wip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8AEA5EE-C1C2-1793-BE90-8A7CA364F720}"/>
              </a:ext>
            </a:extLst>
          </p:cNvPr>
          <p:cNvSpPr>
            <a:spLocks noGrp="1"/>
          </p:cNvSpPr>
          <p:nvPr>
            <p:ph type="title"/>
          </p:nvPr>
        </p:nvSpPr>
        <p:spPr/>
        <p:txBody>
          <a:bodyPr/>
          <a:lstStyle/>
          <a:p>
            <a:r>
              <a:rPr lang="it-IT" dirty="0"/>
              <a:t>Distribuzione per </a:t>
            </a:r>
            <a:r>
              <a:rPr lang="it-IT" dirty="0" err="1"/>
              <a:t>failure</a:t>
            </a:r>
            <a:r>
              <a:rPr lang="it-IT" dirty="0"/>
              <a:t> </a:t>
            </a:r>
            <a:r>
              <a:rPr lang="it-IT" dirty="0" err="1"/>
              <a:t>category</a:t>
            </a:r>
            <a:endParaRPr lang="it-IT" dirty="0"/>
          </a:p>
        </p:txBody>
      </p:sp>
      <p:pic>
        <p:nvPicPr>
          <p:cNvPr id="9" name="Segnaposto contenuto 8">
            <a:extLst>
              <a:ext uri="{FF2B5EF4-FFF2-40B4-BE49-F238E27FC236}">
                <a16:creationId xmlns:a16="http://schemas.microsoft.com/office/drawing/2014/main" id="{CB5E335E-6719-D7FE-7FA8-17807A99FDA2}"/>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a:stretch/>
        </p:blipFill>
        <p:spPr>
          <a:xfrm>
            <a:off x="2080420" y="1570134"/>
            <a:ext cx="7797110" cy="4678266"/>
          </a:xfrm>
          <a:prstGeom prst="rect">
            <a:avLst/>
          </a:prstGeom>
        </p:spPr>
      </p:pic>
    </p:spTree>
    <p:extLst>
      <p:ext uri="{BB962C8B-B14F-4D97-AF65-F5344CB8AC3E}">
        <p14:creationId xmlns:p14="http://schemas.microsoft.com/office/powerpoint/2010/main" val="1842148543"/>
      </p:ext>
    </p:extLst>
  </p:cSld>
  <p:clrMapOvr>
    <a:masterClrMapping/>
  </p:clrMapOvr>
  <p:transition spd="slow">
    <p:wipe/>
  </p:transition>
</p:sld>
</file>

<file path=ppt/slides/slide11.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62000"/>
                <a:hueMod val="108000"/>
                <a:satMod val="164000"/>
                <a:lumMod val="69000"/>
              </a:schemeClr>
              <a:schemeClr val="bg2">
                <a:tint val="96000"/>
                <a:hueMod val="90000"/>
                <a:satMod val="130000"/>
                <a:lumMod val="134000"/>
              </a:schemeClr>
            </a:duotone>
          </a:blip>
          <a:stretch/>
        </a:blipFill>
        <a:effectLst/>
      </p:bgPr>
    </p:bg>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D3C6E78-26E1-A896-00D8-72642E7B51CB}"/>
              </a:ext>
            </a:extLst>
          </p:cNvPr>
          <p:cNvSpPr>
            <a:spLocks noGrp="1"/>
          </p:cNvSpPr>
          <p:nvPr>
            <p:ph type="title"/>
          </p:nvPr>
        </p:nvSpPr>
        <p:spPr>
          <a:xfrm>
            <a:off x="643855" y="1447799"/>
            <a:ext cx="3108626" cy="1444752"/>
          </a:xfrm>
        </p:spPr>
        <p:txBody>
          <a:bodyPr vert="horz" lIns="91440" tIns="45720" rIns="91440" bIns="45720" rtlCol="0" anchor="b">
            <a:normAutofit/>
          </a:bodyPr>
          <a:lstStyle/>
          <a:p>
            <a:pPr>
              <a:lnSpc>
                <a:spcPct val="90000"/>
              </a:lnSpc>
            </a:pPr>
            <a:r>
              <a:rPr lang="en-US" sz="2200" dirty="0"/>
              <a:t>Dynamic Failure - </a:t>
            </a:r>
            <a:r>
              <a:rPr lang="en-US" sz="2200" dirty="0" err="1"/>
              <a:t>Analisi</a:t>
            </a:r>
            <a:r>
              <a:rPr lang="en-US" sz="2200" dirty="0"/>
              <a:t> Output LLM </a:t>
            </a:r>
            <a:r>
              <a:rPr lang="en-US" sz="2200" dirty="0" err="1"/>
              <a:t>Primario</a:t>
            </a:r>
            <a:br>
              <a:rPr lang="en-US" sz="2200" dirty="0"/>
            </a:br>
            <a:endParaRPr lang="en-US" sz="2200" dirty="0"/>
          </a:p>
        </p:txBody>
      </p:sp>
      <p:sp>
        <p:nvSpPr>
          <p:cNvPr id="19" name="Freeform 11">
            <a:extLst>
              <a:ext uri="{FF2B5EF4-FFF2-40B4-BE49-F238E27FC236}">
                <a16:creationId xmlns:a16="http://schemas.microsoft.com/office/drawing/2014/main" id="{2FEA51AE-2D18-46BE-B2CA-B90B131689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48110" y="-1"/>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tx1">
              <a:alpha val="20000"/>
            </a:schemeClr>
          </a:solidFill>
          <a:ln>
            <a:noFill/>
          </a:ln>
        </p:spPr>
        <p:txBody>
          <a:bodyPr rtlCol="0" anchor="ctr"/>
          <a:lstStyle/>
          <a:p>
            <a:pPr algn="ctr"/>
            <a:endParaRPr lang="en-US"/>
          </a:p>
        </p:txBody>
      </p:sp>
      <p:sp>
        <p:nvSpPr>
          <p:cNvPr id="20" name="Rectangle 12">
            <a:extLst>
              <a:ext uri="{FF2B5EF4-FFF2-40B4-BE49-F238E27FC236}">
                <a16:creationId xmlns:a16="http://schemas.microsoft.com/office/drawing/2014/main" id="{5E6A537E-C106-45AE-9BBB-3CE5594418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5">
            <a:extLst>
              <a:ext uri="{FF2B5EF4-FFF2-40B4-BE49-F238E27FC236}">
                <a16:creationId xmlns:a16="http://schemas.microsoft.com/office/drawing/2014/main" id="{F918BA52-E4A7-4EEC-898E-C49023767C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rot="16200000">
            <a:off x="1404667" y="2756642"/>
            <a:ext cx="6858000" cy="1344715"/>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rgbClr val="FFFFFF"/>
          </a:solidFill>
          <a:ln>
            <a:noFill/>
          </a:ln>
        </p:spPr>
        <p:txBody>
          <a:bodyPr/>
          <a:lstStyle/>
          <a:p>
            <a:endParaRPr lang="it-IT"/>
          </a:p>
        </p:txBody>
      </p:sp>
      <p:sp>
        <p:nvSpPr>
          <p:cNvPr id="22" name="Rectangle 16">
            <a:extLst>
              <a:ext uri="{FF2B5EF4-FFF2-40B4-BE49-F238E27FC236}">
                <a16:creationId xmlns:a16="http://schemas.microsoft.com/office/drawing/2014/main" id="{86D3F3B7-282C-4DDC-AD1B-C497F2942B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it-IT"/>
          </a:p>
        </p:txBody>
      </p:sp>
      <p:sp>
        <p:nvSpPr>
          <p:cNvPr id="6" name="CasellaDiTesto 5">
            <a:extLst>
              <a:ext uri="{FF2B5EF4-FFF2-40B4-BE49-F238E27FC236}">
                <a16:creationId xmlns:a16="http://schemas.microsoft.com/office/drawing/2014/main" id="{A98BA070-4B76-022A-8092-01D2CE3782C6}"/>
              </a:ext>
            </a:extLst>
          </p:cNvPr>
          <p:cNvSpPr txBox="1"/>
          <p:nvPr/>
        </p:nvSpPr>
        <p:spPr>
          <a:xfrm>
            <a:off x="643855" y="3072385"/>
            <a:ext cx="3108057" cy="2947415"/>
          </a:xfrm>
          <a:prstGeom prst="rect">
            <a:avLst/>
          </a:prstGeom>
        </p:spPr>
        <p:txBody>
          <a:bodyPr vert="horz" lIns="91440" tIns="45720" rIns="91440" bIns="45720" rtlCol="0">
            <a:normAutofit/>
          </a:bodyPr>
          <a:lstStyle/>
          <a:p>
            <a:pPr marL="285750" indent="-285750" defTabSz="457200">
              <a:spcBef>
                <a:spcPts val="1000"/>
              </a:spcBef>
              <a:buClr>
                <a:schemeClr val="accent1"/>
              </a:buClr>
              <a:buSzPct val="80000"/>
              <a:buFont typeface="Wingdings 3" charset="2"/>
              <a:buChar char=""/>
            </a:pPr>
            <a:r>
              <a:rPr lang="en-US" sz="1400" dirty="0">
                <a:latin typeface="+mj-lt"/>
                <a:ea typeface="+mj-ea"/>
                <a:cs typeface="+mj-cs"/>
              </a:rPr>
              <a:t>% LLM </a:t>
            </a:r>
            <a:r>
              <a:rPr lang="en-US" sz="1400" dirty="0" err="1">
                <a:latin typeface="+mj-lt"/>
                <a:ea typeface="+mj-ea"/>
                <a:cs typeface="+mj-cs"/>
              </a:rPr>
              <a:t>primario</a:t>
            </a:r>
            <a:r>
              <a:rPr lang="en-US" sz="1400" dirty="0">
                <a:latin typeface="+mj-lt"/>
                <a:ea typeface="+mj-ea"/>
                <a:cs typeface="+mj-cs"/>
              </a:rPr>
              <a:t> dice </a:t>
            </a:r>
            <a:r>
              <a:rPr lang="en-US" sz="1400" dirty="0" err="1">
                <a:latin typeface="+mj-lt"/>
                <a:ea typeface="+mj-ea"/>
                <a:cs typeface="+mj-cs"/>
              </a:rPr>
              <a:t>che</a:t>
            </a:r>
            <a:r>
              <a:rPr lang="en-US" sz="1400" dirty="0">
                <a:latin typeface="+mj-lt"/>
                <a:ea typeface="+mj-ea"/>
                <a:cs typeface="+mj-cs"/>
              </a:rPr>
              <a:t> output è </a:t>
            </a:r>
            <a:r>
              <a:rPr lang="en-US" sz="1400" dirty="0" err="1">
                <a:latin typeface="+mj-lt"/>
                <a:ea typeface="+mj-ea"/>
                <a:cs typeface="+mj-cs"/>
              </a:rPr>
              <a:t>corretto</a:t>
            </a:r>
            <a:r>
              <a:rPr lang="en-US" sz="1400" dirty="0">
                <a:latin typeface="+mj-lt"/>
                <a:ea typeface="+mj-ea"/>
                <a:cs typeface="+mj-cs"/>
              </a:rPr>
              <a:t> (non trova </a:t>
            </a:r>
            <a:r>
              <a:rPr lang="en-US" sz="1400" dirty="0" err="1">
                <a:latin typeface="+mj-lt"/>
                <a:ea typeface="+mj-ea"/>
                <a:cs typeface="+mj-cs"/>
              </a:rPr>
              <a:t>l'errore</a:t>
            </a:r>
            <a:r>
              <a:rPr lang="en-US" sz="1400" dirty="0">
                <a:latin typeface="+mj-lt"/>
                <a:ea typeface="+mj-ea"/>
                <a:cs typeface="+mj-cs"/>
              </a:rPr>
              <a:t>).</a:t>
            </a:r>
          </a:p>
          <a:p>
            <a:pPr marL="285750" indent="-285750" defTabSz="457200">
              <a:spcBef>
                <a:spcPts val="1000"/>
              </a:spcBef>
              <a:buClr>
                <a:schemeClr val="accent1"/>
              </a:buClr>
              <a:buSzPct val="80000"/>
              <a:buFont typeface="Wingdings 3" charset="2"/>
              <a:buChar char=""/>
            </a:pPr>
            <a:r>
              <a:rPr lang="en-US" sz="1400" dirty="0">
                <a:latin typeface="+mj-lt"/>
                <a:ea typeface="+mj-ea"/>
                <a:cs typeface="+mj-cs"/>
              </a:rPr>
              <a:t>% LLM </a:t>
            </a:r>
            <a:r>
              <a:rPr lang="en-US" sz="1400" dirty="0" err="1">
                <a:latin typeface="+mj-lt"/>
                <a:ea typeface="+mj-ea"/>
                <a:cs typeface="+mj-cs"/>
              </a:rPr>
              <a:t>primario</a:t>
            </a:r>
            <a:r>
              <a:rPr lang="en-US" sz="1400" dirty="0">
                <a:latin typeface="+mj-lt"/>
                <a:ea typeface="+mj-ea"/>
                <a:cs typeface="+mj-cs"/>
              </a:rPr>
              <a:t> dice </a:t>
            </a:r>
            <a:r>
              <a:rPr lang="en-US" sz="1400" dirty="0" err="1">
                <a:latin typeface="+mj-lt"/>
                <a:ea typeface="+mj-ea"/>
                <a:cs typeface="+mj-cs"/>
              </a:rPr>
              <a:t>che</a:t>
            </a:r>
            <a:r>
              <a:rPr lang="en-US" sz="1400" dirty="0">
                <a:latin typeface="+mj-lt"/>
                <a:ea typeface="+mj-ea"/>
                <a:cs typeface="+mj-cs"/>
              </a:rPr>
              <a:t> è </a:t>
            </a:r>
            <a:r>
              <a:rPr lang="en-US" sz="1400" dirty="0" err="1">
                <a:latin typeface="+mj-lt"/>
                <a:ea typeface="+mj-ea"/>
                <a:cs typeface="+mj-cs"/>
              </a:rPr>
              <a:t>scorretto</a:t>
            </a:r>
            <a:r>
              <a:rPr lang="en-US" sz="1400" dirty="0">
                <a:latin typeface="+mj-lt"/>
                <a:ea typeface="+mj-ea"/>
                <a:cs typeface="+mj-cs"/>
              </a:rPr>
              <a:t>, ma </a:t>
            </a:r>
            <a:r>
              <a:rPr lang="en-US" sz="1400" dirty="0" err="1">
                <a:latin typeface="+mj-lt"/>
                <a:ea typeface="+mj-ea"/>
                <a:cs typeface="+mj-cs"/>
              </a:rPr>
              <a:t>diagnosi</a:t>
            </a:r>
            <a:r>
              <a:rPr lang="en-US" sz="1400" dirty="0">
                <a:latin typeface="+mj-lt"/>
                <a:ea typeface="+mj-ea"/>
                <a:cs typeface="+mj-cs"/>
              </a:rPr>
              <a:t> output non è </a:t>
            </a:r>
            <a:r>
              <a:rPr lang="en-US" sz="1400" dirty="0" err="1">
                <a:latin typeface="+mj-lt"/>
                <a:ea typeface="+mj-ea"/>
                <a:cs typeface="+mj-cs"/>
              </a:rPr>
              <a:t>corretta</a:t>
            </a:r>
            <a:r>
              <a:rPr lang="en-US" sz="1400" dirty="0">
                <a:latin typeface="+mj-lt"/>
                <a:ea typeface="+mj-ea"/>
                <a:cs typeface="+mj-cs"/>
              </a:rPr>
              <a:t>.</a:t>
            </a:r>
          </a:p>
          <a:p>
            <a:pPr marL="285750" indent="-285750" defTabSz="457200">
              <a:spcBef>
                <a:spcPts val="1000"/>
              </a:spcBef>
              <a:buClr>
                <a:schemeClr val="accent1"/>
              </a:buClr>
              <a:buSzPct val="80000"/>
              <a:buFont typeface="Wingdings 3" charset="2"/>
              <a:buChar char=""/>
            </a:pPr>
            <a:r>
              <a:rPr lang="en-US" sz="1400" dirty="0">
                <a:latin typeface="+mj-lt"/>
                <a:ea typeface="+mj-ea"/>
                <a:cs typeface="+mj-cs"/>
              </a:rPr>
              <a:t>% LLM </a:t>
            </a:r>
            <a:r>
              <a:rPr lang="en-US" sz="1400" dirty="0" err="1">
                <a:latin typeface="+mj-lt"/>
                <a:ea typeface="+mj-ea"/>
                <a:cs typeface="+mj-cs"/>
              </a:rPr>
              <a:t>primario</a:t>
            </a:r>
            <a:r>
              <a:rPr lang="en-US" sz="1400" dirty="0">
                <a:latin typeface="+mj-lt"/>
                <a:ea typeface="+mj-ea"/>
                <a:cs typeface="+mj-cs"/>
              </a:rPr>
              <a:t> dice </a:t>
            </a:r>
            <a:r>
              <a:rPr lang="en-US" sz="1400" dirty="0" err="1">
                <a:latin typeface="+mj-lt"/>
                <a:ea typeface="+mj-ea"/>
                <a:cs typeface="+mj-cs"/>
              </a:rPr>
              <a:t>che</a:t>
            </a:r>
            <a:r>
              <a:rPr lang="en-US" sz="1400" dirty="0">
                <a:latin typeface="+mj-lt"/>
                <a:ea typeface="+mj-ea"/>
                <a:cs typeface="+mj-cs"/>
              </a:rPr>
              <a:t> è </a:t>
            </a:r>
            <a:r>
              <a:rPr lang="en-US" sz="1400" dirty="0" err="1">
                <a:latin typeface="+mj-lt"/>
                <a:ea typeface="+mj-ea"/>
                <a:cs typeface="+mj-cs"/>
              </a:rPr>
              <a:t>scorretto</a:t>
            </a:r>
            <a:r>
              <a:rPr lang="en-US" sz="1400" dirty="0">
                <a:latin typeface="+mj-lt"/>
                <a:ea typeface="+mj-ea"/>
                <a:cs typeface="+mj-cs"/>
              </a:rPr>
              <a:t>, e la </a:t>
            </a:r>
            <a:r>
              <a:rPr lang="en-US" sz="1400" dirty="0" err="1">
                <a:latin typeface="+mj-lt"/>
                <a:ea typeface="+mj-ea"/>
                <a:cs typeface="+mj-cs"/>
              </a:rPr>
              <a:t>diagnosi</a:t>
            </a:r>
            <a:r>
              <a:rPr lang="en-US" sz="1400" dirty="0">
                <a:latin typeface="+mj-lt"/>
                <a:ea typeface="+mj-ea"/>
                <a:cs typeface="+mj-cs"/>
              </a:rPr>
              <a:t> output è </a:t>
            </a:r>
            <a:r>
              <a:rPr lang="en-US" sz="1400" dirty="0" err="1">
                <a:latin typeface="+mj-lt"/>
                <a:ea typeface="+mj-ea"/>
                <a:cs typeface="+mj-cs"/>
              </a:rPr>
              <a:t>corretta</a:t>
            </a:r>
            <a:r>
              <a:rPr lang="en-US" sz="1400" dirty="0">
                <a:latin typeface="+mj-lt"/>
                <a:ea typeface="+mj-ea"/>
                <a:cs typeface="+mj-cs"/>
              </a:rPr>
              <a:t>.</a:t>
            </a:r>
          </a:p>
        </p:txBody>
      </p:sp>
      <p:pic>
        <p:nvPicPr>
          <p:cNvPr id="5" name="Segnaposto contenuto 4">
            <a:extLst>
              <a:ext uri="{FF2B5EF4-FFF2-40B4-BE49-F238E27FC236}">
                <a16:creationId xmlns:a16="http://schemas.microsoft.com/office/drawing/2014/main" id="{E5947B34-239C-979C-B779-56571887CEE4}"/>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5048451" y="1785046"/>
            <a:ext cx="6495847" cy="3897507"/>
          </a:xfrm>
          <a:prstGeom prst="rect">
            <a:avLst/>
          </a:prstGeom>
          <a:effectLst/>
        </p:spPr>
      </p:pic>
    </p:spTree>
    <p:extLst>
      <p:ext uri="{BB962C8B-B14F-4D97-AF65-F5344CB8AC3E}">
        <p14:creationId xmlns:p14="http://schemas.microsoft.com/office/powerpoint/2010/main" val="440999752"/>
      </p:ext>
    </p:extLst>
  </p:cSld>
  <p:clrMapOvr>
    <a:masterClrMapping/>
  </p:clrMapOvr>
  <p:transition spd="slow">
    <p:wipe/>
  </p:transition>
</p:sld>
</file>

<file path=ppt/slides/slide12.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62000"/>
                <a:hueMod val="108000"/>
                <a:satMod val="164000"/>
                <a:lumMod val="69000"/>
              </a:schemeClr>
              <a:schemeClr val="bg2">
                <a:tint val="96000"/>
                <a:hueMod val="90000"/>
                <a:satMod val="130000"/>
                <a:lumMod val="134000"/>
              </a:schemeClr>
            </a:duotone>
          </a:blip>
          <a:stretch/>
        </a:blipFill>
        <a:effectLst/>
      </p:bgPr>
    </p:bg>
    <p:spTree>
      <p:nvGrpSpPr>
        <p:cNvPr id="1" name="">
          <a:extLst>
            <a:ext uri="{FF2B5EF4-FFF2-40B4-BE49-F238E27FC236}">
              <a16:creationId xmlns:a16="http://schemas.microsoft.com/office/drawing/2014/main" id="{88A0425F-C9F9-F634-67BD-1DDC3D6F1A88}"/>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5FC346D-60A1-0A4E-4785-3DF47D6A577B}"/>
              </a:ext>
            </a:extLst>
          </p:cNvPr>
          <p:cNvSpPr>
            <a:spLocks noGrp="1"/>
          </p:cNvSpPr>
          <p:nvPr>
            <p:ph type="title"/>
          </p:nvPr>
        </p:nvSpPr>
        <p:spPr>
          <a:xfrm>
            <a:off x="643855" y="1447799"/>
            <a:ext cx="3108626" cy="1444752"/>
          </a:xfrm>
        </p:spPr>
        <p:txBody>
          <a:bodyPr vert="horz" lIns="91440" tIns="45720" rIns="91440" bIns="45720" rtlCol="0" anchor="b">
            <a:normAutofit/>
          </a:bodyPr>
          <a:lstStyle/>
          <a:p>
            <a:pPr>
              <a:lnSpc>
                <a:spcPct val="90000"/>
              </a:lnSpc>
            </a:pPr>
            <a:r>
              <a:rPr lang="en-US" sz="2200" dirty="0"/>
              <a:t>Dynamic Failure - </a:t>
            </a:r>
            <a:r>
              <a:rPr lang="en-US" sz="2200" dirty="0" err="1"/>
              <a:t>Analisi</a:t>
            </a:r>
            <a:r>
              <a:rPr lang="en-US" sz="2200" dirty="0"/>
              <a:t> </a:t>
            </a:r>
            <a:r>
              <a:rPr lang="en-US" sz="2200" dirty="0" err="1"/>
              <a:t>Codice</a:t>
            </a:r>
            <a:r>
              <a:rPr lang="en-US" sz="2200" dirty="0"/>
              <a:t> LLM </a:t>
            </a:r>
            <a:r>
              <a:rPr lang="en-US" sz="2200" dirty="0" err="1"/>
              <a:t>Primario</a:t>
            </a:r>
            <a:br>
              <a:rPr lang="en-US" sz="2200" dirty="0"/>
            </a:br>
            <a:endParaRPr lang="en-US" sz="2200" dirty="0"/>
          </a:p>
        </p:txBody>
      </p:sp>
      <p:sp>
        <p:nvSpPr>
          <p:cNvPr id="15" name="Freeform 11">
            <a:extLst>
              <a:ext uri="{FF2B5EF4-FFF2-40B4-BE49-F238E27FC236}">
                <a16:creationId xmlns:a16="http://schemas.microsoft.com/office/drawing/2014/main" id="{2FEA51AE-2D18-46BE-B2CA-B90B131689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48110" y="-1"/>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tx1">
              <a:alpha val="20000"/>
            </a:schemeClr>
          </a:solidFill>
          <a:ln>
            <a:noFill/>
          </a:ln>
        </p:spPr>
        <p:txBody>
          <a:bodyPr rtlCol="0" anchor="ctr"/>
          <a:lstStyle/>
          <a:p>
            <a:pPr algn="ctr"/>
            <a:endParaRPr lang="en-US"/>
          </a:p>
        </p:txBody>
      </p:sp>
      <p:sp>
        <p:nvSpPr>
          <p:cNvPr id="17" name="Rectangle 16">
            <a:extLst>
              <a:ext uri="{FF2B5EF4-FFF2-40B4-BE49-F238E27FC236}">
                <a16:creationId xmlns:a16="http://schemas.microsoft.com/office/drawing/2014/main" id="{5E6A537E-C106-45AE-9BBB-3CE5594418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5">
            <a:extLst>
              <a:ext uri="{FF2B5EF4-FFF2-40B4-BE49-F238E27FC236}">
                <a16:creationId xmlns:a16="http://schemas.microsoft.com/office/drawing/2014/main" id="{F918BA52-E4A7-4EEC-898E-C49023767C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rot="16200000">
            <a:off x="1404667" y="2756642"/>
            <a:ext cx="6858000" cy="1344715"/>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rgbClr val="FFFFFF"/>
          </a:solidFill>
          <a:ln>
            <a:noFill/>
          </a:ln>
        </p:spPr>
        <p:txBody>
          <a:bodyPr/>
          <a:lstStyle/>
          <a:p>
            <a:endParaRPr lang="it-IT"/>
          </a:p>
        </p:txBody>
      </p:sp>
      <p:sp>
        <p:nvSpPr>
          <p:cNvPr id="13" name="Rectangle 20">
            <a:extLst>
              <a:ext uri="{FF2B5EF4-FFF2-40B4-BE49-F238E27FC236}">
                <a16:creationId xmlns:a16="http://schemas.microsoft.com/office/drawing/2014/main" id="{86D3F3B7-282C-4DDC-AD1B-C497F2942B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it-IT"/>
          </a:p>
        </p:txBody>
      </p:sp>
      <p:sp>
        <p:nvSpPr>
          <p:cNvPr id="10" name="Segnaposto contenuto 9">
            <a:extLst>
              <a:ext uri="{FF2B5EF4-FFF2-40B4-BE49-F238E27FC236}">
                <a16:creationId xmlns:a16="http://schemas.microsoft.com/office/drawing/2014/main" id="{CEE1AAD0-A7B9-8E2D-2503-18486F0F73F0}"/>
              </a:ext>
            </a:extLst>
          </p:cNvPr>
          <p:cNvSpPr>
            <a:spLocks noGrp="1"/>
          </p:cNvSpPr>
          <p:nvPr>
            <p:ph idx="1"/>
          </p:nvPr>
        </p:nvSpPr>
        <p:spPr>
          <a:xfrm>
            <a:off x="643855" y="3072385"/>
            <a:ext cx="3108057" cy="2947415"/>
          </a:xfrm>
        </p:spPr>
        <p:txBody>
          <a:bodyPr vert="horz" lIns="91440" tIns="45720" rIns="91440" bIns="45720" rtlCol="0">
            <a:normAutofit/>
          </a:bodyPr>
          <a:lstStyle/>
          <a:p>
            <a:pPr marL="285750" indent="-285750"/>
            <a:r>
              <a:rPr lang="en-US" sz="1400" dirty="0"/>
              <a:t>% LLM </a:t>
            </a:r>
            <a:r>
              <a:rPr lang="en-US" sz="1400" dirty="0" err="1"/>
              <a:t>primario</a:t>
            </a:r>
            <a:r>
              <a:rPr lang="en-US" sz="1400" dirty="0"/>
              <a:t> dice di non aver </a:t>
            </a:r>
            <a:r>
              <a:rPr lang="en-US" sz="1400" dirty="0" err="1"/>
              <a:t>trovato</a:t>
            </a:r>
            <a:r>
              <a:rPr lang="en-US" sz="1400" dirty="0"/>
              <a:t> </a:t>
            </a:r>
            <a:r>
              <a:rPr lang="en-US" sz="1400" dirty="0" err="1"/>
              <a:t>l'errore</a:t>
            </a:r>
            <a:r>
              <a:rPr lang="en-US" sz="1400" dirty="0"/>
              <a:t> </a:t>
            </a:r>
            <a:r>
              <a:rPr lang="en-US" sz="1400" dirty="0" err="1"/>
              <a:t>nel</a:t>
            </a:r>
            <a:r>
              <a:rPr lang="en-US" sz="1400" dirty="0"/>
              <a:t> </a:t>
            </a:r>
            <a:r>
              <a:rPr lang="en-US" sz="1400" dirty="0" err="1"/>
              <a:t>codice</a:t>
            </a:r>
            <a:r>
              <a:rPr lang="en-US" sz="1400" dirty="0"/>
              <a:t>. </a:t>
            </a:r>
          </a:p>
          <a:p>
            <a:pPr marL="285750" indent="-285750"/>
            <a:r>
              <a:rPr lang="en-US" sz="1400" dirty="0"/>
              <a:t>% LLM </a:t>
            </a:r>
            <a:r>
              <a:rPr lang="en-US" sz="1400" dirty="0" err="1"/>
              <a:t>primario</a:t>
            </a:r>
            <a:r>
              <a:rPr lang="en-US" sz="1400" dirty="0"/>
              <a:t> dice </a:t>
            </a:r>
            <a:r>
              <a:rPr lang="en-US" sz="1400" dirty="0" err="1"/>
              <a:t>che</a:t>
            </a:r>
            <a:r>
              <a:rPr lang="en-US" sz="1400" dirty="0"/>
              <a:t> è </a:t>
            </a:r>
            <a:r>
              <a:rPr lang="en-US" sz="1400" dirty="0" err="1"/>
              <a:t>scorretto</a:t>
            </a:r>
            <a:r>
              <a:rPr lang="en-US" sz="1400" dirty="0"/>
              <a:t>, ma </a:t>
            </a:r>
            <a:r>
              <a:rPr lang="en-US" sz="1400" dirty="0" err="1"/>
              <a:t>diagnosi</a:t>
            </a:r>
            <a:r>
              <a:rPr lang="en-US" sz="1400" dirty="0"/>
              <a:t> </a:t>
            </a:r>
            <a:r>
              <a:rPr lang="en-US" sz="1400" dirty="0" err="1"/>
              <a:t>codice</a:t>
            </a:r>
            <a:r>
              <a:rPr lang="en-US" sz="1400" dirty="0"/>
              <a:t> non è </a:t>
            </a:r>
            <a:r>
              <a:rPr lang="en-US" sz="1400" dirty="0" err="1"/>
              <a:t>corretta</a:t>
            </a:r>
            <a:r>
              <a:rPr lang="en-US" sz="1400" dirty="0"/>
              <a:t>.</a:t>
            </a:r>
          </a:p>
          <a:p>
            <a:pPr marL="285750" indent="-285750"/>
            <a:r>
              <a:rPr lang="en-US" sz="1400" dirty="0"/>
              <a:t>% LLM </a:t>
            </a:r>
            <a:r>
              <a:rPr lang="en-US" sz="1400" dirty="0" err="1"/>
              <a:t>primario</a:t>
            </a:r>
            <a:r>
              <a:rPr lang="en-US" sz="1400" dirty="0"/>
              <a:t> dice </a:t>
            </a:r>
            <a:r>
              <a:rPr lang="en-US" sz="1400" dirty="0" err="1"/>
              <a:t>che</a:t>
            </a:r>
            <a:r>
              <a:rPr lang="en-US" sz="1400" dirty="0"/>
              <a:t> è </a:t>
            </a:r>
            <a:r>
              <a:rPr lang="en-US" sz="1400" dirty="0" err="1"/>
              <a:t>scorretto</a:t>
            </a:r>
            <a:r>
              <a:rPr lang="en-US" sz="1400" dirty="0"/>
              <a:t>, e la </a:t>
            </a:r>
            <a:r>
              <a:rPr lang="en-US" sz="1400" dirty="0" err="1"/>
              <a:t>diagnosi</a:t>
            </a:r>
            <a:r>
              <a:rPr lang="en-US" sz="1400" dirty="0"/>
              <a:t> </a:t>
            </a:r>
            <a:r>
              <a:rPr lang="en-US" sz="1400" dirty="0" err="1"/>
              <a:t>codice</a:t>
            </a:r>
            <a:r>
              <a:rPr lang="en-US" sz="1400" dirty="0"/>
              <a:t> è </a:t>
            </a:r>
            <a:r>
              <a:rPr lang="en-US" sz="1400" dirty="0" err="1"/>
              <a:t>corretta</a:t>
            </a:r>
            <a:r>
              <a:rPr lang="en-US" sz="1400" dirty="0"/>
              <a:t>.</a:t>
            </a:r>
          </a:p>
        </p:txBody>
      </p:sp>
      <p:pic>
        <p:nvPicPr>
          <p:cNvPr id="8" name="Immagine 7">
            <a:extLst>
              <a:ext uri="{FF2B5EF4-FFF2-40B4-BE49-F238E27FC236}">
                <a16:creationId xmlns:a16="http://schemas.microsoft.com/office/drawing/2014/main" id="{67C966C0-469A-C4F3-4E73-47707D821D59}"/>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5048455" y="1785046"/>
            <a:ext cx="6495836" cy="3897501"/>
          </a:xfrm>
          <a:prstGeom prst="rect">
            <a:avLst/>
          </a:prstGeom>
          <a:effectLst/>
        </p:spPr>
      </p:pic>
    </p:spTree>
    <p:extLst>
      <p:ext uri="{BB962C8B-B14F-4D97-AF65-F5344CB8AC3E}">
        <p14:creationId xmlns:p14="http://schemas.microsoft.com/office/powerpoint/2010/main" val="1110123291"/>
      </p:ext>
    </p:extLst>
  </p:cSld>
  <p:clrMapOvr>
    <a:masterClrMapping/>
  </p:clrMapOvr>
  <p:transition spd="slow">
    <p:wipe/>
  </p:transition>
</p:sld>
</file>

<file path=ppt/slides/slide13.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62000"/>
                <a:hueMod val="108000"/>
                <a:satMod val="164000"/>
                <a:lumMod val="69000"/>
              </a:schemeClr>
              <a:schemeClr val="bg2">
                <a:tint val="96000"/>
                <a:hueMod val="90000"/>
                <a:satMod val="130000"/>
                <a:lumMod val="134000"/>
              </a:schemeClr>
            </a:duotone>
          </a:blip>
          <a:stretch/>
        </a:blipFill>
        <a:effectLst/>
      </p:bgPr>
    </p:bg>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48E4098-A90E-7297-148B-44D46EA7E70A}"/>
              </a:ext>
            </a:extLst>
          </p:cNvPr>
          <p:cNvSpPr>
            <a:spLocks noGrp="1"/>
          </p:cNvSpPr>
          <p:nvPr>
            <p:ph type="title"/>
          </p:nvPr>
        </p:nvSpPr>
        <p:spPr>
          <a:xfrm>
            <a:off x="648931" y="629266"/>
            <a:ext cx="4166510" cy="1622321"/>
          </a:xfrm>
        </p:spPr>
        <p:txBody>
          <a:bodyPr vert="horz" lIns="91440" tIns="45720" rIns="91440" bIns="45720" rtlCol="0" anchor="t">
            <a:normAutofit/>
          </a:bodyPr>
          <a:lstStyle/>
          <a:p>
            <a:pPr>
              <a:lnSpc>
                <a:spcPct val="90000"/>
              </a:lnSpc>
            </a:pPr>
            <a:r>
              <a:rPr lang="en-US" sz="3300" dirty="0"/>
              <a:t>Static Failure - </a:t>
            </a:r>
            <a:r>
              <a:rPr lang="en-US" sz="3300" dirty="0" err="1"/>
              <a:t>Analisi</a:t>
            </a:r>
            <a:r>
              <a:rPr lang="en-US" sz="3300" dirty="0"/>
              <a:t> Output LLM </a:t>
            </a:r>
            <a:r>
              <a:rPr lang="en-US" sz="3300" dirty="0" err="1"/>
              <a:t>Primario</a:t>
            </a:r>
            <a:endParaRPr lang="en-US" sz="3300" dirty="0"/>
          </a:p>
        </p:txBody>
      </p:sp>
      <p:sp>
        <p:nvSpPr>
          <p:cNvPr id="6" name="CasellaDiTesto 5">
            <a:extLst>
              <a:ext uri="{FF2B5EF4-FFF2-40B4-BE49-F238E27FC236}">
                <a16:creationId xmlns:a16="http://schemas.microsoft.com/office/drawing/2014/main" id="{3DA6B73A-4089-5383-4472-FC6BA0B03615}"/>
              </a:ext>
            </a:extLst>
          </p:cNvPr>
          <p:cNvSpPr txBox="1"/>
          <p:nvPr/>
        </p:nvSpPr>
        <p:spPr>
          <a:xfrm>
            <a:off x="648931" y="2438400"/>
            <a:ext cx="4166509" cy="3785419"/>
          </a:xfrm>
          <a:prstGeom prst="rect">
            <a:avLst/>
          </a:prstGeom>
        </p:spPr>
        <p:txBody>
          <a:bodyPr vert="horz" lIns="91440" tIns="45720" rIns="91440" bIns="45720" rtlCol="0">
            <a:normAutofit/>
          </a:bodyPr>
          <a:lstStyle/>
          <a:p>
            <a:pPr defTabSz="457200">
              <a:spcBef>
                <a:spcPts val="1000"/>
              </a:spcBef>
              <a:buClr>
                <a:schemeClr val="accent1"/>
              </a:buClr>
              <a:buSzPct val="80000"/>
              <a:buFont typeface="Wingdings 3" charset="2"/>
              <a:buChar char=""/>
            </a:pPr>
            <a:r>
              <a:rPr lang="en-US" dirty="0">
                <a:latin typeface="+mj-lt"/>
                <a:ea typeface="+mj-ea"/>
                <a:cs typeface="+mj-cs"/>
              </a:rPr>
              <a:t> % </a:t>
            </a:r>
            <a:r>
              <a:rPr lang="en-US">
                <a:latin typeface="+mj-lt"/>
                <a:ea typeface="+mj-ea"/>
                <a:cs typeface="+mj-cs"/>
              </a:rPr>
              <a:t>LLM primario dice che </a:t>
            </a:r>
            <a:r>
              <a:rPr lang="en-US" dirty="0">
                <a:latin typeface="+mj-lt"/>
                <a:ea typeface="+mj-ea"/>
                <a:cs typeface="+mj-cs"/>
              </a:rPr>
              <a:t>output </a:t>
            </a:r>
            <a:r>
              <a:rPr lang="en-US">
                <a:latin typeface="+mj-lt"/>
                <a:ea typeface="+mj-ea"/>
                <a:cs typeface="+mj-cs"/>
              </a:rPr>
              <a:t>è corretto </a:t>
            </a:r>
            <a:r>
              <a:rPr lang="en-US" dirty="0">
                <a:latin typeface="+mj-lt"/>
                <a:ea typeface="+mj-ea"/>
                <a:cs typeface="+mj-cs"/>
              </a:rPr>
              <a:t>(è ok</a:t>
            </a:r>
            <a:r>
              <a:rPr lang="en-US">
                <a:latin typeface="+mj-lt"/>
                <a:ea typeface="+mj-ea"/>
                <a:cs typeface="+mj-cs"/>
              </a:rPr>
              <a:t>, si </a:t>
            </a:r>
            <a:r>
              <a:rPr lang="en-US" dirty="0">
                <a:latin typeface="+mj-lt"/>
                <a:ea typeface="+mj-ea"/>
                <a:cs typeface="+mj-cs"/>
              </a:rPr>
              <a:t>trova con ground truth).</a:t>
            </a:r>
          </a:p>
          <a:p>
            <a:pPr defTabSz="457200">
              <a:spcBef>
                <a:spcPts val="1000"/>
              </a:spcBef>
              <a:buClr>
                <a:schemeClr val="accent1"/>
              </a:buClr>
              <a:buSzPct val="80000"/>
              <a:buFont typeface="Wingdings 3" charset="2"/>
              <a:buChar char=""/>
            </a:pPr>
            <a:r>
              <a:rPr lang="en-US" dirty="0">
                <a:latin typeface="+mj-lt"/>
                <a:ea typeface="+mj-ea"/>
                <a:cs typeface="+mj-cs"/>
              </a:rPr>
              <a:t> % </a:t>
            </a:r>
            <a:r>
              <a:rPr lang="en-US">
                <a:latin typeface="+mj-lt"/>
                <a:ea typeface="+mj-ea"/>
                <a:cs typeface="+mj-cs"/>
              </a:rPr>
              <a:t>LLM primario dice che è scorretto (diagnosi è scorretta a prescindere).</a:t>
            </a:r>
            <a:endParaRPr lang="en-US" dirty="0">
              <a:latin typeface="+mj-lt"/>
              <a:ea typeface="+mj-ea"/>
              <a:cs typeface="+mj-cs"/>
            </a:endParaRPr>
          </a:p>
        </p:txBody>
      </p:sp>
      <p:sp>
        <p:nvSpPr>
          <p:cNvPr id="16" name="Freeform 31">
            <a:extLst>
              <a:ext uri="{FF2B5EF4-FFF2-40B4-BE49-F238E27FC236}">
                <a16:creationId xmlns:a16="http://schemas.microsoft.com/office/drawing/2014/main" id="{D6CEF2A9-EF08-4FB3-AFFB-C5F77AB6E0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94020" y="-1"/>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tx1">
              <a:alpha val="20000"/>
            </a:schemeClr>
          </a:solidFill>
          <a:ln>
            <a:noFill/>
          </a:ln>
        </p:spPr>
        <p:txBody>
          <a:bodyPr rtlCol="0" anchor="ctr"/>
          <a:lstStyle/>
          <a:p>
            <a:pPr algn="ctr"/>
            <a:endParaRPr lang="en-US"/>
          </a:p>
        </p:txBody>
      </p:sp>
      <p:sp>
        <p:nvSpPr>
          <p:cNvPr id="18" name="Rectangle 16">
            <a:extLst>
              <a:ext uri="{FF2B5EF4-FFF2-40B4-BE49-F238E27FC236}">
                <a16:creationId xmlns:a16="http://schemas.microsoft.com/office/drawing/2014/main" id="{4109C3C2-C0A8-4559-8462-8007573DF4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3992" y="0"/>
            <a:ext cx="6098427"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5">
            <a:extLst>
              <a:ext uri="{FF2B5EF4-FFF2-40B4-BE49-F238E27FC236}">
                <a16:creationId xmlns:a16="http://schemas.microsoft.com/office/drawing/2014/main" id="{4C535542-B72A-4DE0-BE5A-5EA00508C7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rot="16200000">
            <a:off x="2450577" y="2756642"/>
            <a:ext cx="6858000" cy="1344715"/>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rgbClr val="FFFFFF"/>
          </a:solidFill>
          <a:ln>
            <a:noFill/>
          </a:ln>
        </p:spPr>
        <p:txBody>
          <a:bodyPr/>
          <a:lstStyle/>
          <a:p>
            <a:endParaRPr lang="it-IT"/>
          </a:p>
        </p:txBody>
      </p:sp>
      <p:pic>
        <p:nvPicPr>
          <p:cNvPr id="10" name="Segnaposto contenuto 9">
            <a:extLst>
              <a:ext uri="{FF2B5EF4-FFF2-40B4-BE49-F238E27FC236}">
                <a16:creationId xmlns:a16="http://schemas.microsoft.com/office/drawing/2014/main" id="{63341522-CA2C-E841-596E-8D8409E83AF8}"/>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l="1744" r="1744"/>
          <a:stretch/>
        </p:blipFill>
        <p:spPr>
          <a:xfrm>
            <a:off x="5436159" y="1328989"/>
            <a:ext cx="6755842" cy="4200019"/>
          </a:xfrm>
          <a:prstGeom prst="rect">
            <a:avLst/>
          </a:prstGeom>
          <a:effectLst/>
        </p:spPr>
      </p:pic>
      <p:sp>
        <p:nvSpPr>
          <p:cNvPr id="22" name="Rectangle 20">
            <a:extLst>
              <a:ext uri="{FF2B5EF4-FFF2-40B4-BE49-F238E27FC236}">
                <a16:creationId xmlns:a16="http://schemas.microsoft.com/office/drawing/2014/main" id="{11DF0705-615B-4CF3-A16F-8C14680D8B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42448"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4184518395"/>
      </p:ext>
    </p:extLst>
  </p:cSld>
  <p:clrMapOvr>
    <a:masterClrMapping/>
  </p:clrMapOvr>
  <p:transition spd="slow">
    <p:wipe/>
  </p:transition>
</p:sld>
</file>

<file path=ppt/slides/slide14.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62000"/>
                <a:hueMod val="108000"/>
                <a:satMod val="164000"/>
                <a:lumMod val="69000"/>
              </a:schemeClr>
              <a:schemeClr val="bg2">
                <a:tint val="96000"/>
                <a:hueMod val="90000"/>
                <a:satMod val="130000"/>
                <a:lumMod val="134000"/>
              </a:schemeClr>
            </a:duotone>
          </a:blip>
          <a:stretch/>
        </a:blipFill>
        <a:effectLst/>
      </p:bgPr>
    </p:bg>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24EFCC-81B2-8263-6C91-786C4A2FA3BF}"/>
              </a:ext>
            </a:extLst>
          </p:cNvPr>
          <p:cNvSpPr>
            <a:spLocks noGrp="1"/>
          </p:cNvSpPr>
          <p:nvPr>
            <p:ph type="title"/>
          </p:nvPr>
        </p:nvSpPr>
        <p:spPr>
          <a:xfrm>
            <a:off x="648930" y="629266"/>
            <a:ext cx="9252154" cy="1223983"/>
          </a:xfrm>
        </p:spPr>
        <p:txBody>
          <a:bodyPr>
            <a:normAutofit/>
          </a:bodyPr>
          <a:lstStyle/>
          <a:p>
            <a:pPr>
              <a:lnSpc>
                <a:spcPct val="90000"/>
              </a:lnSpc>
            </a:pPr>
            <a:r>
              <a:rPr lang="en-US" sz="3900" dirty="0"/>
              <a:t>Static Failure - </a:t>
            </a:r>
            <a:r>
              <a:rPr lang="en-US" sz="3900" dirty="0" err="1"/>
              <a:t>Analisi</a:t>
            </a:r>
            <a:r>
              <a:rPr lang="en-US" sz="3900" dirty="0"/>
              <a:t> </a:t>
            </a:r>
            <a:r>
              <a:rPr lang="en-US" sz="3900" dirty="0" err="1"/>
              <a:t>Codice</a:t>
            </a:r>
            <a:r>
              <a:rPr lang="en-US" sz="3900" dirty="0"/>
              <a:t> LLM </a:t>
            </a:r>
            <a:r>
              <a:rPr lang="en-US" sz="3900" dirty="0" err="1"/>
              <a:t>Primario</a:t>
            </a:r>
            <a:endParaRPr lang="it-IT" sz="3900" dirty="0"/>
          </a:p>
        </p:txBody>
      </p:sp>
      <p:pic>
        <p:nvPicPr>
          <p:cNvPr id="5" name="Immagine 4">
            <a:extLst>
              <a:ext uri="{FF2B5EF4-FFF2-40B4-BE49-F238E27FC236}">
                <a16:creationId xmlns:a16="http://schemas.microsoft.com/office/drawing/2014/main" id="{18C5EB5E-FF25-E72D-9CB1-FCD0EF7FE3F3}"/>
              </a:ext>
            </a:extLst>
          </p:cNvPr>
          <p:cNvPicPr>
            <a:picLocks noChangeAspect="1"/>
          </p:cNvPicPr>
          <p:nvPr/>
        </p:nvPicPr>
        <p:blipFill>
          <a:blip r:embed="rId3">
            <a:extLst>
              <a:ext uri="{28A0092B-C50C-407E-A947-70E740481C1C}">
                <a14:useLocalDpi xmlns:a14="http://schemas.microsoft.com/office/drawing/2010/main" val="0"/>
              </a:ext>
            </a:extLst>
          </a:blip>
          <a:srcRect l="1737" r="1737"/>
          <a:stretch/>
        </p:blipFill>
        <p:spPr>
          <a:xfrm>
            <a:off x="78658" y="1853249"/>
            <a:ext cx="6750752" cy="4196185"/>
          </a:xfrm>
          <a:prstGeom prst="rect">
            <a:avLst/>
          </a:prstGeom>
          <a:effectLst>
            <a:outerShdw blurRad="50800" dist="38100" dir="5400000" algn="t" rotWithShape="0">
              <a:prstClr val="black">
                <a:alpha val="43000"/>
              </a:prstClr>
            </a:outerShdw>
          </a:effectLst>
        </p:spPr>
      </p:pic>
      <p:sp>
        <p:nvSpPr>
          <p:cNvPr id="3" name="Segnaposto contenuto 2">
            <a:extLst>
              <a:ext uri="{FF2B5EF4-FFF2-40B4-BE49-F238E27FC236}">
                <a16:creationId xmlns:a16="http://schemas.microsoft.com/office/drawing/2014/main" id="{9730B24D-B359-8564-AB53-48523D1FE038}"/>
              </a:ext>
            </a:extLst>
          </p:cNvPr>
          <p:cNvSpPr>
            <a:spLocks noGrp="1"/>
          </p:cNvSpPr>
          <p:nvPr>
            <p:ph idx="1"/>
          </p:nvPr>
        </p:nvSpPr>
        <p:spPr>
          <a:xfrm>
            <a:off x="6967061" y="1853249"/>
            <a:ext cx="4338409" cy="4196185"/>
          </a:xfrm>
        </p:spPr>
        <p:txBody>
          <a:bodyPr>
            <a:normAutofit/>
          </a:bodyPr>
          <a:lstStyle/>
          <a:p>
            <a:r>
              <a:rPr lang="it-IT" dirty="0"/>
              <a:t>% LLM primario dice di non aver trovato l'errore nel codice.</a:t>
            </a:r>
          </a:p>
          <a:p>
            <a:r>
              <a:rPr lang="it-IT" dirty="0"/>
              <a:t>% LLM primario dice che è scorretto, ma diagnosi codice non è corretta.</a:t>
            </a:r>
          </a:p>
          <a:p>
            <a:r>
              <a:rPr lang="it-IT" dirty="0"/>
              <a:t>% LLM primario dice che è scorretto, e la diagnosi codice è corretta.</a:t>
            </a:r>
          </a:p>
        </p:txBody>
      </p:sp>
    </p:spTree>
    <p:extLst>
      <p:ext uri="{BB962C8B-B14F-4D97-AF65-F5344CB8AC3E}">
        <p14:creationId xmlns:p14="http://schemas.microsoft.com/office/powerpoint/2010/main" val="1134298706"/>
      </p:ext>
    </p:extLst>
  </p:cSld>
  <p:clrMapOvr>
    <a:masterClrMapping/>
  </p:clrMapOvr>
  <p:transition spd="slow">
    <p:wip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6F25B5-155B-7531-70D2-7543A3CBB86D}"/>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664F61F5-2034-3B60-9D77-28C2D29D90F0}"/>
              </a:ext>
            </a:extLst>
          </p:cNvPr>
          <p:cNvSpPr>
            <a:spLocks noGrp="1"/>
          </p:cNvSpPr>
          <p:nvPr>
            <p:ph type="title"/>
          </p:nvPr>
        </p:nvSpPr>
        <p:spPr>
          <a:xfrm>
            <a:off x="648931" y="629266"/>
            <a:ext cx="4166510" cy="1622321"/>
          </a:xfrm>
        </p:spPr>
        <p:txBody>
          <a:bodyPr vert="horz" lIns="91440" tIns="45720" rIns="91440" bIns="45720" rtlCol="0" anchor="t">
            <a:normAutofit fontScale="90000"/>
          </a:bodyPr>
          <a:lstStyle/>
          <a:p>
            <a:pPr>
              <a:lnSpc>
                <a:spcPct val="90000"/>
              </a:lnSpc>
            </a:pPr>
            <a:r>
              <a:rPr lang="en-US" sz="3300" dirty="0" err="1"/>
              <a:t>Corretti</a:t>
            </a:r>
            <a:r>
              <a:rPr lang="en-US" sz="3300" dirty="0"/>
              <a:t>- </a:t>
            </a:r>
            <a:r>
              <a:rPr lang="en-US" sz="3300" dirty="0" err="1"/>
              <a:t>Analisi</a:t>
            </a:r>
            <a:r>
              <a:rPr lang="en-US" sz="3300" dirty="0"/>
              <a:t> Output LLM </a:t>
            </a:r>
            <a:r>
              <a:rPr lang="en-US" sz="3300" dirty="0" err="1"/>
              <a:t>Primario</a:t>
            </a:r>
            <a:r>
              <a:rPr lang="en-US" sz="3300" dirty="0"/>
              <a:t> (</a:t>
            </a:r>
            <a:r>
              <a:rPr lang="en-US" sz="3300" dirty="0" err="1"/>
              <a:t>falsi</a:t>
            </a:r>
            <a:r>
              <a:rPr lang="en-US" sz="3300" dirty="0"/>
              <a:t> </a:t>
            </a:r>
            <a:r>
              <a:rPr lang="en-US" sz="3300" dirty="0" err="1"/>
              <a:t>positivi</a:t>
            </a:r>
            <a:r>
              <a:rPr lang="en-US" sz="3300" dirty="0"/>
              <a:t>)</a:t>
            </a:r>
          </a:p>
        </p:txBody>
      </p:sp>
      <p:sp>
        <p:nvSpPr>
          <p:cNvPr id="6" name="CasellaDiTesto 5">
            <a:extLst>
              <a:ext uri="{FF2B5EF4-FFF2-40B4-BE49-F238E27FC236}">
                <a16:creationId xmlns:a16="http://schemas.microsoft.com/office/drawing/2014/main" id="{403A3B55-1A21-93CD-67E2-CAB84C6C3191}"/>
              </a:ext>
            </a:extLst>
          </p:cNvPr>
          <p:cNvSpPr txBox="1"/>
          <p:nvPr/>
        </p:nvSpPr>
        <p:spPr>
          <a:xfrm>
            <a:off x="648931" y="2438400"/>
            <a:ext cx="4166509" cy="3785419"/>
          </a:xfrm>
          <a:prstGeom prst="rect">
            <a:avLst/>
          </a:prstGeom>
        </p:spPr>
        <p:txBody>
          <a:bodyPr vert="horz" lIns="91440" tIns="45720" rIns="91440" bIns="45720" rtlCol="0">
            <a:normAutofit/>
          </a:bodyPr>
          <a:lstStyle/>
          <a:p>
            <a:pPr defTabSz="457200">
              <a:spcBef>
                <a:spcPts val="1000"/>
              </a:spcBef>
              <a:buClr>
                <a:schemeClr val="accent1"/>
              </a:buClr>
              <a:buSzPct val="80000"/>
              <a:buFont typeface="Wingdings 3" charset="2"/>
              <a:buChar char=""/>
            </a:pPr>
            <a:r>
              <a:rPr lang="en-US" dirty="0">
                <a:latin typeface="+mj-lt"/>
                <a:ea typeface="+mj-ea"/>
                <a:cs typeface="+mj-cs"/>
              </a:rPr>
              <a:t> % LLM </a:t>
            </a:r>
            <a:r>
              <a:rPr lang="en-US" dirty="0" err="1">
                <a:latin typeface="+mj-lt"/>
                <a:ea typeface="+mj-ea"/>
                <a:cs typeface="+mj-cs"/>
              </a:rPr>
              <a:t>primario</a:t>
            </a:r>
            <a:r>
              <a:rPr lang="en-US" dirty="0">
                <a:latin typeface="+mj-lt"/>
                <a:ea typeface="+mj-ea"/>
                <a:cs typeface="+mj-cs"/>
              </a:rPr>
              <a:t> dice </a:t>
            </a:r>
            <a:r>
              <a:rPr lang="en-US" dirty="0" err="1">
                <a:latin typeface="+mj-lt"/>
                <a:ea typeface="+mj-ea"/>
                <a:cs typeface="+mj-cs"/>
              </a:rPr>
              <a:t>che</a:t>
            </a:r>
            <a:r>
              <a:rPr lang="en-US" dirty="0">
                <a:latin typeface="+mj-lt"/>
                <a:ea typeface="+mj-ea"/>
                <a:cs typeface="+mj-cs"/>
              </a:rPr>
              <a:t> output è </a:t>
            </a:r>
            <a:r>
              <a:rPr lang="en-US" dirty="0" err="1">
                <a:latin typeface="+mj-lt"/>
                <a:ea typeface="+mj-ea"/>
                <a:cs typeface="+mj-cs"/>
              </a:rPr>
              <a:t>corretto</a:t>
            </a:r>
            <a:r>
              <a:rPr lang="en-US" dirty="0">
                <a:latin typeface="+mj-lt"/>
                <a:ea typeface="+mj-ea"/>
                <a:cs typeface="+mj-cs"/>
              </a:rPr>
              <a:t> (è ok, </a:t>
            </a:r>
            <a:r>
              <a:rPr lang="en-US" dirty="0" err="1">
                <a:latin typeface="+mj-lt"/>
                <a:ea typeface="+mj-ea"/>
                <a:cs typeface="+mj-cs"/>
              </a:rPr>
              <a:t>si</a:t>
            </a:r>
            <a:r>
              <a:rPr lang="en-US" dirty="0">
                <a:latin typeface="+mj-lt"/>
                <a:ea typeface="+mj-ea"/>
                <a:cs typeface="+mj-cs"/>
              </a:rPr>
              <a:t> trova con ground truth).</a:t>
            </a:r>
          </a:p>
          <a:p>
            <a:pPr defTabSz="457200">
              <a:spcBef>
                <a:spcPts val="1000"/>
              </a:spcBef>
              <a:buClr>
                <a:schemeClr val="accent1"/>
              </a:buClr>
              <a:buSzPct val="80000"/>
              <a:buFont typeface="Wingdings 3" charset="2"/>
              <a:buChar char=""/>
            </a:pPr>
            <a:r>
              <a:rPr lang="en-US" dirty="0">
                <a:latin typeface="+mj-lt"/>
                <a:ea typeface="+mj-ea"/>
                <a:cs typeface="+mj-cs"/>
              </a:rPr>
              <a:t> % LLM </a:t>
            </a:r>
            <a:r>
              <a:rPr lang="en-US" dirty="0" err="1">
                <a:latin typeface="+mj-lt"/>
                <a:ea typeface="+mj-ea"/>
                <a:cs typeface="+mj-cs"/>
              </a:rPr>
              <a:t>primario</a:t>
            </a:r>
            <a:r>
              <a:rPr lang="en-US" dirty="0">
                <a:latin typeface="+mj-lt"/>
                <a:ea typeface="+mj-ea"/>
                <a:cs typeface="+mj-cs"/>
              </a:rPr>
              <a:t> dice </a:t>
            </a:r>
            <a:r>
              <a:rPr lang="en-US" dirty="0" err="1">
                <a:latin typeface="+mj-lt"/>
                <a:ea typeface="+mj-ea"/>
                <a:cs typeface="+mj-cs"/>
              </a:rPr>
              <a:t>che</a:t>
            </a:r>
            <a:r>
              <a:rPr lang="en-US" dirty="0">
                <a:latin typeface="+mj-lt"/>
                <a:ea typeface="+mj-ea"/>
                <a:cs typeface="+mj-cs"/>
              </a:rPr>
              <a:t> è </a:t>
            </a:r>
            <a:r>
              <a:rPr lang="en-US" dirty="0" err="1">
                <a:latin typeface="+mj-lt"/>
                <a:ea typeface="+mj-ea"/>
                <a:cs typeface="+mj-cs"/>
              </a:rPr>
              <a:t>scorretto</a:t>
            </a:r>
            <a:r>
              <a:rPr lang="en-US" dirty="0">
                <a:latin typeface="+mj-lt"/>
                <a:ea typeface="+mj-ea"/>
                <a:cs typeface="+mj-cs"/>
              </a:rPr>
              <a:t> (</a:t>
            </a:r>
            <a:r>
              <a:rPr lang="en-US" dirty="0" err="1">
                <a:latin typeface="+mj-lt"/>
                <a:ea typeface="+mj-ea"/>
                <a:cs typeface="+mj-cs"/>
              </a:rPr>
              <a:t>diagnosi</a:t>
            </a:r>
            <a:r>
              <a:rPr lang="en-US" dirty="0">
                <a:latin typeface="+mj-lt"/>
                <a:ea typeface="+mj-ea"/>
                <a:cs typeface="+mj-cs"/>
              </a:rPr>
              <a:t> è </a:t>
            </a:r>
            <a:r>
              <a:rPr lang="en-US" dirty="0" err="1">
                <a:latin typeface="+mj-lt"/>
                <a:ea typeface="+mj-ea"/>
                <a:cs typeface="+mj-cs"/>
              </a:rPr>
              <a:t>scorretta</a:t>
            </a:r>
            <a:r>
              <a:rPr lang="en-US" dirty="0">
                <a:latin typeface="+mj-lt"/>
                <a:ea typeface="+mj-ea"/>
                <a:cs typeface="+mj-cs"/>
              </a:rPr>
              <a:t> a </a:t>
            </a:r>
            <a:r>
              <a:rPr lang="en-US" dirty="0" err="1">
                <a:latin typeface="+mj-lt"/>
                <a:ea typeface="+mj-ea"/>
                <a:cs typeface="+mj-cs"/>
              </a:rPr>
              <a:t>prescindere</a:t>
            </a:r>
            <a:r>
              <a:rPr lang="en-US" dirty="0">
                <a:latin typeface="+mj-lt"/>
                <a:ea typeface="+mj-ea"/>
                <a:cs typeface="+mj-cs"/>
              </a:rPr>
              <a:t>).</a:t>
            </a:r>
          </a:p>
        </p:txBody>
      </p:sp>
      <p:pic>
        <p:nvPicPr>
          <p:cNvPr id="10" name="Segnaposto contenuto 9">
            <a:extLst>
              <a:ext uri="{FF2B5EF4-FFF2-40B4-BE49-F238E27FC236}">
                <a16:creationId xmlns:a16="http://schemas.microsoft.com/office/drawing/2014/main" id="{08A9A256-706C-A8C7-C2E2-0279C8FE242F}"/>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l="1281" r="1281"/>
          <a:stretch/>
        </p:blipFill>
        <p:spPr>
          <a:xfrm>
            <a:off x="5175433" y="1328990"/>
            <a:ext cx="6820657" cy="4200019"/>
          </a:xfrm>
          <a:prstGeom prst="rect">
            <a:avLst/>
          </a:prstGeom>
          <a:effectLst/>
        </p:spPr>
      </p:pic>
    </p:spTree>
    <p:extLst>
      <p:ext uri="{BB962C8B-B14F-4D97-AF65-F5344CB8AC3E}">
        <p14:creationId xmlns:p14="http://schemas.microsoft.com/office/powerpoint/2010/main" val="2485517940"/>
      </p:ext>
    </p:extLst>
  </p:cSld>
  <p:clrMapOvr>
    <a:masterClrMapping/>
  </p:clrMapOvr>
  <p:transition spd="slow">
    <p:wip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6F25B5-155B-7531-70D2-7543A3CBB86D}"/>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664F61F5-2034-3B60-9D77-28C2D29D90F0}"/>
              </a:ext>
            </a:extLst>
          </p:cNvPr>
          <p:cNvSpPr>
            <a:spLocks noGrp="1"/>
          </p:cNvSpPr>
          <p:nvPr>
            <p:ph type="title"/>
          </p:nvPr>
        </p:nvSpPr>
        <p:spPr>
          <a:xfrm>
            <a:off x="648931" y="629266"/>
            <a:ext cx="4166510" cy="1622321"/>
          </a:xfrm>
        </p:spPr>
        <p:txBody>
          <a:bodyPr vert="horz" lIns="91440" tIns="45720" rIns="91440" bIns="45720" rtlCol="0" anchor="t">
            <a:normAutofit fontScale="90000"/>
          </a:bodyPr>
          <a:lstStyle/>
          <a:p>
            <a:pPr>
              <a:lnSpc>
                <a:spcPct val="90000"/>
              </a:lnSpc>
            </a:pPr>
            <a:r>
              <a:rPr lang="en-US" sz="3300" dirty="0" err="1"/>
              <a:t>Corretti</a:t>
            </a:r>
            <a:r>
              <a:rPr lang="en-US" sz="3300" dirty="0"/>
              <a:t>- </a:t>
            </a:r>
            <a:r>
              <a:rPr lang="en-US" sz="3300" dirty="0" err="1"/>
              <a:t>Analisi</a:t>
            </a:r>
            <a:r>
              <a:rPr lang="en-US" sz="3300" dirty="0"/>
              <a:t> </a:t>
            </a:r>
            <a:r>
              <a:rPr lang="it-IT" sz="3300" dirty="0"/>
              <a:t>Codice</a:t>
            </a:r>
            <a:r>
              <a:rPr lang="en-US" sz="3300" dirty="0"/>
              <a:t> LLM </a:t>
            </a:r>
            <a:r>
              <a:rPr lang="en-US" sz="3300" dirty="0" err="1"/>
              <a:t>Primario</a:t>
            </a:r>
            <a:r>
              <a:rPr lang="en-US" sz="3300" dirty="0"/>
              <a:t> (</a:t>
            </a:r>
            <a:r>
              <a:rPr lang="en-US" sz="3300" dirty="0" err="1"/>
              <a:t>falsi</a:t>
            </a:r>
            <a:r>
              <a:rPr lang="en-US" sz="3300" dirty="0"/>
              <a:t> </a:t>
            </a:r>
            <a:r>
              <a:rPr lang="en-US" sz="3300" dirty="0" err="1"/>
              <a:t>positivi</a:t>
            </a:r>
            <a:r>
              <a:rPr lang="en-US" sz="3300" dirty="0"/>
              <a:t>)</a:t>
            </a:r>
          </a:p>
        </p:txBody>
      </p:sp>
      <p:sp>
        <p:nvSpPr>
          <p:cNvPr id="6" name="CasellaDiTesto 5">
            <a:extLst>
              <a:ext uri="{FF2B5EF4-FFF2-40B4-BE49-F238E27FC236}">
                <a16:creationId xmlns:a16="http://schemas.microsoft.com/office/drawing/2014/main" id="{403A3B55-1A21-93CD-67E2-CAB84C6C3191}"/>
              </a:ext>
            </a:extLst>
          </p:cNvPr>
          <p:cNvSpPr txBox="1"/>
          <p:nvPr/>
        </p:nvSpPr>
        <p:spPr>
          <a:xfrm>
            <a:off x="648931" y="2438400"/>
            <a:ext cx="4166509" cy="3785419"/>
          </a:xfrm>
          <a:prstGeom prst="rect">
            <a:avLst/>
          </a:prstGeom>
        </p:spPr>
        <p:txBody>
          <a:bodyPr vert="horz" lIns="91440" tIns="45720" rIns="91440" bIns="45720" rtlCol="0">
            <a:normAutofit/>
          </a:bodyPr>
          <a:lstStyle/>
          <a:p>
            <a:pPr defTabSz="457200">
              <a:spcBef>
                <a:spcPts val="1000"/>
              </a:spcBef>
              <a:buClr>
                <a:schemeClr val="accent1"/>
              </a:buClr>
              <a:buSzPct val="80000"/>
              <a:buFont typeface="Wingdings 3" charset="2"/>
              <a:buChar char=""/>
            </a:pPr>
            <a:r>
              <a:rPr lang="en-US" dirty="0">
                <a:latin typeface="+mj-lt"/>
                <a:ea typeface="+mj-ea"/>
                <a:cs typeface="+mj-cs"/>
              </a:rPr>
              <a:t> % LLM </a:t>
            </a:r>
            <a:r>
              <a:rPr lang="en-US" dirty="0" err="1">
                <a:latin typeface="+mj-lt"/>
                <a:ea typeface="+mj-ea"/>
                <a:cs typeface="+mj-cs"/>
              </a:rPr>
              <a:t>primario</a:t>
            </a:r>
            <a:r>
              <a:rPr lang="en-US" dirty="0">
                <a:latin typeface="+mj-lt"/>
                <a:ea typeface="+mj-ea"/>
                <a:cs typeface="+mj-cs"/>
              </a:rPr>
              <a:t> dice </a:t>
            </a:r>
            <a:r>
              <a:rPr lang="en-US" dirty="0" err="1">
                <a:latin typeface="+mj-lt"/>
                <a:ea typeface="+mj-ea"/>
                <a:cs typeface="+mj-cs"/>
              </a:rPr>
              <a:t>che</a:t>
            </a:r>
            <a:r>
              <a:rPr lang="en-US" dirty="0">
                <a:latin typeface="+mj-lt"/>
                <a:ea typeface="+mj-ea"/>
                <a:cs typeface="+mj-cs"/>
              </a:rPr>
              <a:t> </a:t>
            </a:r>
            <a:r>
              <a:rPr lang="it-IT" dirty="0">
                <a:latin typeface="+mj-lt"/>
                <a:ea typeface="+mj-ea"/>
                <a:cs typeface="+mj-cs"/>
              </a:rPr>
              <a:t>codice</a:t>
            </a:r>
            <a:r>
              <a:rPr lang="en-US" dirty="0">
                <a:latin typeface="+mj-lt"/>
                <a:ea typeface="+mj-ea"/>
                <a:cs typeface="+mj-cs"/>
              </a:rPr>
              <a:t> è </a:t>
            </a:r>
            <a:r>
              <a:rPr lang="en-US" dirty="0" err="1">
                <a:latin typeface="+mj-lt"/>
                <a:ea typeface="+mj-ea"/>
                <a:cs typeface="+mj-cs"/>
              </a:rPr>
              <a:t>corretto</a:t>
            </a:r>
            <a:r>
              <a:rPr lang="en-US" dirty="0">
                <a:latin typeface="+mj-lt"/>
                <a:ea typeface="+mj-ea"/>
                <a:cs typeface="+mj-cs"/>
              </a:rPr>
              <a:t> (è ok, </a:t>
            </a:r>
            <a:r>
              <a:rPr lang="en-US" dirty="0" err="1">
                <a:latin typeface="+mj-lt"/>
                <a:ea typeface="+mj-ea"/>
                <a:cs typeface="+mj-cs"/>
              </a:rPr>
              <a:t>si</a:t>
            </a:r>
            <a:r>
              <a:rPr lang="en-US" dirty="0">
                <a:latin typeface="+mj-lt"/>
                <a:ea typeface="+mj-ea"/>
                <a:cs typeface="+mj-cs"/>
              </a:rPr>
              <a:t> trova con ground truth).</a:t>
            </a:r>
          </a:p>
          <a:p>
            <a:pPr defTabSz="457200">
              <a:spcBef>
                <a:spcPts val="1000"/>
              </a:spcBef>
              <a:buClr>
                <a:schemeClr val="accent1"/>
              </a:buClr>
              <a:buSzPct val="80000"/>
              <a:buFont typeface="Wingdings 3" charset="2"/>
              <a:buChar char=""/>
            </a:pPr>
            <a:r>
              <a:rPr lang="en-US" dirty="0">
                <a:latin typeface="+mj-lt"/>
                <a:ea typeface="+mj-ea"/>
                <a:cs typeface="+mj-cs"/>
              </a:rPr>
              <a:t> % LLM </a:t>
            </a:r>
            <a:r>
              <a:rPr lang="en-US" dirty="0" err="1">
                <a:latin typeface="+mj-lt"/>
                <a:ea typeface="+mj-ea"/>
                <a:cs typeface="+mj-cs"/>
              </a:rPr>
              <a:t>primario</a:t>
            </a:r>
            <a:r>
              <a:rPr lang="en-US" dirty="0">
                <a:latin typeface="+mj-lt"/>
                <a:ea typeface="+mj-ea"/>
                <a:cs typeface="+mj-cs"/>
              </a:rPr>
              <a:t> dice </a:t>
            </a:r>
            <a:r>
              <a:rPr lang="en-US" dirty="0" err="1">
                <a:latin typeface="+mj-lt"/>
                <a:ea typeface="+mj-ea"/>
                <a:cs typeface="+mj-cs"/>
              </a:rPr>
              <a:t>che</a:t>
            </a:r>
            <a:r>
              <a:rPr lang="en-US" dirty="0">
                <a:latin typeface="+mj-lt"/>
                <a:ea typeface="+mj-ea"/>
                <a:cs typeface="+mj-cs"/>
              </a:rPr>
              <a:t> è </a:t>
            </a:r>
            <a:r>
              <a:rPr lang="en-US" dirty="0" err="1">
                <a:latin typeface="+mj-lt"/>
                <a:ea typeface="+mj-ea"/>
                <a:cs typeface="+mj-cs"/>
              </a:rPr>
              <a:t>scorretto</a:t>
            </a:r>
            <a:r>
              <a:rPr lang="en-US" dirty="0">
                <a:latin typeface="+mj-lt"/>
                <a:ea typeface="+mj-ea"/>
                <a:cs typeface="+mj-cs"/>
              </a:rPr>
              <a:t> (</a:t>
            </a:r>
            <a:r>
              <a:rPr lang="en-US" dirty="0" err="1">
                <a:latin typeface="+mj-lt"/>
                <a:ea typeface="+mj-ea"/>
                <a:cs typeface="+mj-cs"/>
              </a:rPr>
              <a:t>diagnosi</a:t>
            </a:r>
            <a:r>
              <a:rPr lang="en-US" dirty="0">
                <a:latin typeface="+mj-lt"/>
                <a:ea typeface="+mj-ea"/>
                <a:cs typeface="+mj-cs"/>
              </a:rPr>
              <a:t> è </a:t>
            </a:r>
            <a:r>
              <a:rPr lang="en-US" dirty="0" err="1">
                <a:latin typeface="+mj-lt"/>
                <a:ea typeface="+mj-ea"/>
                <a:cs typeface="+mj-cs"/>
              </a:rPr>
              <a:t>scorretta</a:t>
            </a:r>
            <a:r>
              <a:rPr lang="en-US" dirty="0">
                <a:latin typeface="+mj-lt"/>
                <a:ea typeface="+mj-ea"/>
                <a:cs typeface="+mj-cs"/>
              </a:rPr>
              <a:t> a </a:t>
            </a:r>
            <a:r>
              <a:rPr lang="en-US" dirty="0" err="1">
                <a:latin typeface="+mj-lt"/>
                <a:ea typeface="+mj-ea"/>
                <a:cs typeface="+mj-cs"/>
              </a:rPr>
              <a:t>prescindere</a:t>
            </a:r>
            <a:r>
              <a:rPr lang="en-US" dirty="0">
                <a:latin typeface="+mj-lt"/>
                <a:ea typeface="+mj-ea"/>
                <a:cs typeface="+mj-cs"/>
              </a:rPr>
              <a:t>).</a:t>
            </a:r>
          </a:p>
        </p:txBody>
      </p:sp>
      <p:pic>
        <p:nvPicPr>
          <p:cNvPr id="10" name="Segnaposto contenuto 9">
            <a:extLst>
              <a:ext uri="{FF2B5EF4-FFF2-40B4-BE49-F238E27FC236}">
                <a16:creationId xmlns:a16="http://schemas.microsoft.com/office/drawing/2014/main" id="{08A9A256-706C-A8C7-C2E2-0279C8FE242F}"/>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l="1281" r="1281"/>
          <a:stretch/>
        </p:blipFill>
        <p:spPr>
          <a:xfrm>
            <a:off x="5037781" y="1328990"/>
            <a:ext cx="6820657" cy="4200019"/>
          </a:xfrm>
          <a:prstGeom prst="rect">
            <a:avLst/>
          </a:prstGeom>
          <a:effectLst/>
        </p:spPr>
      </p:pic>
    </p:spTree>
    <p:extLst>
      <p:ext uri="{BB962C8B-B14F-4D97-AF65-F5344CB8AC3E}">
        <p14:creationId xmlns:p14="http://schemas.microsoft.com/office/powerpoint/2010/main" val="3069440379"/>
      </p:ext>
    </p:extLst>
  </p:cSld>
  <p:clrMapOvr>
    <a:masterClrMapping/>
  </p:clrMapOvr>
  <p:transition spd="slow">
    <p:wipe/>
  </p:transition>
</p:sld>
</file>

<file path=ppt/tags/tag1.xml><?xml version="1.0" encoding="utf-8"?>
<p:tagLst xmlns:a="http://schemas.openxmlformats.org/drawingml/2006/main" xmlns:r="http://schemas.openxmlformats.org/officeDocument/2006/relationships" xmlns:p="http://schemas.openxmlformats.org/presentationml/2006/main">
  <p:tag name="ROLE" val="title"/>
</p:tagLst>
</file>

<file path=ppt/tags/tag2.xml><?xml version="1.0" encoding="utf-8"?>
<p:tagLst xmlns:a="http://schemas.openxmlformats.org/drawingml/2006/main" xmlns:r="http://schemas.openxmlformats.org/officeDocument/2006/relationships" xmlns:p="http://schemas.openxmlformats.org/presentationml/2006/main">
  <p:tag name="ROLE" val="textplaceholder1"/>
</p:tagLst>
</file>

<file path=ppt/tags/tag3.xml><?xml version="1.0" encoding="utf-8"?>
<p:tagLst xmlns:a="http://schemas.openxmlformats.org/drawingml/2006/main" xmlns:r="http://schemas.openxmlformats.org/officeDocument/2006/relationships" xmlns:p="http://schemas.openxmlformats.org/presentationml/2006/main">
  <p:tag name="ROLE" val="textplaceholder1"/>
</p:tagLst>
</file>

<file path=ppt/tags/tag4.xml><?xml version="1.0" encoding="utf-8"?>
<p:tagLst xmlns:a="http://schemas.openxmlformats.org/drawingml/2006/main" xmlns:r="http://schemas.openxmlformats.org/officeDocument/2006/relationships" xmlns:p="http://schemas.openxmlformats.org/presentationml/2006/main">
  <p:tag name="ROLE" val="subtitle1"/>
</p:tagLst>
</file>

<file path=ppt/tags/tag5.xml><?xml version="1.0" encoding="utf-8"?>
<p:tagLst xmlns:a="http://schemas.openxmlformats.org/drawingml/2006/main" xmlns:r="http://schemas.openxmlformats.org/officeDocument/2006/relationships" xmlns:p="http://schemas.openxmlformats.org/presentationml/2006/main">
  <p:tag name="ROLE" val="footer"/>
</p:tagLst>
</file>

<file path=ppt/tags/tag6.xml><?xml version="1.0" encoding="utf-8"?>
<p:tagLst xmlns:a="http://schemas.openxmlformats.org/drawingml/2006/main" xmlns:r="http://schemas.openxmlformats.org/officeDocument/2006/relationships" xmlns:p="http://schemas.openxmlformats.org/presentationml/2006/main">
  <p:tag name="ROLE" val="subtitle1"/>
</p:tagLst>
</file>

<file path=ppt/tags/tag7.xml><?xml version="1.0" encoding="utf-8"?>
<p:tagLst xmlns:a="http://schemas.openxmlformats.org/drawingml/2006/main" xmlns:r="http://schemas.openxmlformats.org/officeDocument/2006/relationships" xmlns:p="http://schemas.openxmlformats.org/presentationml/2006/main">
  <p:tag name="ROLE" val="title"/>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e">
  <a:themeElements>
    <a:clrScheme name="Ione">
      <a:dk1>
        <a:sysClr val="windowText" lastClr="000000"/>
      </a:dk1>
      <a:lt1>
        <a:sysClr val="window" lastClr="FFFFFF"/>
      </a:lt1>
      <a:dk2>
        <a:srgbClr val="0E5580"/>
      </a:dk2>
      <a:lt2>
        <a:srgbClr val="EBEBEB"/>
      </a:lt2>
      <a:accent1>
        <a:srgbClr val="ACD433"/>
      </a:accent1>
      <a:accent2>
        <a:srgbClr val="E6C133"/>
      </a:accent2>
      <a:accent3>
        <a:srgbClr val="EF7A24"/>
      </a:accent3>
      <a:accent4>
        <a:srgbClr val="5AA0F5"/>
      </a:accent4>
      <a:accent5>
        <a:srgbClr val="75CEEC"/>
      </a:accent5>
      <a:accent6>
        <a:srgbClr val="65D6A0"/>
      </a:accent6>
      <a:hlink>
        <a:srgbClr val="C4E46E"/>
      </a:hlink>
      <a:folHlink>
        <a:srgbClr val="BDE0FB"/>
      </a:folHlink>
    </a:clrScheme>
    <a:fontScheme name="Ione">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e">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2000"/>
                <a:hueMod val="96000"/>
                <a:satMod val="128000"/>
                <a:lumMod val="114000"/>
              </a:schemeClr>
            </a:gs>
            <a:gs pos="100000">
              <a:schemeClr val="phClr">
                <a:shade val="62000"/>
                <a:hueMod val="100000"/>
                <a:satMod val="134000"/>
                <a:lumMod val="56000"/>
              </a:schemeClr>
            </a:gs>
          </a:gsLst>
          <a:path path="circle">
            <a:fillToRect l="45000" t="65000" r="125000" b="100000"/>
          </a:path>
        </a:gradFill>
        <a:blipFill rotWithShape="1">
          <a:blip xmlns:r="http://schemas.openxmlformats.org/officeDocument/2006/relationships" r:embed="rId1">
            <a:duotone>
              <a:schemeClr val="phClr">
                <a:shade val="62000"/>
                <a:hueMod val="108000"/>
                <a:satMod val="164000"/>
                <a:lumMod val="69000"/>
              </a:schemeClr>
              <a:schemeClr val="phClr">
                <a:tint val="96000"/>
                <a:hueMod val="90000"/>
                <a:satMod val="130000"/>
                <a:lumMod val="134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BACC050B-8757-4460-95D8-E37B46A6B421}"/>
    </a:ext>
  </a:extLst>
</a:theme>
</file>

<file path=ppt/theme/theme2.xml><?xml version="1.0" encoding="utf-8"?>
<a:theme xmlns:a="http://schemas.openxmlformats.org/drawingml/2006/main" name="NewYork">
  <a:themeElements>
    <a:clrScheme name="New York Base">
      <a:dk1>
        <a:srgbClr val="404040"/>
      </a:dk1>
      <a:lt1>
        <a:sysClr val="window" lastClr="FFFFFF"/>
      </a:lt1>
      <a:dk2>
        <a:srgbClr val="2468ED"/>
      </a:dk2>
      <a:lt2>
        <a:srgbClr val="FFFFFF"/>
      </a:lt2>
      <a:accent1>
        <a:srgbClr val="2468ED"/>
      </a:accent1>
      <a:accent2>
        <a:srgbClr val="8AACEF"/>
      </a:accent2>
      <a:accent3>
        <a:srgbClr val="C7D5EF"/>
      </a:accent3>
      <a:accent4>
        <a:srgbClr val="DCE3F0"/>
      </a:accent4>
      <a:accent5>
        <a:srgbClr val="E4EAF4"/>
      </a:accent5>
      <a:accent6>
        <a:srgbClr val="F0F3F8"/>
      </a:accent6>
      <a:hlink>
        <a:srgbClr val="2468ED"/>
      </a:hlink>
      <a:folHlink>
        <a:srgbClr val="404040"/>
      </a:folHlink>
    </a:clrScheme>
    <a:fontScheme name="Другая 6">
      <a:majorFont>
        <a:latin typeface="Bahnschrift"/>
        <a:ea typeface=""/>
        <a:cs typeface=""/>
      </a:majorFont>
      <a:minorFont>
        <a:latin typeface="Bahnschrift Light"/>
        <a:ea typeface=""/>
        <a:cs typeface=""/>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42DE8527-8768-4F6A-BAFC-0102E4DD5135}">
  <we:reference id="wa200005566" version="3.0.0.3" store="it-IT" storeType="OMEX"/>
  <we:alternateReferences>
    <we:reference id="wa200005566" version="3.0.0.3" store="wa200005566"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14057</TotalTime>
  <Words>1938</Words>
  <Application>Microsoft Office PowerPoint</Application>
  <PresentationFormat>Widescreen</PresentationFormat>
  <Paragraphs>191</Paragraphs>
  <Slides>16</Slides>
  <Notes>0</Notes>
  <HiddenSlides>0</HiddenSlides>
  <MMClips>0</MMClips>
  <ScaleCrop>false</ScaleCrop>
  <HeadingPairs>
    <vt:vector size="6" baseType="variant">
      <vt:variant>
        <vt:lpstr>Caratteri utilizzati</vt:lpstr>
      </vt:variant>
      <vt:variant>
        <vt:i4>7</vt:i4>
      </vt:variant>
      <vt:variant>
        <vt:lpstr>Tema</vt:lpstr>
      </vt:variant>
      <vt:variant>
        <vt:i4>2</vt:i4>
      </vt:variant>
      <vt:variant>
        <vt:lpstr>Titoli diapositive</vt:lpstr>
      </vt:variant>
      <vt:variant>
        <vt:i4>16</vt:i4>
      </vt:variant>
    </vt:vector>
  </HeadingPairs>
  <TitlesOfParts>
    <vt:vector size="25" baseType="lpstr">
      <vt:lpstr>Aptos</vt:lpstr>
      <vt:lpstr>Arial</vt:lpstr>
      <vt:lpstr>Bahnschrift</vt:lpstr>
      <vt:lpstr>Bahnschrift Light</vt:lpstr>
      <vt:lpstr>Century Gothic</vt:lpstr>
      <vt:lpstr>Wingdings</vt:lpstr>
      <vt:lpstr>Wingdings 3</vt:lpstr>
      <vt:lpstr>Ione</vt:lpstr>
      <vt:lpstr>NewYork</vt:lpstr>
      <vt:lpstr>LLM PER SO ESPERIMENTO 1.0 (Risultati Es4)</vt:lpstr>
      <vt:lpstr>Esempio di risultato (dynamic_failure):</vt:lpstr>
      <vt:lpstr>Esempio dynamic_failure</vt:lpstr>
      <vt:lpstr>Esempio di risultato (static_failure):</vt:lpstr>
      <vt:lpstr>Esempio di risultato (correct):</vt:lpstr>
      <vt:lpstr>Statistiche esercitazione 4</vt:lpstr>
      <vt:lpstr>Statistiche per esercizio</vt:lpstr>
      <vt:lpstr>Analisi effettuate mediante LLM, esercitazione 4</vt:lpstr>
      <vt:lpstr>Distribuzione per failure category (tutti i commit, analizzando solo modifiche)</vt:lpstr>
      <vt:lpstr>Distribuzione per failure category</vt:lpstr>
      <vt:lpstr>Dynamic Failure - Analisi Output LLM Primario </vt:lpstr>
      <vt:lpstr>Dynamic Failure - Analisi Codice LLM Primario </vt:lpstr>
      <vt:lpstr>Static Failure - Analisi Output LLM Primario</vt:lpstr>
      <vt:lpstr>Static Failure - Analisi Codice LLM Primario</vt:lpstr>
      <vt:lpstr>Corretti- Analisi Output LLM Primario (falsi positivi)</vt:lpstr>
      <vt:lpstr>Corretti- Analisi Codice LLM Primario (falsi positivi)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LLM PER SO ESPERIMENTO 1.0 (QUINTA  PRESENTAZIONE)</dc:title>
  <dc:creator>Andrea Esposito</dc:creator>
  <cp:lastModifiedBy>Andrea Esposito</cp:lastModifiedBy>
  <cp:revision>3</cp:revision>
  <dcterms:created xsi:type="dcterms:W3CDTF">2026-03-04T09:44:22Z</dcterms:created>
  <dcterms:modified xsi:type="dcterms:W3CDTF">2026-04-29T09:28:12Z</dcterms:modified>
</cp:coreProperties>
</file>