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2" r:id="rId1"/>
    <p:sldMasterId id="2147483660" r:id="rId2"/>
  </p:sldMasterIdLst>
  <p:sldIdLst>
    <p:sldId id="257" r:id="rId3"/>
    <p:sldId id="258" r:id="rId4"/>
    <p:sldId id="259" r:id="rId5"/>
    <p:sldId id="283" r:id="rId6"/>
    <p:sldId id="284" r:id="rId7"/>
    <p:sldId id="285" r:id="rId8"/>
    <p:sldId id="291" r:id="rId9"/>
    <p:sldId id="290" r:id="rId10"/>
    <p:sldId id="266" r:id="rId11"/>
    <p:sldId id="264" r:id="rId12"/>
    <p:sldId id="278" r:id="rId13"/>
    <p:sldId id="287" r:id="rId14"/>
    <p:sldId id="279" r:id="rId15"/>
    <p:sldId id="280" r:id="rId16"/>
    <p:sldId id="281" r:id="rId17"/>
    <p:sldId id="282" r:id="rId18"/>
    <p:sldId id="288" r:id="rId19"/>
    <p:sldId id="289" r:id="rId20"/>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AB5A55-5AD2-4B5B-8A5C-1A722DAA4B93}" v="100" dt="2026-03-17T15:59:38.9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Esposito" userId="af663d4e0f6c8da9" providerId="LiveId" clId="{262502FB-FC54-43DB-AB78-73175A28E98A}"/>
    <pc:docChg chg="undo redo custSel addSld delSld modSld addMainMaster modMainMaster">
      <pc:chgData name="Andrea Esposito" userId="af663d4e0f6c8da9" providerId="LiveId" clId="{262502FB-FC54-43DB-AB78-73175A28E98A}" dt="2026-03-18T08:43:00.046" v="3741" actId="14100"/>
      <pc:docMkLst>
        <pc:docMk/>
      </pc:docMkLst>
      <pc:sldChg chg="modSp mod">
        <pc:chgData name="Andrea Esposito" userId="af663d4e0f6c8da9" providerId="LiveId" clId="{262502FB-FC54-43DB-AB78-73175A28E98A}" dt="2026-03-15T16:42:55.741" v="1759" actId="20577"/>
        <pc:sldMkLst>
          <pc:docMk/>
          <pc:sldMk cId="1263488033" sldId="257"/>
        </pc:sldMkLst>
        <pc:spChg chg="mod">
          <ac:chgData name="Andrea Esposito" userId="af663d4e0f6c8da9" providerId="LiveId" clId="{262502FB-FC54-43DB-AB78-73175A28E98A}" dt="2026-03-15T16:42:46.681" v="1757" actId="20577"/>
          <ac:spMkLst>
            <pc:docMk/>
            <pc:sldMk cId="1263488033" sldId="257"/>
            <ac:spMk id="2" creationId="{36589F58-A08D-CE97-7557-37E4EE640150}"/>
          </ac:spMkLst>
        </pc:spChg>
        <pc:spChg chg="mod">
          <ac:chgData name="Andrea Esposito" userId="af663d4e0f6c8da9" providerId="LiveId" clId="{262502FB-FC54-43DB-AB78-73175A28E98A}" dt="2026-03-15T16:42:55.741" v="1759" actId="20577"/>
          <ac:spMkLst>
            <pc:docMk/>
            <pc:sldMk cId="1263488033" sldId="257"/>
            <ac:spMk id="5" creationId="{5F7A069C-CC32-2115-EB4B-3687677A3594}"/>
          </ac:spMkLst>
        </pc:spChg>
      </pc:sldChg>
      <pc:sldChg chg="addSp modSp mod">
        <pc:chgData name="Andrea Esposito" userId="af663d4e0f6c8da9" providerId="LiveId" clId="{262502FB-FC54-43DB-AB78-73175A28E98A}" dt="2026-03-15T16:51:06.081" v="2195" actId="113"/>
        <pc:sldMkLst>
          <pc:docMk/>
          <pc:sldMk cId="390661760" sldId="258"/>
        </pc:sldMkLst>
        <pc:spChg chg="mod">
          <ac:chgData name="Andrea Esposito" userId="af663d4e0f6c8da9" providerId="LiveId" clId="{262502FB-FC54-43DB-AB78-73175A28E98A}" dt="2026-03-15T16:51:06.081" v="2195" actId="113"/>
          <ac:spMkLst>
            <pc:docMk/>
            <pc:sldMk cId="390661760" sldId="258"/>
            <ac:spMk id="3" creationId="{71DE7DEB-E78E-8286-14C0-2000608E9251}"/>
          </ac:spMkLst>
        </pc:spChg>
      </pc:sldChg>
      <pc:sldChg chg="addSp delSp modSp mod setBg setClrOvrMap">
        <pc:chgData name="Andrea Esposito" userId="af663d4e0f6c8da9" providerId="LiveId" clId="{262502FB-FC54-43DB-AB78-73175A28E98A}" dt="2026-03-18T08:43:00.046" v="3741" actId="14100"/>
        <pc:sldMkLst>
          <pc:docMk/>
          <pc:sldMk cId="193747621" sldId="259"/>
        </pc:sldMkLst>
        <pc:spChg chg="mod">
          <ac:chgData name="Andrea Esposito" userId="af663d4e0f6c8da9" providerId="LiveId" clId="{262502FB-FC54-43DB-AB78-73175A28E98A}" dt="2026-03-18T08:43:00.046" v="3741" actId="14100"/>
          <ac:spMkLst>
            <pc:docMk/>
            <pc:sldMk cId="193747621" sldId="259"/>
            <ac:spMk id="2" creationId="{503C882B-3904-5353-9B9A-819E9AA8AD94}"/>
          </ac:spMkLst>
        </pc:spChg>
        <pc:spChg chg="mod">
          <ac:chgData name="Andrea Esposito" userId="af663d4e0f6c8da9" providerId="LiveId" clId="{262502FB-FC54-43DB-AB78-73175A28E98A}" dt="2026-03-18T08:42:52.095" v="3740" actId="1076"/>
          <ac:spMkLst>
            <pc:docMk/>
            <pc:sldMk cId="193747621" sldId="259"/>
            <ac:spMk id="3" creationId="{177E0C3E-FDC8-9A6D-7156-7F688E5CC846}"/>
          </ac:spMkLst>
        </pc:spChg>
      </pc:sldChg>
      <pc:sldChg chg="modSp mod">
        <pc:chgData name="Andrea Esposito" userId="af663d4e0f6c8da9" providerId="LiveId" clId="{262502FB-FC54-43DB-AB78-73175A28E98A}" dt="2026-03-17T16:15:35.239" v="3734" actId="20577"/>
        <pc:sldMkLst>
          <pc:docMk/>
          <pc:sldMk cId="2218945759" sldId="264"/>
        </pc:sldMkLst>
        <pc:spChg chg="mod">
          <ac:chgData name="Andrea Esposito" userId="af663d4e0f6c8da9" providerId="LiveId" clId="{262502FB-FC54-43DB-AB78-73175A28E98A}" dt="2026-03-17T16:15:35.239" v="3734" actId="20577"/>
          <ac:spMkLst>
            <pc:docMk/>
            <pc:sldMk cId="2218945759" sldId="264"/>
            <ac:spMk id="3" creationId="{FE8E244F-E0E7-6602-DF9C-C278A7003585}"/>
          </ac:spMkLst>
        </pc:spChg>
      </pc:sldChg>
      <pc:sldChg chg="modSp mod">
        <pc:chgData name="Andrea Esposito" userId="af663d4e0f6c8da9" providerId="LiveId" clId="{262502FB-FC54-43DB-AB78-73175A28E98A}" dt="2026-03-17T16:00:20.787" v="3617" actId="20577"/>
        <pc:sldMkLst>
          <pc:docMk/>
          <pc:sldMk cId="2048541978" sldId="266"/>
        </pc:sldMkLst>
        <pc:spChg chg="mod">
          <ac:chgData name="Andrea Esposito" userId="af663d4e0f6c8da9" providerId="LiveId" clId="{262502FB-FC54-43DB-AB78-73175A28E98A}" dt="2026-03-17T15:40:48.879" v="3338" actId="20577"/>
          <ac:spMkLst>
            <pc:docMk/>
            <pc:sldMk cId="2048541978" sldId="266"/>
            <ac:spMk id="2" creationId="{0B4F031E-82FC-0679-8928-A2B3D596E8EF}"/>
          </ac:spMkLst>
        </pc:spChg>
        <pc:graphicFrameChg chg="mod modGraphic">
          <ac:chgData name="Andrea Esposito" userId="af663d4e0f6c8da9" providerId="LiveId" clId="{262502FB-FC54-43DB-AB78-73175A28E98A}" dt="2026-03-17T16:00:20.787" v="3617" actId="20577"/>
          <ac:graphicFrameMkLst>
            <pc:docMk/>
            <pc:sldMk cId="2048541978" sldId="266"/>
            <ac:graphicFrameMk id="4" creationId="{0DF8B56F-3DF5-4D26-AC06-BEA1E4A82D7C}"/>
          </ac:graphicFrameMkLst>
        </pc:graphicFrameChg>
      </pc:sldChg>
      <pc:sldChg chg="addSp delSp modSp new mod">
        <pc:chgData name="Andrea Esposito" userId="af663d4e0f6c8da9" providerId="LiveId" clId="{262502FB-FC54-43DB-AB78-73175A28E98A}" dt="2026-03-17T15:37:20.379" v="3287" actId="14826"/>
        <pc:sldMkLst>
          <pc:docMk/>
          <pc:sldMk cId="1842148543" sldId="278"/>
        </pc:sldMkLst>
        <pc:spChg chg="mod">
          <ac:chgData name="Andrea Esposito" userId="af663d4e0f6c8da9" providerId="LiveId" clId="{262502FB-FC54-43DB-AB78-73175A28E98A}" dt="2026-03-11T10:09:36.365" v="1250"/>
          <ac:spMkLst>
            <pc:docMk/>
            <pc:sldMk cId="1842148543" sldId="278"/>
            <ac:spMk id="2" creationId="{98AEA5EE-C1C2-1793-BE90-8A7CA364F720}"/>
          </ac:spMkLst>
        </pc:spChg>
        <pc:picChg chg="add mod ord">
          <ac:chgData name="Andrea Esposito" userId="af663d4e0f6c8da9" providerId="LiveId" clId="{262502FB-FC54-43DB-AB78-73175A28E98A}" dt="2026-03-17T15:37:20.379" v="3287" actId="14826"/>
          <ac:picMkLst>
            <pc:docMk/>
            <pc:sldMk cId="1842148543" sldId="278"/>
            <ac:picMk id="9" creationId="{CB5E335E-6719-D7FE-7FA8-17807A99FDA2}"/>
          </ac:picMkLst>
        </pc:picChg>
      </pc:sldChg>
      <pc:sldChg chg="addSp delSp modSp new mod setBg">
        <pc:chgData name="Andrea Esposito" userId="af663d4e0f6c8da9" providerId="LiveId" clId="{262502FB-FC54-43DB-AB78-73175A28E98A}" dt="2026-03-17T15:37:46.932" v="3289" actId="14826"/>
        <pc:sldMkLst>
          <pc:docMk/>
          <pc:sldMk cId="440999752" sldId="279"/>
        </pc:sldMkLst>
        <pc:spChg chg="mod">
          <ac:chgData name="Andrea Esposito" userId="af663d4e0f6c8da9" providerId="LiveId" clId="{262502FB-FC54-43DB-AB78-73175A28E98A}" dt="2026-03-11T10:11:54.521" v="1301" actId="26606"/>
          <ac:spMkLst>
            <pc:docMk/>
            <pc:sldMk cId="440999752" sldId="279"/>
            <ac:spMk id="2" creationId="{5D3C6E78-26E1-A896-00D8-72642E7B51CB}"/>
          </ac:spMkLst>
        </pc:spChg>
        <pc:spChg chg="add mod">
          <ac:chgData name="Andrea Esposito" userId="af663d4e0f6c8da9" providerId="LiveId" clId="{262502FB-FC54-43DB-AB78-73175A28E98A}" dt="2026-03-11T10:20:53.865" v="1400" actId="20577"/>
          <ac:spMkLst>
            <pc:docMk/>
            <pc:sldMk cId="440999752" sldId="279"/>
            <ac:spMk id="6" creationId="{A98BA070-4B76-022A-8092-01D2CE3782C6}"/>
          </ac:spMkLst>
        </pc:spChg>
        <pc:spChg chg="add">
          <ac:chgData name="Andrea Esposito" userId="af663d4e0f6c8da9" providerId="LiveId" clId="{262502FB-FC54-43DB-AB78-73175A28E98A}" dt="2026-03-11T10:11:54.521" v="1301" actId="26606"/>
          <ac:spMkLst>
            <pc:docMk/>
            <pc:sldMk cId="440999752" sldId="279"/>
            <ac:spMk id="19" creationId="{2FEA51AE-2D18-46BE-B2CA-B90B13168980}"/>
          </ac:spMkLst>
        </pc:spChg>
        <pc:spChg chg="add">
          <ac:chgData name="Andrea Esposito" userId="af663d4e0f6c8da9" providerId="LiveId" clId="{262502FB-FC54-43DB-AB78-73175A28E98A}" dt="2026-03-11T10:11:54.521" v="1301" actId="26606"/>
          <ac:spMkLst>
            <pc:docMk/>
            <pc:sldMk cId="440999752" sldId="279"/>
            <ac:spMk id="20" creationId="{5E6A537E-C106-45AE-9BBB-3CE559441813}"/>
          </ac:spMkLst>
        </pc:spChg>
        <pc:spChg chg="add">
          <ac:chgData name="Andrea Esposito" userId="af663d4e0f6c8da9" providerId="LiveId" clId="{262502FB-FC54-43DB-AB78-73175A28E98A}" dt="2026-03-11T10:11:54.521" v="1301" actId="26606"/>
          <ac:spMkLst>
            <pc:docMk/>
            <pc:sldMk cId="440999752" sldId="279"/>
            <ac:spMk id="21" creationId="{F918BA52-E4A7-4EEC-898E-C49023767C63}"/>
          </ac:spMkLst>
        </pc:spChg>
        <pc:spChg chg="add">
          <ac:chgData name="Andrea Esposito" userId="af663d4e0f6c8da9" providerId="LiveId" clId="{262502FB-FC54-43DB-AB78-73175A28E98A}" dt="2026-03-11T10:11:54.521" v="1301" actId="26606"/>
          <ac:spMkLst>
            <pc:docMk/>
            <pc:sldMk cId="440999752" sldId="279"/>
            <ac:spMk id="22" creationId="{86D3F3B7-282C-4DDC-AD1B-C497F2942BA6}"/>
          </ac:spMkLst>
        </pc:spChg>
        <pc:picChg chg="add mod ord">
          <ac:chgData name="Andrea Esposito" userId="af663d4e0f6c8da9" providerId="LiveId" clId="{262502FB-FC54-43DB-AB78-73175A28E98A}" dt="2026-03-17T15:37:46.932" v="3289" actId="14826"/>
          <ac:picMkLst>
            <pc:docMk/>
            <pc:sldMk cId="440999752" sldId="279"/>
            <ac:picMk id="5" creationId="{E5947B34-239C-979C-B779-56571887CEE4}"/>
          </ac:picMkLst>
        </pc:picChg>
      </pc:sldChg>
      <pc:sldChg chg="addSp delSp modSp add mod setBg delDesignElem">
        <pc:chgData name="Andrea Esposito" userId="af663d4e0f6c8da9" providerId="LiveId" clId="{262502FB-FC54-43DB-AB78-73175A28E98A}" dt="2026-03-17T15:37:59.284" v="3290" actId="14826"/>
        <pc:sldMkLst>
          <pc:docMk/>
          <pc:sldMk cId="1110123291" sldId="280"/>
        </pc:sldMkLst>
        <pc:spChg chg="mod">
          <ac:chgData name="Andrea Esposito" userId="af663d4e0f6c8da9" providerId="LiveId" clId="{262502FB-FC54-43DB-AB78-73175A28E98A}" dt="2026-03-11T10:13:11.339" v="1321" actId="26606"/>
          <ac:spMkLst>
            <pc:docMk/>
            <pc:sldMk cId="1110123291" sldId="280"/>
            <ac:spMk id="2" creationId="{55FC346D-60A1-0A4E-4785-3DF47D6A577B}"/>
          </ac:spMkLst>
        </pc:spChg>
        <pc:spChg chg="add mod">
          <ac:chgData name="Andrea Esposito" userId="af663d4e0f6c8da9" providerId="LiveId" clId="{262502FB-FC54-43DB-AB78-73175A28E98A}" dt="2026-03-11T10:20:26.118" v="1386" actId="20577"/>
          <ac:spMkLst>
            <pc:docMk/>
            <pc:sldMk cId="1110123291" sldId="280"/>
            <ac:spMk id="10" creationId="{CEE1AAD0-A7B9-8E2D-2503-18486F0F73F0}"/>
          </ac:spMkLst>
        </pc:spChg>
        <pc:spChg chg="add">
          <ac:chgData name="Andrea Esposito" userId="af663d4e0f6c8da9" providerId="LiveId" clId="{262502FB-FC54-43DB-AB78-73175A28E98A}" dt="2026-03-11T10:13:11.339" v="1321" actId="26606"/>
          <ac:spMkLst>
            <pc:docMk/>
            <pc:sldMk cId="1110123291" sldId="280"/>
            <ac:spMk id="12" creationId="{F918BA52-E4A7-4EEC-898E-C49023767C63}"/>
          </ac:spMkLst>
        </pc:spChg>
        <pc:spChg chg="add">
          <ac:chgData name="Andrea Esposito" userId="af663d4e0f6c8da9" providerId="LiveId" clId="{262502FB-FC54-43DB-AB78-73175A28E98A}" dt="2026-03-11T10:13:11.339" v="1321" actId="26606"/>
          <ac:spMkLst>
            <pc:docMk/>
            <pc:sldMk cId="1110123291" sldId="280"/>
            <ac:spMk id="13" creationId="{86D3F3B7-282C-4DDC-AD1B-C497F2942BA6}"/>
          </ac:spMkLst>
        </pc:spChg>
        <pc:spChg chg="add">
          <ac:chgData name="Andrea Esposito" userId="af663d4e0f6c8da9" providerId="LiveId" clId="{262502FB-FC54-43DB-AB78-73175A28E98A}" dt="2026-03-11T10:13:11.339" v="1321" actId="26606"/>
          <ac:spMkLst>
            <pc:docMk/>
            <pc:sldMk cId="1110123291" sldId="280"/>
            <ac:spMk id="15" creationId="{2FEA51AE-2D18-46BE-B2CA-B90B13168980}"/>
          </ac:spMkLst>
        </pc:spChg>
        <pc:spChg chg="add">
          <ac:chgData name="Andrea Esposito" userId="af663d4e0f6c8da9" providerId="LiveId" clId="{262502FB-FC54-43DB-AB78-73175A28E98A}" dt="2026-03-11T10:13:11.339" v="1321" actId="26606"/>
          <ac:spMkLst>
            <pc:docMk/>
            <pc:sldMk cId="1110123291" sldId="280"/>
            <ac:spMk id="17" creationId="{5E6A537E-C106-45AE-9BBB-3CE559441813}"/>
          </ac:spMkLst>
        </pc:spChg>
        <pc:picChg chg="add mod ord">
          <ac:chgData name="Andrea Esposito" userId="af663d4e0f6c8da9" providerId="LiveId" clId="{262502FB-FC54-43DB-AB78-73175A28E98A}" dt="2026-03-17T15:37:59.284" v="3290" actId="14826"/>
          <ac:picMkLst>
            <pc:docMk/>
            <pc:sldMk cId="1110123291" sldId="280"/>
            <ac:picMk id="8" creationId="{67C966C0-469A-C4F3-4E73-47707D821D59}"/>
          </ac:picMkLst>
        </pc:picChg>
      </pc:sldChg>
      <pc:sldChg chg="addSp delSp modSp new mod setBg">
        <pc:chgData name="Andrea Esposito" userId="af663d4e0f6c8da9" providerId="LiveId" clId="{262502FB-FC54-43DB-AB78-73175A28E98A}" dt="2026-03-17T15:39:24.416" v="3297" actId="732"/>
        <pc:sldMkLst>
          <pc:docMk/>
          <pc:sldMk cId="4184518395" sldId="281"/>
        </pc:sldMkLst>
        <pc:spChg chg="mod">
          <ac:chgData name="Andrea Esposito" userId="af663d4e0f6c8da9" providerId="LiveId" clId="{262502FB-FC54-43DB-AB78-73175A28E98A}" dt="2026-03-11T12:01:48.465" v="1576" actId="26606"/>
          <ac:spMkLst>
            <pc:docMk/>
            <pc:sldMk cId="4184518395" sldId="281"/>
            <ac:spMk id="2" creationId="{648E4098-A90E-7297-148B-44D46EA7E70A}"/>
          </ac:spMkLst>
        </pc:spChg>
        <pc:spChg chg="add mod ord">
          <ac:chgData name="Andrea Esposito" userId="af663d4e0f6c8da9" providerId="LiveId" clId="{262502FB-FC54-43DB-AB78-73175A28E98A}" dt="2026-03-11T12:01:48.465" v="1576" actId="26606"/>
          <ac:spMkLst>
            <pc:docMk/>
            <pc:sldMk cId="4184518395" sldId="281"/>
            <ac:spMk id="6" creationId="{3DA6B73A-4089-5383-4472-FC6BA0B03615}"/>
          </ac:spMkLst>
        </pc:spChg>
        <pc:spChg chg="add">
          <ac:chgData name="Andrea Esposito" userId="af663d4e0f6c8da9" providerId="LiveId" clId="{262502FB-FC54-43DB-AB78-73175A28E98A}" dt="2026-03-11T12:01:48.465" v="1576" actId="26606"/>
          <ac:spMkLst>
            <pc:docMk/>
            <pc:sldMk cId="4184518395" sldId="281"/>
            <ac:spMk id="16" creationId="{D6CEF2A9-EF08-4FB3-AFFB-C5F77AB6E028}"/>
          </ac:spMkLst>
        </pc:spChg>
        <pc:spChg chg="add">
          <ac:chgData name="Andrea Esposito" userId="af663d4e0f6c8da9" providerId="LiveId" clId="{262502FB-FC54-43DB-AB78-73175A28E98A}" dt="2026-03-11T12:01:48.465" v="1576" actId="26606"/>
          <ac:spMkLst>
            <pc:docMk/>
            <pc:sldMk cId="4184518395" sldId="281"/>
            <ac:spMk id="18" creationId="{4109C3C2-C0A8-4559-8462-8007573DF44C}"/>
          </ac:spMkLst>
        </pc:spChg>
        <pc:spChg chg="add">
          <ac:chgData name="Andrea Esposito" userId="af663d4e0f6c8da9" providerId="LiveId" clId="{262502FB-FC54-43DB-AB78-73175A28E98A}" dt="2026-03-11T12:01:48.465" v="1576" actId="26606"/>
          <ac:spMkLst>
            <pc:docMk/>
            <pc:sldMk cId="4184518395" sldId="281"/>
            <ac:spMk id="20" creationId="{4C535542-B72A-4DE0-BE5A-5EA00508C77D}"/>
          </ac:spMkLst>
        </pc:spChg>
        <pc:spChg chg="add">
          <ac:chgData name="Andrea Esposito" userId="af663d4e0f6c8da9" providerId="LiveId" clId="{262502FB-FC54-43DB-AB78-73175A28E98A}" dt="2026-03-11T12:01:48.465" v="1576" actId="26606"/>
          <ac:spMkLst>
            <pc:docMk/>
            <pc:sldMk cId="4184518395" sldId="281"/>
            <ac:spMk id="22" creationId="{11DF0705-615B-4CF3-A16F-8C14680D8BA6}"/>
          </ac:spMkLst>
        </pc:spChg>
        <pc:picChg chg="add mod ord modCrop">
          <ac:chgData name="Andrea Esposito" userId="af663d4e0f6c8da9" providerId="LiveId" clId="{262502FB-FC54-43DB-AB78-73175A28E98A}" dt="2026-03-17T15:39:24.416" v="3297" actId="732"/>
          <ac:picMkLst>
            <pc:docMk/>
            <pc:sldMk cId="4184518395" sldId="281"/>
            <ac:picMk id="10" creationId="{63341522-CA2C-E841-596E-8D8409E83AF8}"/>
          </ac:picMkLst>
        </pc:picChg>
      </pc:sldChg>
      <pc:sldChg chg="addSp modSp new mod setBg">
        <pc:chgData name="Andrea Esposito" userId="af663d4e0f6c8da9" providerId="LiveId" clId="{262502FB-FC54-43DB-AB78-73175A28E98A}" dt="2026-03-17T15:39:08.822" v="3296" actId="1076"/>
        <pc:sldMkLst>
          <pc:docMk/>
          <pc:sldMk cId="1134298706" sldId="282"/>
        </pc:sldMkLst>
        <pc:spChg chg="mod">
          <ac:chgData name="Andrea Esposito" userId="af663d4e0f6c8da9" providerId="LiveId" clId="{262502FB-FC54-43DB-AB78-73175A28E98A}" dt="2026-03-11T10:19:43.333" v="1382" actId="26606"/>
          <ac:spMkLst>
            <pc:docMk/>
            <pc:sldMk cId="1134298706" sldId="282"/>
            <ac:spMk id="2" creationId="{5624EFCC-81B2-8263-6C91-786C4A2FA3BF}"/>
          </ac:spMkLst>
        </pc:spChg>
        <pc:spChg chg="mod ord">
          <ac:chgData name="Andrea Esposito" userId="af663d4e0f6c8da9" providerId="LiveId" clId="{262502FB-FC54-43DB-AB78-73175A28E98A}" dt="2026-03-11T10:20:11.667" v="1385" actId="20577"/>
          <ac:spMkLst>
            <pc:docMk/>
            <pc:sldMk cId="1134298706" sldId="282"/>
            <ac:spMk id="3" creationId="{9730B24D-B359-8564-AB53-48523D1FE038}"/>
          </ac:spMkLst>
        </pc:spChg>
        <pc:picChg chg="add mod modCrop">
          <ac:chgData name="Andrea Esposito" userId="af663d4e0f6c8da9" providerId="LiveId" clId="{262502FB-FC54-43DB-AB78-73175A28E98A}" dt="2026-03-17T15:39:08.822" v="3296" actId="1076"/>
          <ac:picMkLst>
            <pc:docMk/>
            <pc:sldMk cId="1134298706" sldId="282"/>
            <ac:picMk id="5" creationId="{18C5EB5E-FF25-E72D-9CB1-FCD0EF7FE3F3}"/>
          </ac:picMkLst>
        </pc:picChg>
      </pc:sldChg>
      <pc:sldChg chg="modSp new mod">
        <pc:chgData name="Andrea Esposito" userId="af663d4e0f6c8da9" providerId="LiveId" clId="{262502FB-FC54-43DB-AB78-73175A28E98A}" dt="2026-03-17T16:08:28.315" v="3721" actId="20577"/>
        <pc:sldMkLst>
          <pc:docMk/>
          <pc:sldMk cId="1014171568" sldId="283"/>
        </pc:sldMkLst>
        <pc:spChg chg="mod">
          <ac:chgData name="Andrea Esposito" userId="af663d4e0f6c8da9" providerId="LiveId" clId="{262502FB-FC54-43DB-AB78-73175A28E98A}" dt="2026-03-15T17:19:09.484" v="2420" actId="20577"/>
          <ac:spMkLst>
            <pc:docMk/>
            <pc:sldMk cId="1014171568" sldId="283"/>
            <ac:spMk id="2" creationId="{0DD0E4F7-3DFB-8844-0C96-0D8552FA017A}"/>
          </ac:spMkLst>
        </pc:spChg>
        <pc:spChg chg="mod">
          <ac:chgData name="Andrea Esposito" userId="af663d4e0f6c8da9" providerId="LiveId" clId="{262502FB-FC54-43DB-AB78-73175A28E98A}" dt="2026-03-17T16:08:28.315" v="3721" actId="20577"/>
          <ac:spMkLst>
            <pc:docMk/>
            <pc:sldMk cId="1014171568" sldId="283"/>
            <ac:spMk id="3" creationId="{F5F6AC74-0227-56A6-20C9-44DFEBF1B462}"/>
          </ac:spMkLst>
        </pc:spChg>
      </pc:sldChg>
      <pc:sldChg chg="modSp new mod">
        <pc:chgData name="Andrea Esposito" userId="af663d4e0f6c8da9" providerId="LiveId" clId="{262502FB-FC54-43DB-AB78-73175A28E98A}" dt="2026-03-17T16:10:48.229" v="3732" actId="114"/>
        <pc:sldMkLst>
          <pc:docMk/>
          <pc:sldMk cId="2008095215" sldId="284"/>
        </pc:sldMkLst>
        <pc:spChg chg="mod">
          <ac:chgData name="Andrea Esposito" userId="af663d4e0f6c8da9" providerId="LiveId" clId="{262502FB-FC54-43DB-AB78-73175A28E98A}" dt="2026-03-17T16:10:00.752" v="3728" actId="1076"/>
          <ac:spMkLst>
            <pc:docMk/>
            <pc:sldMk cId="2008095215" sldId="284"/>
            <ac:spMk id="2" creationId="{47ECF7EC-D9F9-047B-BF1E-0B120FEFC6A6}"/>
          </ac:spMkLst>
        </pc:spChg>
        <pc:spChg chg="mod">
          <ac:chgData name="Andrea Esposito" userId="af663d4e0f6c8da9" providerId="LiveId" clId="{262502FB-FC54-43DB-AB78-73175A28E98A}" dt="2026-03-17T16:10:48.229" v="3732" actId="114"/>
          <ac:spMkLst>
            <pc:docMk/>
            <pc:sldMk cId="2008095215" sldId="284"/>
            <ac:spMk id="3" creationId="{2842A2BD-D670-0B23-CF76-2C57FF752470}"/>
          </ac:spMkLst>
        </pc:spChg>
      </pc:sldChg>
      <pc:sldChg chg="addSp modSp new mod">
        <pc:chgData name="Andrea Esposito" userId="af663d4e0f6c8da9" providerId="LiveId" clId="{262502FB-FC54-43DB-AB78-73175A28E98A}" dt="2026-03-17T15:40:26.849" v="3322"/>
        <pc:sldMkLst>
          <pc:docMk/>
          <pc:sldMk cId="3932447040" sldId="285"/>
        </pc:sldMkLst>
        <pc:spChg chg="mod">
          <ac:chgData name="Andrea Esposito" userId="af663d4e0f6c8da9" providerId="LiveId" clId="{262502FB-FC54-43DB-AB78-73175A28E98A}" dt="2026-03-15T17:32:27.092" v="2620" actId="20577"/>
          <ac:spMkLst>
            <pc:docMk/>
            <pc:sldMk cId="3932447040" sldId="285"/>
            <ac:spMk id="2" creationId="{51C57758-377D-82DB-A529-A0905067E512}"/>
          </ac:spMkLst>
        </pc:spChg>
        <pc:spChg chg="mod">
          <ac:chgData name="Andrea Esposito" userId="af663d4e0f6c8da9" providerId="LiveId" clId="{262502FB-FC54-43DB-AB78-73175A28E98A}" dt="2026-03-15T17:46:10.816" v="2837" actId="113"/>
          <ac:spMkLst>
            <pc:docMk/>
            <pc:sldMk cId="3932447040" sldId="285"/>
            <ac:spMk id="3" creationId="{9DC26B32-FEF7-DDA9-5D7E-CE405948D322}"/>
          </ac:spMkLst>
        </pc:spChg>
        <pc:graphicFrameChg chg="add mod">
          <ac:chgData name="Andrea Esposito" userId="af663d4e0f6c8da9" providerId="LiveId" clId="{262502FB-FC54-43DB-AB78-73175A28E98A}" dt="2026-03-17T15:40:26.849" v="3322"/>
          <ac:graphicFrameMkLst>
            <pc:docMk/>
            <pc:sldMk cId="3932447040" sldId="285"/>
            <ac:graphicFrameMk id="4" creationId="{4712D4FD-6820-2C77-264E-0FC1C055E608}"/>
          </ac:graphicFrameMkLst>
        </pc:graphicFrameChg>
      </pc:sldChg>
      <pc:sldChg chg="modSp add mod">
        <pc:chgData name="Andrea Esposito" userId="af663d4e0f6c8da9" providerId="LiveId" clId="{262502FB-FC54-43DB-AB78-73175A28E98A}" dt="2026-03-17T15:37:34.299" v="3288" actId="14826"/>
        <pc:sldMkLst>
          <pc:docMk/>
          <pc:sldMk cId="962639236" sldId="287"/>
        </pc:sldMkLst>
        <pc:spChg chg="mod">
          <ac:chgData name="Andrea Esposito" userId="af663d4e0f6c8da9" providerId="LiveId" clId="{262502FB-FC54-43DB-AB78-73175A28E98A}" dt="2026-03-15T18:09:17.276" v="3056" actId="20577"/>
          <ac:spMkLst>
            <pc:docMk/>
            <pc:sldMk cId="962639236" sldId="287"/>
            <ac:spMk id="2" creationId="{A3D641AD-8578-8C0F-E6CB-BE532CBB6220}"/>
          </ac:spMkLst>
        </pc:spChg>
        <pc:picChg chg="mod">
          <ac:chgData name="Andrea Esposito" userId="af663d4e0f6c8da9" providerId="LiveId" clId="{262502FB-FC54-43DB-AB78-73175A28E98A}" dt="2026-03-17T15:37:34.299" v="3288" actId="14826"/>
          <ac:picMkLst>
            <pc:docMk/>
            <pc:sldMk cId="962639236" sldId="287"/>
            <ac:picMk id="9" creationId="{8C2DD4F3-F1AD-7D1D-85F2-639CDD55242F}"/>
          </ac:picMkLst>
        </pc:picChg>
      </pc:sldChg>
      <pc:sldChg chg="delSp modSp add mod setBg delDesignElem">
        <pc:chgData name="Andrea Esposito" userId="af663d4e0f6c8da9" providerId="LiveId" clId="{262502FB-FC54-43DB-AB78-73175A28E98A}" dt="2026-03-17T15:38:41.287" v="3293" actId="14826"/>
        <pc:sldMkLst>
          <pc:docMk/>
          <pc:sldMk cId="2485517940" sldId="288"/>
        </pc:sldMkLst>
        <pc:spChg chg="mod">
          <ac:chgData name="Andrea Esposito" userId="af663d4e0f6c8da9" providerId="LiveId" clId="{262502FB-FC54-43DB-AB78-73175A28E98A}" dt="2026-03-15T18:13:37.189" v="3100" actId="20577"/>
          <ac:spMkLst>
            <pc:docMk/>
            <pc:sldMk cId="2485517940" sldId="288"/>
            <ac:spMk id="2" creationId="{664F61F5-2034-3B60-9D77-28C2D29D90F0}"/>
          </ac:spMkLst>
        </pc:spChg>
        <pc:picChg chg="mod">
          <ac:chgData name="Andrea Esposito" userId="af663d4e0f6c8da9" providerId="LiveId" clId="{262502FB-FC54-43DB-AB78-73175A28E98A}" dt="2026-03-17T15:38:41.287" v="3293" actId="14826"/>
          <ac:picMkLst>
            <pc:docMk/>
            <pc:sldMk cId="2485517940" sldId="288"/>
            <ac:picMk id="10" creationId="{08A9A256-706C-A8C7-C2E2-0279C8FE242F}"/>
          </ac:picMkLst>
        </pc:picChg>
      </pc:sldChg>
      <pc:sldChg chg="delSp modSp add mod setBg delDesignElem">
        <pc:chgData name="Andrea Esposito" userId="af663d4e0f6c8da9" providerId="LiveId" clId="{262502FB-FC54-43DB-AB78-73175A28E98A}" dt="2026-03-17T15:38:50.189" v="3294" actId="14826"/>
        <pc:sldMkLst>
          <pc:docMk/>
          <pc:sldMk cId="4030178860" sldId="289"/>
        </pc:sldMkLst>
        <pc:spChg chg="mod">
          <ac:chgData name="Andrea Esposito" userId="af663d4e0f6c8da9" providerId="LiveId" clId="{262502FB-FC54-43DB-AB78-73175A28E98A}" dt="2026-03-15T18:24:01.444" v="3173" actId="27636"/>
          <ac:spMkLst>
            <pc:docMk/>
            <pc:sldMk cId="4030178860" sldId="289"/>
            <ac:spMk id="2" creationId="{13286755-6181-747A-7C50-768E78E084C3}"/>
          </ac:spMkLst>
        </pc:spChg>
        <pc:spChg chg="mod">
          <ac:chgData name="Andrea Esposito" userId="af663d4e0f6c8da9" providerId="LiveId" clId="{262502FB-FC54-43DB-AB78-73175A28E98A}" dt="2026-03-15T18:14:37.308" v="3133" actId="20577"/>
          <ac:spMkLst>
            <pc:docMk/>
            <pc:sldMk cId="4030178860" sldId="289"/>
            <ac:spMk id="6" creationId="{F8CA87CA-4828-A63A-3A48-4762B139FD59}"/>
          </ac:spMkLst>
        </pc:spChg>
        <pc:picChg chg="mod">
          <ac:chgData name="Andrea Esposito" userId="af663d4e0f6c8da9" providerId="LiveId" clId="{262502FB-FC54-43DB-AB78-73175A28E98A}" dt="2026-03-17T15:38:50.189" v="3294" actId="14826"/>
          <ac:picMkLst>
            <pc:docMk/>
            <pc:sldMk cId="4030178860" sldId="289"/>
            <ac:picMk id="10" creationId="{E6EC9F07-EB2D-A21B-42BD-C5D20B4BACEC}"/>
          </ac:picMkLst>
        </pc:picChg>
      </pc:sldChg>
      <pc:sldChg chg="add">
        <pc:chgData name="Andrea Esposito" userId="af663d4e0f6c8da9" providerId="LiveId" clId="{262502FB-FC54-43DB-AB78-73175A28E98A}" dt="2026-03-17T15:40:31.494" v="3323"/>
        <pc:sldMkLst>
          <pc:docMk/>
          <pc:sldMk cId="1859672819" sldId="290"/>
        </pc:sldMkLst>
      </pc:sldChg>
      <pc:sldChg chg="modSp add mod">
        <pc:chgData name="Andrea Esposito" userId="af663d4e0f6c8da9" providerId="LiveId" clId="{262502FB-FC54-43DB-AB78-73175A28E98A}" dt="2026-03-17T15:54:33.023" v="3570" actId="14734"/>
        <pc:sldMkLst>
          <pc:docMk/>
          <pc:sldMk cId="973273143" sldId="291"/>
        </pc:sldMkLst>
        <pc:spChg chg="mod">
          <ac:chgData name="Andrea Esposito" userId="af663d4e0f6c8da9" providerId="LiveId" clId="{262502FB-FC54-43DB-AB78-73175A28E98A}" dt="2026-03-17T15:40:38.477" v="3331" actId="20577"/>
          <ac:spMkLst>
            <pc:docMk/>
            <pc:sldMk cId="973273143" sldId="291"/>
            <ac:spMk id="2" creationId="{CB668281-11BF-8A9C-3B45-78C9C40BB21C}"/>
          </ac:spMkLst>
        </pc:spChg>
        <pc:graphicFrameChg chg="mod modGraphic">
          <ac:chgData name="Andrea Esposito" userId="af663d4e0f6c8da9" providerId="LiveId" clId="{262502FB-FC54-43DB-AB78-73175A28E98A}" dt="2026-03-17T15:54:33.023" v="3570" actId="14734"/>
          <ac:graphicFrameMkLst>
            <pc:docMk/>
            <pc:sldMk cId="973273143" sldId="291"/>
            <ac:graphicFrameMk id="4" creationId="{468B4035-F845-23A0-DDD8-22E4A0A1095B}"/>
          </ac:graphicFrameMkLst>
        </pc:graphicFrameChg>
      </pc:sldChg>
      <pc:sldMasterChg chg="add addSldLayout">
        <pc:chgData name="Andrea Esposito" userId="af663d4e0f6c8da9" providerId="LiveId" clId="{262502FB-FC54-43DB-AB78-73175A28E98A}" dt="2026-03-08T11:20:08.130" v="2"/>
        <pc:sldMasterMkLst>
          <pc:docMk/>
          <pc:sldMasterMk cId="2145507585" sldId="2147483660"/>
        </pc:sldMasterMkLst>
        <pc:sldLayoutChg chg="add">
          <pc:chgData name="Andrea Esposito" userId="af663d4e0f6c8da9" providerId="LiveId" clId="{262502FB-FC54-43DB-AB78-73175A28E98A}" dt="2026-03-08T11:19:49.598" v="0"/>
          <pc:sldLayoutMkLst>
            <pc:docMk/>
            <pc:sldMasterMk cId="2145507585" sldId="2147483660"/>
            <pc:sldLayoutMk cId="4209657417" sldId="2147483871"/>
          </pc:sldLayoutMkLst>
        </pc:sldLayoutChg>
        <pc:sldLayoutChg chg="add">
          <pc:chgData name="Andrea Esposito" userId="af663d4e0f6c8da9" providerId="LiveId" clId="{262502FB-FC54-43DB-AB78-73175A28E98A}" dt="2026-03-08T11:20:08.130" v="2"/>
          <pc:sldLayoutMkLst>
            <pc:docMk/>
            <pc:sldMasterMk cId="2145507585" sldId="2147483660"/>
            <pc:sldLayoutMk cId="1588019676" sldId="2147483946"/>
          </pc:sldLayoutMkLst>
        </pc:sldLayoutChg>
      </pc:sldMasterChg>
      <pc:sldMasterChg chg="replId">
        <pc:chgData name="Andrea Esposito" userId="af663d4e0f6c8da9" providerId="LiveId" clId="{262502FB-FC54-43DB-AB78-73175A28E98A}" dt="2026-03-08T11:19:49.598" v="0"/>
        <pc:sldMasterMkLst>
          <pc:docMk/>
          <pc:sldMasterMk cId="2195898980" sldId="2147483872"/>
        </pc:sldMasterMkLst>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image" Target="../media/image8.jpe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7.sv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8463732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634040190"/>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5542382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A1E45834-53BD-4C8F-B791-CD5378F4150E}"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7042902"/>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A1E45834-53BD-4C8F-B791-CD5378F4150E}"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716422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7" name="Date Placeholder 2"/>
          <p:cNvSpPr>
            <a:spLocks noGrp="1"/>
          </p:cNvSpPr>
          <p:nvPr>
            <p:ph type="dt" sz="half" idx="10"/>
          </p:nvPr>
        </p:nvSpPr>
        <p:spPr/>
        <p:txBody>
          <a:bodyPr/>
          <a:lstStyle/>
          <a:p>
            <a:fld id="{A1E45834-53BD-4C8F-B791-CD5378F4150E}" type="datetimeFigureOut">
              <a:rPr lang="en-US" smtClean="0"/>
              <a:t>3/17/2026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595317005"/>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1E45834-53BD-4C8F-B791-CD5378F4150E}" type="datetimeFigureOut">
              <a:rPr lang="en-US" smtClean="0"/>
              <a:t>3/17/2026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79658419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7" name="Date Placeholder 4"/>
          <p:cNvSpPr>
            <a:spLocks noGrp="1"/>
          </p:cNvSpPr>
          <p:nvPr>
            <p:ph type="dt" sz="half" idx="10"/>
          </p:nvPr>
        </p:nvSpPr>
        <p:spPr/>
        <p:txBody>
          <a:bodyPr/>
          <a:lstStyle/>
          <a:p>
            <a:fld id="{A1E45834-53BD-4C8F-B791-CD5378F4150E}" type="datetimeFigureOut">
              <a:rPr lang="en-US" smtClean="0"/>
              <a:t>3/17/2026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61703015"/>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74977999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fld id="{A1E45834-53BD-4C8F-B791-CD5378F4150E}"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914836460"/>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it-IT"/>
              <a:t>Fare clic per modificare lo stile del titolo dello schema</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57118084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it-IT"/>
              <a:t>Fare clic per modificare lo stile del titolo dello schema</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04865668"/>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fld id="{A1E45834-53BD-4C8F-B791-CD5378F4150E}"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820573745"/>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3/17/2026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3104861816"/>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1E45834-53BD-4C8F-B791-CD5378F4150E}" type="datetimeFigureOut">
              <a:rPr lang="en-US" smtClean="0"/>
              <a:t>3/17/2026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858045967"/>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nchorCtr="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212112452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‹N›</a:t>
            </a:fld>
            <a:endParaRPr lang="en-US"/>
          </a:p>
        </p:txBody>
      </p:sp>
    </p:spTree>
    <p:extLst>
      <p:ext uri="{BB962C8B-B14F-4D97-AF65-F5344CB8AC3E}">
        <p14:creationId xmlns:p14="http://schemas.microsoft.com/office/powerpoint/2010/main" val="1191792622"/>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ImageColumns">
    <p:bg>
      <p:bgPr>
        <a:solidFill>
          <a:schemeClr val="bg2"/>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F9BDAF-97BD-B7E8-E596-FA7F78EF37EB}"/>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p:custDataLst>
              <p:tags r:id="rId1"/>
            </p:custDataLst>
          </p:nvPr>
        </p:nvSpPr>
        <p:spPr>
          <a:xfrm>
            <a:off x="588000" y="5858302"/>
            <a:ext cx="11016000" cy="415498"/>
          </a:xfrm>
        </p:spPr>
        <p:txBody>
          <a:bodyPr lIns="0" tIns="0" rIns="0" bIns="0" anchor="b" anchorCtr="0">
            <a:noAutofit/>
          </a:bodyPr>
          <a:lstStyle>
            <a:lvl1pPr marL="0" indent="0" algn="ctr">
              <a:lnSpc>
                <a:spcPct val="120000"/>
              </a:lnSpc>
              <a:spcBef>
                <a:spcPts val="0"/>
              </a:spcBef>
              <a:buNone/>
              <a:defRPr sz="135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C98F59F-A6C9-2B50-6862-5346466525A4}"/>
              </a:ext>
            </a:extLst>
          </p:cNvPr>
          <p:cNvSpPr>
            <a:spLocks noGrp="1"/>
          </p:cNvSpPr>
          <p:nvPr>
            <p:ph type="title" hasCustomPrompt="1"/>
            <p:custDataLst>
              <p:tags r:id="rId2"/>
            </p:custDataLst>
          </p:nvPr>
        </p:nvSpPr>
        <p:spPr>
          <a:xfrm>
            <a:off x="597207" y="1309407"/>
            <a:ext cx="11007418" cy="276999"/>
          </a:xfrm>
          <a:prstGeom prst="rect">
            <a:avLst/>
          </a:prstGeom>
        </p:spPr>
        <p:txBody>
          <a:bodyPr vert="horz" wrap="square" lIns="0" tIns="0" rIns="0" bIns="0" rtlCol="0" anchor="t" anchorCtr="0">
            <a:noAutofit/>
          </a:bodyPr>
          <a:lstStyle>
            <a:lvl1pPr>
              <a:defRPr sz="2000" spc="0">
                <a:latin typeface="+mj-lt"/>
              </a:defRPr>
            </a:lvl1pPr>
          </a:lstStyle>
          <a:p>
            <a:pPr lvl="0"/>
            <a:r>
              <a:rPr lang="en-US" dirty="0"/>
              <a:t>CLICK TO EDIT MASTER TEXT STYLES</a:t>
            </a:r>
            <a:endParaRPr lang="ru-RU" dirty="0"/>
          </a:p>
        </p:txBody>
      </p:sp>
      <p:sp>
        <p:nvSpPr>
          <p:cNvPr id="12" name="Picture Placeholder 11">
            <a:extLst>
              <a:ext uri="{FF2B5EF4-FFF2-40B4-BE49-F238E27FC236}">
                <a16:creationId xmlns:a16="http://schemas.microsoft.com/office/drawing/2014/main" id="{779F6F6C-B0C0-FD55-BA23-AAC3C485E665}"/>
              </a:ext>
            </a:extLst>
          </p:cNvPr>
          <p:cNvSpPr>
            <a:spLocks noGrp="1"/>
          </p:cNvSpPr>
          <p:nvPr>
            <p:ph type="pic" sz="quarter" idx="27"/>
          </p:nvPr>
        </p:nvSpPr>
        <p:spPr>
          <a:xfrm>
            <a:off x="587375" y="1802406"/>
            <a:ext cx="11017250" cy="3839898"/>
          </a:xfrm>
          <a:prstGeom prst="round2SameRect">
            <a:avLst>
              <a:gd name="adj1" fmla="val 11543"/>
              <a:gd name="adj2" fmla="val 0"/>
            </a:avLst>
          </a:prstGeom>
        </p:spPr>
        <p:txBody>
          <a:bodyPr/>
          <a:lstStyle/>
          <a:p>
            <a:endParaRPr lang="ru-RU"/>
          </a:p>
        </p:txBody>
      </p:sp>
      <p:pic>
        <p:nvPicPr>
          <p:cNvPr id="2" name="Graphic" descr="Портфель со сплошной заливкой">
            <a:extLst>
              <a:ext uri="{FF2B5EF4-FFF2-40B4-BE49-F238E27FC236}">
                <a16:creationId xmlns:a16="http://schemas.microsoft.com/office/drawing/2014/main" id="{989A2208-4E6D-1AD6-32D2-AB05C3649BD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54328" y="480357"/>
            <a:ext cx="360000" cy="360000"/>
          </a:xfrm>
          <a:prstGeom prst="rect">
            <a:avLst/>
          </a:prstGeom>
        </p:spPr>
      </p:pic>
      <p:sp>
        <p:nvSpPr>
          <p:cNvPr id="4" name="Footer Placeholder">
            <a:extLst>
              <a:ext uri="{FF2B5EF4-FFF2-40B4-BE49-F238E27FC236}">
                <a16:creationId xmlns:a16="http://schemas.microsoft.com/office/drawing/2014/main" id="{1D2D3368-569E-CC8A-A8A7-FA642F931BBB}"/>
              </a:ext>
            </a:extLst>
          </p:cNvPr>
          <p:cNvSpPr>
            <a:spLocks noGrp="1"/>
          </p:cNvSpPr>
          <p:nvPr>
            <p:ph type="body" sz="quarter" idx="22" hasCustomPrompt="1"/>
            <p:custDataLst>
              <p:tags r:id="rId3"/>
            </p:custDataLst>
          </p:nvPr>
        </p:nvSpPr>
        <p:spPr>
          <a:xfrm>
            <a:off x="1087588" y="572328"/>
            <a:ext cx="4900462"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Footer Placeholder</a:t>
            </a:r>
            <a:endParaRPr lang="ru-RU" dirty="0"/>
          </a:p>
        </p:txBody>
      </p:sp>
      <p:pic>
        <p:nvPicPr>
          <p:cNvPr id="8" name="Free Badge"/>
          <p:cNvPicPr>
            <a:picLocks noChangeAspect="1"/>
          </p:cNvPicPr>
          <p:nvPr userDrawn="1"/>
        </p:nvPicPr>
        <p:blipFill>
          <a:blip r:embed="rId7"/>
          <a:stretch>
            <a:fillRect/>
          </a:stretch>
        </p:blipFill>
        <p:spPr>
          <a:xfrm>
            <a:off x="10526400" y="6429600"/>
            <a:ext cx="1134000" cy="273600"/>
          </a:xfrm>
          <a:prstGeom prst="rect">
            <a:avLst/>
          </a:prstGeom>
        </p:spPr>
      </p:pic>
    </p:spTree>
    <p:extLst>
      <p:ext uri="{BB962C8B-B14F-4D97-AF65-F5344CB8AC3E}">
        <p14:creationId xmlns:p14="http://schemas.microsoft.com/office/powerpoint/2010/main" val="15880196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B49AF0BE-EA0C-C2AF-FCBA-EAA6664E50DD}"/>
              </a:ext>
            </a:extLst>
          </p:cNvPr>
          <p:cNvSpPr/>
          <p:nvPr userDrawn="1"/>
        </p:nvSpPr>
        <p:spPr>
          <a:xfrm>
            <a:off x="10082990" y="0"/>
            <a:ext cx="2109010" cy="2109010"/>
          </a:xfrm>
          <a:custGeom>
            <a:avLst/>
            <a:gdLst>
              <a:gd name="connsiteX0" fmla="*/ 0 w 2109010"/>
              <a:gd name="connsiteY0" fmla="*/ 0 h 2109010"/>
              <a:gd name="connsiteX1" fmla="*/ 765781 w 2109010"/>
              <a:gd name="connsiteY1" fmla="*/ 0 h 2109010"/>
              <a:gd name="connsiteX2" fmla="*/ 2109009 w 2109010"/>
              <a:gd name="connsiteY2" fmla="*/ 1343228 h 2109010"/>
              <a:gd name="connsiteX3" fmla="*/ 2109010 w 2109010"/>
              <a:gd name="connsiteY3" fmla="*/ 1343228 h 2109010"/>
              <a:gd name="connsiteX4" fmla="*/ 2109010 w 2109010"/>
              <a:gd name="connsiteY4" fmla="*/ 2109010 h 2109010"/>
              <a:gd name="connsiteX5" fmla="*/ 0 w 2109010"/>
              <a:gd name="connsiteY5" fmla="*/ 0 h 2109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09010" h="2109010">
                <a:moveTo>
                  <a:pt x="0" y="0"/>
                </a:moveTo>
                <a:lnTo>
                  <a:pt x="765781" y="0"/>
                </a:lnTo>
                <a:cubicBezTo>
                  <a:pt x="765781" y="741844"/>
                  <a:pt x="1367165" y="1343228"/>
                  <a:pt x="2109009" y="1343228"/>
                </a:cubicBezTo>
                <a:lnTo>
                  <a:pt x="2109010" y="1343228"/>
                </a:lnTo>
                <a:lnTo>
                  <a:pt x="2109010" y="2109010"/>
                </a:lnTo>
                <a:cubicBezTo>
                  <a:pt x="944236" y="2109010"/>
                  <a:pt x="0" y="1164774"/>
                  <a:pt x="0"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pic>
        <p:nvPicPr>
          <p:cNvPr id="6" name="Graphic" descr="Портфель со сплошной заливкой">
            <a:extLst>
              <a:ext uri="{FF2B5EF4-FFF2-40B4-BE49-F238E27FC236}">
                <a16:creationId xmlns:a16="http://schemas.microsoft.com/office/drawing/2014/main" id="{1D2A880B-8363-6BB1-EDBC-9D9AC3A0FD4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54328" y="480357"/>
            <a:ext cx="360000" cy="360000"/>
          </a:xfrm>
          <a:prstGeom prst="rect">
            <a:avLst/>
          </a:prstGeom>
        </p:spPr>
      </p:pic>
      <p:sp>
        <p:nvSpPr>
          <p:cNvPr id="4" name="Subtitle Placeholder">
            <a:extLst>
              <a:ext uri="{FF2B5EF4-FFF2-40B4-BE49-F238E27FC236}">
                <a16:creationId xmlns:a16="http://schemas.microsoft.com/office/drawing/2014/main" id="{4B9E17C6-8EFF-03D0-72BA-CAC2B146B711}"/>
              </a:ext>
            </a:extLst>
          </p:cNvPr>
          <p:cNvSpPr>
            <a:spLocks noGrp="1"/>
          </p:cNvSpPr>
          <p:nvPr>
            <p:ph type="body" idx="26" hasCustomPrompt="1"/>
            <p:custDataLst>
              <p:tags r:id="rId1"/>
            </p:custDataLst>
          </p:nvPr>
        </p:nvSpPr>
        <p:spPr>
          <a:xfrm>
            <a:off x="561811" y="1065937"/>
            <a:ext cx="11007418" cy="525886"/>
          </a:xfrm>
        </p:spPr>
        <p:txBody>
          <a:bodyPr wrap="square" lIns="36000" tIns="0" rIns="0" bIns="216000" anchor="t" anchorCtr="0">
            <a:spAutoFit/>
          </a:bodyPr>
          <a:lstStyle>
            <a:lvl1pPr marL="0" indent="0" algn="l">
              <a:spcBef>
                <a:spcPts val="600"/>
              </a:spcBef>
              <a:buNone/>
              <a:defRPr sz="2000" spc="0" baseline="0">
                <a:solidFill>
                  <a:schemeClr val="tx1"/>
                </a:solidFill>
                <a:latin typeface="Bahnschrift"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2" name="Name Date Placeholder">
            <a:extLst>
              <a:ext uri="{FF2B5EF4-FFF2-40B4-BE49-F238E27FC236}">
                <a16:creationId xmlns:a16="http://schemas.microsoft.com/office/drawing/2014/main" id="{C28C2C46-CCA7-9BC1-5A92-7E912F07EDAD}"/>
              </a:ext>
            </a:extLst>
          </p:cNvPr>
          <p:cNvSpPr>
            <a:spLocks noGrp="1"/>
          </p:cNvSpPr>
          <p:nvPr>
            <p:ph type="body" sz="quarter" idx="22"/>
          </p:nvPr>
        </p:nvSpPr>
        <p:spPr>
          <a:xfrm>
            <a:off x="1087588" y="572328"/>
            <a:ext cx="7708750" cy="207749"/>
          </a:xfrm>
        </p:spPr>
        <p:txBody>
          <a:bodyPr wrap="square" lIns="0" tIns="0" rIns="0" bIns="0">
            <a:sp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solidFill>
                  <a:schemeClr val="tx1">
                    <a:alpha val="35000"/>
                  </a:schemeClr>
                </a:solidFill>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edit Master text styles</a:t>
            </a:r>
            <a:endParaRPr lang="ru-RU" dirty="0"/>
          </a:p>
        </p:txBody>
      </p:sp>
      <p:sp>
        <p:nvSpPr>
          <p:cNvPr id="5" name="Picture 19">
            <a:extLst>
              <a:ext uri="{FF2B5EF4-FFF2-40B4-BE49-F238E27FC236}">
                <a16:creationId xmlns:a16="http://schemas.microsoft.com/office/drawing/2014/main" id="{3133F166-DAE8-2B28-90E9-242BCBB4093C}"/>
              </a:ext>
            </a:extLst>
          </p:cNvPr>
          <p:cNvSpPr>
            <a:spLocks noGrp="1"/>
          </p:cNvSpPr>
          <p:nvPr>
            <p:ph type="pic" sz="quarter" idx="12"/>
          </p:nvPr>
        </p:nvSpPr>
        <p:spPr>
          <a:xfrm>
            <a:off x="587375" y="3077439"/>
            <a:ext cx="11017250" cy="3780560"/>
          </a:xfrm>
          <a:prstGeom prst="round2SameRect">
            <a:avLst>
              <a:gd name="adj1" fmla="val 13573"/>
              <a:gd name="adj2" fmla="val 0"/>
            </a:avLst>
          </a:prstGeom>
        </p:spPr>
        <p:txBody>
          <a:bodyPr/>
          <a:lstStyle/>
          <a:p>
            <a:endParaRPr lang="ru-RU"/>
          </a:p>
        </p:txBody>
      </p:sp>
      <p:sp>
        <p:nvSpPr>
          <p:cNvPr id="8" name="Title Placeholder">
            <a:extLst>
              <a:ext uri="{FF2B5EF4-FFF2-40B4-BE49-F238E27FC236}">
                <a16:creationId xmlns:a16="http://schemas.microsoft.com/office/drawing/2014/main" id="{381312CE-2C3B-2F5A-EA24-F624616A4902}"/>
              </a:ext>
            </a:extLst>
          </p:cNvPr>
          <p:cNvSpPr>
            <a:spLocks noGrp="1"/>
          </p:cNvSpPr>
          <p:nvPr>
            <p:ph type="title" hasCustomPrompt="1"/>
            <p:custDataLst>
              <p:tags r:id="rId2"/>
            </p:custDataLst>
          </p:nvPr>
        </p:nvSpPr>
        <p:spPr>
          <a:xfrm>
            <a:off x="561811" y="1605712"/>
            <a:ext cx="11007418" cy="1255728"/>
          </a:xfrm>
          <a:prstGeom prst="rect">
            <a:avLst/>
          </a:prstGeom>
        </p:spPr>
        <p:txBody>
          <a:bodyPr vert="horz" wrap="square" lIns="0" tIns="0" rIns="0" bIns="0" rtlCol="0" anchor="ctr" anchorCtr="0">
            <a:noAutofit/>
          </a:bodyPr>
          <a:lstStyle>
            <a:lvl1pPr algn="l">
              <a:lnSpc>
                <a:spcPct val="85000"/>
              </a:lnSpc>
              <a:defRPr sz="4800" b="1" spc="0">
                <a:solidFill>
                  <a:schemeClr val="tx1"/>
                </a:solidFill>
                <a:latin typeface="Bahnschrift" panose="020B0502040204020203" pitchFamily="34" charset="0"/>
              </a:defRPr>
            </a:lvl1pPr>
          </a:lstStyle>
          <a:p>
            <a:pPr lvl="0"/>
            <a:r>
              <a:rPr lang="en-US" dirty="0"/>
              <a:t>CLICK TO EDIT MASTER TEXT</a:t>
            </a:r>
            <a:r>
              <a:rPr lang="ru-RU" dirty="0"/>
              <a:t> </a:t>
            </a:r>
            <a:r>
              <a:rPr lang="en-US" dirty="0"/>
              <a:t>STYLES</a:t>
            </a:r>
            <a:endParaRPr lang="ru-RU" dirty="0"/>
          </a:p>
        </p:txBody>
      </p:sp>
    </p:spTree>
    <p:extLst>
      <p:ext uri="{BB962C8B-B14F-4D97-AF65-F5344CB8AC3E}">
        <p14:creationId xmlns:p14="http://schemas.microsoft.com/office/powerpoint/2010/main" val="4209657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ags" Target="../tags/tag2.xml"/><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1E45834-53BD-4C8F-B791-CD5378F4150E}" type="datetimeFigureOut">
              <a:rPr lang="en-US" smtClean="0"/>
              <a:t>3/17/2026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19D7796-F675-488F-AC46-C88938C80352}" type="slidenum">
              <a:rPr lang="en-US" smtClean="0"/>
              <a:t>‹N›</a:t>
            </a:fld>
            <a:endParaRPr lang="en-US"/>
          </a:p>
        </p:txBody>
      </p:sp>
    </p:spTree>
    <p:extLst>
      <p:ext uri="{BB962C8B-B14F-4D97-AF65-F5344CB8AC3E}">
        <p14:creationId xmlns:p14="http://schemas.microsoft.com/office/powerpoint/2010/main" val="21958989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spd="slow">
    <p:wipe/>
  </p:transition>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BC626-9493-4173-4785-B4E4251F3E76}"/>
              </a:ext>
            </a:extLst>
          </p:cNvPr>
          <p:cNvSpPr>
            <a:spLocks noGrp="1"/>
          </p:cNvSpPr>
          <p:nvPr>
            <p:ph type="title"/>
            <p:custDataLst>
              <p:tags r:id="rId4"/>
            </p:custDataLst>
          </p:nvPr>
        </p:nvSpPr>
        <p:spPr>
          <a:xfrm>
            <a:off x="597207" y="566333"/>
            <a:ext cx="11007418" cy="757130"/>
          </a:xfrm>
          <a:prstGeom prst="rect">
            <a:avLst/>
          </a:prstGeom>
        </p:spPr>
        <p:txBody>
          <a:bodyPr vert="horz" wrap="square" lIns="91440" tIns="45720" rIns="91440" bIns="45720" rtlCol="0" anchor="ctr">
            <a:spAutoFit/>
          </a:bodyPr>
          <a:lstStyle/>
          <a:p>
            <a:r>
              <a:rPr lang="ru-RU" dirty="0"/>
              <a:t>Образец заголовка</a:t>
            </a:r>
          </a:p>
        </p:txBody>
      </p:sp>
      <p:sp>
        <p:nvSpPr>
          <p:cNvPr id="3" name="Text Placeholder 2">
            <a:extLst>
              <a:ext uri="{FF2B5EF4-FFF2-40B4-BE49-F238E27FC236}">
                <a16:creationId xmlns:a16="http://schemas.microsoft.com/office/drawing/2014/main" id="{32DC0C7E-C392-88D5-6F37-5427AF82E737}"/>
              </a:ext>
            </a:extLst>
          </p:cNvPr>
          <p:cNvSpPr>
            <a:spLocks noGrp="1"/>
          </p:cNvSpPr>
          <p:nvPr>
            <p:ph type="body" idx="1"/>
            <p:custDataLst>
              <p:tags r:id="rId5"/>
            </p:custDataLst>
          </p:nvPr>
        </p:nvSpPr>
        <p:spPr>
          <a:xfrm>
            <a:off x="597207" y="1825625"/>
            <a:ext cx="11007418"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Slide Number Placeholder">
            <a:extLst>
              <a:ext uri="{FF2B5EF4-FFF2-40B4-BE49-F238E27FC236}">
                <a16:creationId xmlns:a16="http://schemas.microsoft.com/office/drawing/2014/main" id="{E09F05A8-3E39-B0B1-3CD9-3F55B5F2E712}"/>
              </a:ext>
            </a:extLst>
          </p:cNvPr>
          <p:cNvSpPr txBox="1">
            <a:spLocks/>
          </p:cNvSpPr>
          <p:nvPr userDrawn="1"/>
        </p:nvSpPr>
        <p:spPr>
          <a:xfrm>
            <a:off x="11000187" y="572328"/>
            <a:ext cx="594606" cy="200055"/>
          </a:xfrm>
          <a:prstGeom prst="rect">
            <a:avLst/>
          </a:prstGeom>
        </p:spPr>
        <p:txBody>
          <a:bodyPr wrap="square" lIns="0" tIns="0" rIns="0" bIns="0">
            <a:noAutofit/>
          </a:bodyPr>
          <a:lstStyle>
            <a:lvl1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kern="1200">
                <a:solidFill>
                  <a:schemeClr val="accent2"/>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CF6F24BE-8BEB-403A-BDCC-38E201D0662D}" type="slidenum">
              <a:rPr lang="en-ID" smtClean="0">
                <a:solidFill>
                  <a:schemeClr val="tx1">
                    <a:alpha val="35000"/>
                  </a:schemeClr>
                </a:solidFill>
              </a:rPr>
              <a:pPr/>
              <a:t>‹N›</a:t>
            </a:fld>
            <a:endParaRPr lang="en-ID" dirty="0">
              <a:solidFill>
                <a:schemeClr val="tx1">
                  <a:alpha val="35000"/>
                </a:schemeClr>
              </a:solidFill>
            </a:endParaRPr>
          </a:p>
        </p:txBody>
      </p:sp>
    </p:spTree>
    <p:extLst>
      <p:ext uri="{BB962C8B-B14F-4D97-AF65-F5344CB8AC3E}">
        <p14:creationId xmlns:p14="http://schemas.microsoft.com/office/powerpoint/2010/main" val="2145507585"/>
      </p:ext>
    </p:extLst>
  </p:cSld>
  <p:clrMap bg1="lt1" tx1="dk1" bg2="lt2" tx2="dk2" accent1="accent1" accent2="accent2" accent3="accent3" accent4="accent4" accent5="accent5" accent6="accent6" hlink="hlink" folHlink="folHlink"/>
  <p:sldLayoutIdLst>
    <p:sldLayoutId id="2147483946" r:id="rId1"/>
    <p:sldLayoutId id="2147483871" r:id="rId2"/>
  </p:sldLayoutIdLst>
  <p:hf hdr="0" ftr="0" dt="0"/>
  <p:txStyles>
    <p:titleStyle>
      <a:lvl1pPr algn="l" defTabSz="914400" rtl="0" eaLnBrk="1" latinLnBrk="0" hangingPunct="1">
        <a:lnSpc>
          <a:spcPct val="90000"/>
        </a:lnSpc>
        <a:spcBef>
          <a:spcPct val="0"/>
        </a:spcBef>
        <a:buNone/>
        <a:defRPr sz="4800" kern="1200" spc="-8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368" userDrawn="1">
          <p15:clr>
            <a:srgbClr val="F26B43"/>
          </p15:clr>
        </p15:guide>
        <p15:guide id="6" orient="horz" pos="3952" userDrawn="1">
          <p15:clr>
            <a:srgbClr val="F26B43"/>
          </p15:clr>
        </p15:guide>
        <p15:guide id="12" pos="2003" userDrawn="1">
          <p15:clr>
            <a:srgbClr val="A4A3A4"/>
          </p15:clr>
        </p15:guide>
        <p15:guide id="13" pos="2139" userDrawn="1">
          <p15:clr>
            <a:srgbClr val="A4A3A4"/>
          </p15:clr>
        </p15:guide>
        <p15:guide id="14" pos="5541" userDrawn="1">
          <p15:clr>
            <a:srgbClr val="A4A3A4"/>
          </p15:clr>
        </p15:guide>
        <p15:guide id="15" pos="5677" userDrawn="1">
          <p15:clr>
            <a:srgbClr val="A4A3A4"/>
          </p15:clr>
        </p15:guide>
        <p15:guide id="16" pos="3772" userDrawn="1">
          <p15:clr>
            <a:srgbClr val="A4A3A4"/>
          </p15:clr>
        </p15:guide>
        <p15:guide id="17" pos="3908" userDrawn="1">
          <p15:clr>
            <a:srgbClr val="A4A3A4"/>
          </p15:clr>
        </p15:guide>
        <p15:guide id="18" pos="2593" userDrawn="1">
          <p15:clr>
            <a:srgbClr val="9FCC3B"/>
          </p15:clr>
        </p15:guide>
        <p15:guide id="19" pos="2729" userDrawn="1">
          <p15:clr>
            <a:srgbClr val="9FCC3B"/>
          </p15:clr>
        </p15:guide>
        <p15:guide id="20" pos="4951" userDrawn="1">
          <p15:clr>
            <a:srgbClr val="9FCC3B"/>
          </p15:clr>
        </p15:guide>
        <p15:guide id="21" pos="5087" userDrawn="1">
          <p15:clr>
            <a:srgbClr val="9FCC3B"/>
          </p15:clr>
        </p15:guide>
        <p15:guide id="22" orient="horz" pos="82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228C0E-4B44-AE91-0AC0-2C2B2924078C}"/>
              </a:ext>
            </a:extLst>
          </p:cNvPr>
          <p:cNvPicPr>
            <a:picLocks noChangeAspect="1"/>
          </p:cNvPicPr>
          <p:nvPr/>
        </p:nvPicPr>
        <p:blipFill>
          <a:blip r:embed="rId2">
            <a:alphaModFix amt="60000"/>
          </a:blip>
          <a:srcRect/>
          <a:stretch>
            <a:fillRect/>
          </a:stretch>
        </p:blipFill>
        <p:spPr>
          <a:xfrm>
            <a:off x="20" y="10"/>
            <a:ext cx="12191980" cy="6857990"/>
          </a:xfrm>
          <a:prstGeom prst="rect">
            <a:avLst/>
          </a:prstGeom>
        </p:spPr>
      </p:pic>
      <p:sp>
        <p:nvSpPr>
          <p:cNvPr id="2" name="Titolo 1">
            <a:extLst>
              <a:ext uri="{FF2B5EF4-FFF2-40B4-BE49-F238E27FC236}">
                <a16:creationId xmlns:a16="http://schemas.microsoft.com/office/drawing/2014/main" id="{36589F58-A08D-CE97-7557-37E4EE640150}"/>
              </a:ext>
            </a:extLst>
          </p:cNvPr>
          <p:cNvSpPr>
            <a:spLocks noGrp="1"/>
          </p:cNvSpPr>
          <p:nvPr>
            <p:ph type="ctrTitle"/>
          </p:nvPr>
        </p:nvSpPr>
        <p:spPr>
          <a:xfrm>
            <a:off x="281354" y="641546"/>
            <a:ext cx="11723833" cy="4564027"/>
          </a:xfrm>
        </p:spPr>
        <p:txBody>
          <a:bodyPr anchor="t">
            <a:normAutofit fontScale="90000"/>
          </a:bodyPr>
          <a:lstStyle/>
          <a:p>
            <a:r>
              <a:rPr lang="it-IT" sz="8000" dirty="0">
                <a:solidFill>
                  <a:srgbClr val="FFFFFF"/>
                </a:solidFill>
              </a:rPr>
              <a:t>LLM PER SO</a:t>
            </a:r>
            <a:br>
              <a:rPr lang="it-IT" sz="8000" dirty="0">
                <a:solidFill>
                  <a:srgbClr val="FFFFFF"/>
                </a:solidFill>
              </a:rPr>
            </a:br>
            <a:r>
              <a:rPr lang="it-IT" sz="8000" dirty="0">
                <a:solidFill>
                  <a:srgbClr val="FFFFFF"/>
                </a:solidFill>
              </a:rPr>
              <a:t>ESPERIMENTO 1.0</a:t>
            </a:r>
            <a:br>
              <a:rPr lang="it-IT" sz="8000" dirty="0">
                <a:solidFill>
                  <a:srgbClr val="FFFFFF"/>
                </a:solidFill>
              </a:rPr>
            </a:br>
            <a:r>
              <a:rPr lang="it-IT" sz="8000" dirty="0">
                <a:solidFill>
                  <a:srgbClr val="FFFFFF"/>
                </a:solidFill>
              </a:rPr>
              <a:t>(QUARTA</a:t>
            </a:r>
            <a:br>
              <a:rPr lang="it-IT" sz="8000" dirty="0">
                <a:solidFill>
                  <a:srgbClr val="FFFFFF"/>
                </a:solidFill>
              </a:rPr>
            </a:br>
            <a:r>
              <a:rPr lang="it-IT" sz="8000" dirty="0">
                <a:solidFill>
                  <a:srgbClr val="FFFFFF"/>
                </a:solidFill>
              </a:rPr>
              <a:t> PRESENTAZIONE)</a:t>
            </a:r>
          </a:p>
        </p:txBody>
      </p:sp>
      <p:sp>
        <p:nvSpPr>
          <p:cNvPr id="3" name="Sottotitolo 2">
            <a:extLst>
              <a:ext uri="{FF2B5EF4-FFF2-40B4-BE49-F238E27FC236}">
                <a16:creationId xmlns:a16="http://schemas.microsoft.com/office/drawing/2014/main" id="{CE09D758-365D-156A-5234-C3086A49026E}"/>
              </a:ext>
            </a:extLst>
          </p:cNvPr>
          <p:cNvSpPr>
            <a:spLocks noGrp="1"/>
          </p:cNvSpPr>
          <p:nvPr>
            <p:ph type="subTitle" idx="1"/>
          </p:nvPr>
        </p:nvSpPr>
        <p:spPr>
          <a:xfrm>
            <a:off x="471949" y="4953406"/>
            <a:ext cx="9257512" cy="1263047"/>
          </a:xfrm>
        </p:spPr>
        <p:txBody>
          <a:bodyPr anchor="b">
            <a:normAutofit/>
          </a:bodyPr>
          <a:lstStyle/>
          <a:p>
            <a:r>
              <a:rPr lang="it-IT" dirty="0">
                <a:solidFill>
                  <a:srgbClr val="FFFFFF"/>
                </a:solidFill>
              </a:rPr>
              <a:t>Tesi di laurea magistrale in Software Security </a:t>
            </a:r>
          </a:p>
          <a:p>
            <a:r>
              <a:rPr lang="it-IT" dirty="0">
                <a:solidFill>
                  <a:srgbClr val="FFFFFF"/>
                </a:solidFill>
              </a:rPr>
              <a:t>Andrea Esposito, M63001650</a:t>
            </a:r>
          </a:p>
        </p:txBody>
      </p:sp>
      <p:sp>
        <p:nvSpPr>
          <p:cNvPr id="5" name="CasellaDiTesto 4">
            <a:extLst>
              <a:ext uri="{FF2B5EF4-FFF2-40B4-BE49-F238E27FC236}">
                <a16:creationId xmlns:a16="http://schemas.microsoft.com/office/drawing/2014/main" id="{5F7A069C-CC32-2115-EB4B-3687677A3594}"/>
              </a:ext>
            </a:extLst>
          </p:cNvPr>
          <p:cNvSpPr txBox="1"/>
          <p:nvPr/>
        </p:nvSpPr>
        <p:spPr>
          <a:xfrm>
            <a:off x="8904093" y="5847121"/>
            <a:ext cx="3101094"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a:t>
            </a:r>
            <a:r>
              <a:rPr lang="it-IT" dirty="0">
                <a:solidFill>
                  <a:prstClr val="white"/>
                </a:solidFill>
                <a:latin typeface="Century Gothic" panose="020B0502020202020204"/>
              </a:rPr>
              <a:t>18</a:t>
            </a:r>
            <a:r>
              <a:rPr kumimoji="0" lang="it-IT" sz="1800" b="0" i="0" u="none" strike="noStrike" kern="1200" cap="none" spc="0" normalizeH="0" baseline="0" noProof="0" dirty="0">
                <a:ln>
                  <a:noFill/>
                </a:ln>
                <a:solidFill>
                  <a:prstClr val="white"/>
                </a:solidFill>
                <a:effectLst/>
                <a:uLnTx/>
                <a:uFillTx/>
                <a:latin typeface="Century Gothic" panose="020B0502020202020204"/>
                <a:ea typeface="+mn-ea"/>
                <a:cs typeface="+mn-cs"/>
              </a:rPr>
              <a:t>/03/2026)</a:t>
            </a:r>
          </a:p>
        </p:txBody>
      </p:sp>
    </p:spTree>
    <p:extLst>
      <p:ext uri="{BB962C8B-B14F-4D97-AF65-F5344CB8AC3E}">
        <p14:creationId xmlns:p14="http://schemas.microsoft.com/office/powerpoint/2010/main" val="126348803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8E79BD-5D75-CD5F-75E6-EDDA212A34EF}"/>
              </a:ext>
            </a:extLst>
          </p:cNvPr>
          <p:cNvSpPr>
            <a:spLocks noGrp="1"/>
          </p:cNvSpPr>
          <p:nvPr>
            <p:ph type="title"/>
          </p:nvPr>
        </p:nvSpPr>
        <p:spPr/>
        <p:txBody>
          <a:bodyPr/>
          <a:lstStyle/>
          <a:p>
            <a:r>
              <a:rPr lang="it-IT" dirty="0"/>
              <a:t>Obiettivi</a:t>
            </a:r>
          </a:p>
        </p:txBody>
      </p:sp>
      <p:sp>
        <p:nvSpPr>
          <p:cNvPr id="3" name="Segnaposto contenuto 2">
            <a:extLst>
              <a:ext uri="{FF2B5EF4-FFF2-40B4-BE49-F238E27FC236}">
                <a16:creationId xmlns:a16="http://schemas.microsoft.com/office/drawing/2014/main" id="{71DE7DEB-E78E-8286-14C0-2000608E9251}"/>
              </a:ext>
            </a:extLst>
          </p:cNvPr>
          <p:cNvSpPr>
            <a:spLocks noGrp="1"/>
          </p:cNvSpPr>
          <p:nvPr>
            <p:ph idx="1"/>
          </p:nvPr>
        </p:nvSpPr>
        <p:spPr>
          <a:xfrm>
            <a:off x="645131" y="1396180"/>
            <a:ext cx="9404722" cy="4881715"/>
          </a:xfrm>
        </p:spPr>
        <p:txBody>
          <a:bodyPr>
            <a:normAutofit/>
          </a:bodyPr>
          <a:lstStyle/>
          <a:p>
            <a:pPr>
              <a:buFont typeface="Wingdings" panose="05000000000000000000" pitchFamily="2" charset="2"/>
              <a:buChar char="q"/>
            </a:pPr>
            <a:r>
              <a:rPr lang="it-IT" sz="1800" dirty="0"/>
              <a:t>Comprendere la </a:t>
            </a:r>
            <a:r>
              <a:rPr lang="it-IT" sz="1800" b="1" dirty="0"/>
              <a:t>procedura</a:t>
            </a:r>
            <a:r>
              <a:rPr lang="it-IT" sz="1800" dirty="0"/>
              <a:t> seguita dai </a:t>
            </a:r>
            <a:r>
              <a:rPr lang="it-IT" sz="1800" b="1" dirty="0"/>
              <a:t>test dinamici</a:t>
            </a:r>
            <a:r>
              <a:rPr lang="it-IT" sz="1800" dirty="0"/>
              <a:t>, analizzando l’output dei programmi e l’esito degli script di test.</a:t>
            </a:r>
          </a:p>
          <a:p>
            <a:pPr>
              <a:buFont typeface="Wingdings" panose="05000000000000000000" pitchFamily="2" charset="2"/>
              <a:buChar char="q"/>
            </a:pPr>
            <a:r>
              <a:rPr lang="it-IT" sz="1800" dirty="0"/>
              <a:t>Estendere e migliorare la classificazione delle </a:t>
            </a:r>
            <a:r>
              <a:rPr lang="it-IT" sz="1800" b="1" dirty="0"/>
              <a:t>categorie di fallimento </a:t>
            </a:r>
            <a:r>
              <a:rPr lang="it-IT" sz="1800" dirty="0"/>
              <a:t>degli esercizi.</a:t>
            </a:r>
          </a:p>
          <a:p>
            <a:pPr>
              <a:buFont typeface="Wingdings" panose="05000000000000000000" pitchFamily="2" charset="2"/>
              <a:buChar char="q"/>
            </a:pPr>
            <a:r>
              <a:rPr lang="it-IT" sz="1800" dirty="0"/>
              <a:t>Ottimizzare i </a:t>
            </a:r>
            <a:r>
              <a:rPr lang="it-IT" sz="1800" b="1" dirty="0"/>
              <a:t>prompt</a:t>
            </a:r>
            <a:r>
              <a:rPr lang="it-IT" sz="1800" dirty="0"/>
              <a:t> forniti agli LLM per ottenere analisi più accurate.</a:t>
            </a:r>
          </a:p>
          <a:p>
            <a:pPr>
              <a:buFont typeface="Wingdings" panose="05000000000000000000" pitchFamily="2" charset="2"/>
              <a:buChar char="q"/>
            </a:pPr>
            <a:r>
              <a:rPr lang="it-IT" sz="1800" dirty="0"/>
              <a:t>Analizzare anche gli </a:t>
            </a:r>
            <a:r>
              <a:rPr lang="it-IT" sz="1800" b="1" dirty="0"/>
              <a:t>esercizi corretti </a:t>
            </a:r>
            <a:r>
              <a:rPr lang="it-IT" sz="1800" dirty="0"/>
              <a:t>per individuare eventuali falsi positivi.</a:t>
            </a:r>
          </a:p>
          <a:p>
            <a:pPr>
              <a:buFont typeface="Wingdings" panose="05000000000000000000" pitchFamily="2" charset="2"/>
              <a:buChar char="q"/>
            </a:pPr>
            <a:r>
              <a:rPr lang="it-IT" sz="1800" dirty="0"/>
              <a:t>Presentare i risultati tramite </a:t>
            </a:r>
            <a:r>
              <a:rPr lang="it-IT" sz="1800" b="1" dirty="0"/>
              <a:t>grafici</a:t>
            </a:r>
            <a:r>
              <a:rPr lang="it-IT" sz="1800" dirty="0"/>
              <a:t> chiari e facilmente interpretabili.</a:t>
            </a:r>
          </a:p>
        </p:txBody>
      </p:sp>
    </p:spTree>
    <p:extLst>
      <p:ext uri="{BB962C8B-B14F-4D97-AF65-F5344CB8AC3E}">
        <p14:creationId xmlns:p14="http://schemas.microsoft.com/office/powerpoint/2010/main" val="39066176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03C882B-3904-5353-9B9A-819E9AA8AD94}"/>
              </a:ext>
            </a:extLst>
          </p:cNvPr>
          <p:cNvSpPr>
            <a:spLocks noGrp="1"/>
          </p:cNvSpPr>
          <p:nvPr>
            <p:ph type="title"/>
          </p:nvPr>
        </p:nvSpPr>
        <p:spPr>
          <a:xfrm>
            <a:off x="373625" y="19664"/>
            <a:ext cx="9006349" cy="619433"/>
          </a:xfrm>
        </p:spPr>
        <p:txBody>
          <a:bodyPr/>
          <a:lstStyle/>
          <a:p>
            <a:r>
              <a:rPr lang="it-IT" dirty="0"/>
              <a:t>Test dinamici</a:t>
            </a:r>
          </a:p>
        </p:txBody>
      </p:sp>
      <p:sp>
        <p:nvSpPr>
          <p:cNvPr id="3" name="Segnaposto contenuto 2">
            <a:extLst>
              <a:ext uri="{FF2B5EF4-FFF2-40B4-BE49-F238E27FC236}">
                <a16:creationId xmlns:a16="http://schemas.microsoft.com/office/drawing/2014/main" id="{177E0C3E-FDC8-9A6D-7156-7F688E5CC846}"/>
              </a:ext>
            </a:extLst>
          </p:cNvPr>
          <p:cNvSpPr>
            <a:spLocks noGrp="1"/>
          </p:cNvSpPr>
          <p:nvPr>
            <p:ph idx="1"/>
          </p:nvPr>
        </p:nvSpPr>
        <p:spPr>
          <a:xfrm>
            <a:off x="127820" y="639097"/>
            <a:ext cx="11021962" cy="6120580"/>
          </a:xfrm>
        </p:spPr>
        <p:txBody>
          <a:bodyPr>
            <a:noAutofit/>
          </a:bodyPr>
          <a:lstStyle/>
          <a:p>
            <a:r>
              <a:rPr lang="it-IT" sz="1200" dirty="0"/>
              <a:t>Per ogni esercizio viene eseguito uno script di test (.sh) presente nella directory .test dell’esercizio, che contiene la logica di verifica specifica.</a:t>
            </a:r>
          </a:p>
          <a:p>
            <a:r>
              <a:rPr lang="it-IT" sz="1200" dirty="0"/>
              <a:t>Lo script importa funzioni di supporto tramite </a:t>
            </a:r>
            <a:r>
              <a:rPr lang="it-IT" sz="1200" b="1" i="1" dirty="0"/>
              <a:t>source</a:t>
            </a:r>
            <a:r>
              <a:rPr lang="it-IT" sz="1200" dirty="0"/>
              <a:t> dallo script test.sh, situato in un’altra directory .test condivisa, posta nella directory generale dell’esercitazione e al di fuori delle cartelle dei singoli esercizi. Questo script comune fornisce le funzioni utilizzate per compilazione, esecuzione del programma e generazione del feedback dei test.</a:t>
            </a:r>
          </a:p>
          <a:p>
            <a:r>
              <a:rPr lang="it-IT" sz="1200" b="1" dirty="0"/>
              <a:t>Compilazione ed esecuzione del programma</a:t>
            </a:r>
            <a:r>
              <a:rPr lang="it-IT" sz="1200" dirty="0"/>
              <a:t>: lo script richiama </a:t>
            </a:r>
            <a:r>
              <a:rPr lang="it-IT" sz="1200" dirty="0" err="1"/>
              <a:t>compile_and_run</a:t>
            </a:r>
            <a:r>
              <a:rPr lang="it-IT" sz="1200" dirty="0"/>
              <a:t>, che:</a:t>
            </a:r>
          </a:p>
          <a:p>
            <a:pPr lvl="1"/>
            <a:r>
              <a:rPr lang="it-IT" sz="1200" dirty="0"/>
              <a:t>compila il programma con make</a:t>
            </a:r>
          </a:p>
          <a:p>
            <a:pPr lvl="1"/>
            <a:r>
              <a:rPr lang="it-IT" sz="1200" dirty="0"/>
              <a:t>esegue il binario con un </a:t>
            </a:r>
            <a:r>
              <a:rPr lang="it-IT" sz="1200" dirty="0" err="1"/>
              <a:t>timeout</a:t>
            </a:r>
            <a:endParaRPr lang="it-IT" sz="1200" dirty="0"/>
          </a:p>
          <a:p>
            <a:pPr lvl="1"/>
            <a:r>
              <a:rPr lang="it-IT" sz="1200" dirty="0"/>
              <a:t>salva l’output del programma nel file </a:t>
            </a:r>
            <a:r>
              <a:rPr lang="it-IT" sz="1200" b="1" dirty="0"/>
              <a:t>/</a:t>
            </a:r>
            <a:r>
              <a:rPr lang="it-IT" sz="1200" b="1" dirty="0" err="1"/>
              <a:t>tmp</a:t>
            </a:r>
            <a:r>
              <a:rPr lang="it-IT" sz="1200" b="1" dirty="0"/>
              <a:t>/output.txt</a:t>
            </a:r>
          </a:p>
          <a:p>
            <a:pPr lvl="1"/>
            <a:r>
              <a:rPr lang="it-IT" sz="1200" dirty="0"/>
              <a:t>verifica che non rimangano risorse IPC non rilasciate.</a:t>
            </a:r>
          </a:p>
          <a:p>
            <a:r>
              <a:rPr lang="it-IT" sz="1200" b="1" dirty="0"/>
              <a:t>Verifica del comportamento del programma</a:t>
            </a:r>
            <a:r>
              <a:rPr lang="it-IT" sz="1200" dirty="0"/>
              <a:t>: lo script analizza output.txt per controllare che:</a:t>
            </a:r>
          </a:p>
          <a:p>
            <a:pPr lvl="1"/>
            <a:r>
              <a:rPr lang="it-IT" sz="1200" dirty="0"/>
              <a:t>le richieste inviate dai client siano corrette</a:t>
            </a:r>
          </a:p>
          <a:p>
            <a:pPr lvl="1"/>
            <a:r>
              <a:rPr lang="it-IT" sz="1200" dirty="0"/>
              <a:t>le risposte ricevute dal server siano coerenti</a:t>
            </a:r>
          </a:p>
          <a:p>
            <a:pPr lvl="1"/>
            <a:r>
              <a:rPr lang="it-IT" sz="1200" dirty="0"/>
              <a:t>i risultati delle operazioni siano corretti.</a:t>
            </a:r>
          </a:p>
          <a:p>
            <a:r>
              <a:rPr lang="it-IT" sz="1200" b="1" dirty="0"/>
              <a:t>Produzione del feedback dei test</a:t>
            </a:r>
            <a:r>
              <a:rPr lang="it-IT" sz="1200" dirty="0"/>
              <a:t>: il risultato della verifica viene scritto in </a:t>
            </a:r>
            <a:r>
              <a:rPr lang="it-IT" sz="1200" b="1" dirty="0"/>
              <a:t>/</a:t>
            </a:r>
            <a:r>
              <a:rPr lang="it-IT" sz="1200" b="1" dirty="0" err="1"/>
              <a:t>tmp</a:t>
            </a:r>
            <a:r>
              <a:rPr lang="it-IT" sz="1200" b="1" dirty="0"/>
              <a:t>/feedback.md</a:t>
            </a:r>
            <a:r>
              <a:rPr lang="it-IT" sz="1200" dirty="0"/>
              <a:t>, che contiene:</a:t>
            </a:r>
          </a:p>
          <a:p>
            <a:pPr lvl="1"/>
            <a:r>
              <a:rPr lang="it-IT" sz="1200" dirty="0"/>
              <a:t>messaggi di errore dettagliati in caso di fallimento</a:t>
            </a:r>
          </a:p>
          <a:p>
            <a:pPr lvl="1"/>
            <a:r>
              <a:rPr lang="it-IT" sz="1200" dirty="0"/>
              <a:t>oppure una conferma di esecuzione corretta.</a:t>
            </a:r>
          </a:p>
          <a:p>
            <a:r>
              <a:rPr lang="it-IT" sz="1200" dirty="0"/>
              <a:t>Lo script termina stampando l’esito del test:</a:t>
            </a:r>
          </a:p>
          <a:p>
            <a:pPr lvl="1"/>
            <a:r>
              <a:rPr lang="it-IT" sz="1200" b="1" dirty="0"/>
              <a:t>pass</a:t>
            </a:r>
            <a:r>
              <a:rPr lang="it-IT" sz="1200" dirty="0"/>
              <a:t> se tutti i controlli sono soddisfatti.</a:t>
            </a:r>
          </a:p>
          <a:p>
            <a:pPr lvl="1"/>
            <a:r>
              <a:rPr lang="it-IT" sz="1200" b="1" dirty="0" err="1"/>
              <a:t>fail</a:t>
            </a:r>
            <a:r>
              <a:rPr lang="it-IT" sz="1200" dirty="0"/>
              <a:t> se viene rilevato un errore.</a:t>
            </a:r>
          </a:p>
          <a:p>
            <a:r>
              <a:rPr lang="it-IT" sz="1200" dirty="0"/>
              <a:t>Vengono così raccolti gli output dell’analisi in 2 file: </a:t>
            </a:r>
            <a:r>
              <a:rPr lang="it-IT" sz="1200" b="1" i="1" dirty="0"/>
              <a:t>output.txt </a:t>
            </a:r>
            <a:r>
              <a:rPr lang="it-IT" sz="1200" dirty="0"/>
              <a:t>(output reale del programma) e </a:t>
            </a:r>
            <a:r>
              <a:rPr lang="it-IT" sz="1200" b="1" i="1" dirty="0"/>
              <a:t>feedback.md </a:t>
            </a:r>
            <a:r>
              <a:rPr lang="it-IT" sz="1200" dirty="0"/>
              <a:t>(descrizione diagnostica dell’errore rilevato).</a:t>
            </a:r>
          </a:p>
        </p:txBody>
      </p:sp>
    </p:spTree>
    <p:extLst>
      <p:ext uri="{BB962C8B-B14F-4D97-AF65-F5344CB8AC3E}">
        <p14:creationId xmlns:p14="http://schemas.microsoft.com/office/powerpoint/2010/main" val="193747621"/>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DD0E4F7-3DFB-8844-0C96-0D8552FA017A}"/>
              </a:ext>
            </a:extLst>
          </p:cNvPr>
          <p:cNvSpPr>
            <a:spLocks noGrp="1"/>
          </p:cNvSpPr>
          <p:nvPr>
            <p:ph type="title"/>
          </p:nvPr>
        </p:nvSpPr>
        <p:spPr/>
        <p:txBody>
          <a:bodyPr/>
          <a:lstStyle/>
          <a:p>
            <a:r>
              <a:rPr lang="it-IT" dirty="0"/>
              <a:t>Dynamic check </a:t>
            </a:r>
            <a:r>
              <a:rPr lang="it-IT" dirty="0" err="1"/>
              <a:t>failed</a:t>
            </a:r>
            <a:r>
              <a:rPr lang="it-IT" dirty="0"/>
              <a:t>: gestione output vuoto</a:t>
            </a:r>
          </a:p>
        </p:txBody>
      </p:sp>
      <p:sp>
        <p:nvSpPr>
          <p:cNvPr id="3" name="Segnaposto contenuto 2">
            <a:extLst>
              <a:ext uri="{FF2B5EF4-FFF2-40B4-BE49-F238E27FC236}">
                <a16:creationId xmlns:a16="http://schemas.microsoft.com/office/drawing/2014/main" id="{F5F6AC74-0227-56A6-20C9-44DFEBF1B462}"/>
              </a:ext>
            </a:extLst>
          </p:cNvPr>
          <p:cNvSpPr>
            <a:spLocks noGrp="1"/>
          </p:cNvSpPr>
          <p:nvPr>
            <p:ph idx="1"/>
          </p:nvPr>
        </p:nvSpPr>
        <p:spPr/>
        <p:txBody>
          <a:bodyPr>
            <a:normAutofit fontScale="92500" lnSpcReduction="10000"/>
          </a:bodyPr>
          <a:lstStyle/>
          <a:p>
            <a:r>
              <a:rPr lang="it-IT" dirty="0"/>
              <a:t>In alcuni casi di </a:t>
            </a:r>
            <a:r>
              <a:rPr lang="it-IT" b="1" dirty="0" err="1"/>
              <a:t>dynamic</a:t>
            </a:r>
            <a:r>
              <a:rPr lang="it-IT" b="1" dirty="0"/>
              <a:t> check </a:t>
            </a:r>
            <a:r>
              <a:rPr lang="it-IT" b="1" dirty="0" err="1"/>
              <a:t>failed</a:t>
            </a:r>
            <a:r>
              <a:rPr lang="it-IT" dirty="0"/>
              <a:t>, il programma non produce alcun output (ad esempio a causa di deadlock, crash o errori logici).</a:t>
            </a:r>
          </a:p>
          <a:p>
            <a:r>
              <a:rPr lang="it-IT" dirty="0"/>
              <a:t>Nello script di analisi mediante LLM, dopo l’esecuzione dei test, viene letto il contenuto di output.txt.</a:t>
            </a:r>
          </a:p>
          <a:p>
            <a:r>
              <a:rPr lang="it-IT" dirty="0"/>
              <a:t>Se il file non esiste oppure è vuoto, lo script segnala esplicitamente la condizione impostando l’output come: </a:t>
            </a:r>
            <a:r>
              <a:rPr lang="it-IT" b="1" dirty="0"/>
              <a:t>“The </a:t>
            </a:r>
            <a:r>
              <a:rPr lang="it-IT" b="1" dirty="0" err="1"/>
              <a:t>program</a:t>
            </a:r>
            <a:r>
              <a:rPr lang="it-IT" b="1" dirty="0"/>
              <a:t> </a:t>
            </a:r>
            <a:r>
              <a:rPr lang="it-IT" b="1" dirty="0" err="1"/>
              <a:t>produced</a:t>
            </a:r>
            <a:r>
              <a:rPr lang="it-IT" b="1" dirty="0"/>
              <a:t> no output.”</a:t>
            </a:r>
          </a:p>
          <a:p>
            <a:r>
              <a:rPr lang="it-IT" dirty="0"/>
              <a:t>Nei programmi concorrenti analizzati è sempre atteso un output visibile.</a:t>
            </a:r>
          </a:p>
          <a:p>
            <a:r>
              <a:rPr lang="it-IT" dirty="0"/>
              <a:t>L’assenza di output è quindi interpretata come indicatore di possibile errore di esecuzione (es. deadlock, crash, o logica errata).</a:t>
            </a:r>
          </a:p>
          <a:p>
            <a:r>
              <a:rPr lang="it-IT" dirty="0"/>
              <a:t>Questo segnale viene poi utilizzato nelle fasi successive di analisi per valutare la correttezza dell’esecuzione del programma.</a:t>
            </a:r>
          </a:p>
          <a:p>
            <a:endParaRPr lang="it-IT" dirty="0"/>
          </a:p>
        </p:txBody>
      </p:sp>
    </p:spTree>
    <p:extLst>
      <p:ext uri="{BB962C8B-B14F-4D97-AF65-F5344CB8AC3E}">
        <p14:creationId xmlns:p14="http://schemas.microsoft.com/office/powerpoint/2010/main" val="1014171568"/>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7ECF7EC-D9F9-047B-BF1E-0B120FEFC6A6}"/>
              </a:ext>
            </a:extLst>
          </p:cNvPr>
          <p:cNvSpPr>
            <a:spLocks noGrp="1"/>
          </p:cNvSpPr>
          <p:nvPr>
            <p:ph type="title"/>
          </p:nvPr>
        </p:nvSpPr>
        <p:spPr>
          <a:xfrm>
            <a:off x="655943" y="279086"/>
            <a:ext cx="9404723" cy="958645"/>
          </a:xfrm>
        </p:spPr>
        <p:txBody>
          <a:bodyPr/>
          <a:lstStyle/>
          <a:p>
            <a:r>
              <a:rPr lang="it-IT" sz="3600" dirty="0"/>
              <a:t>Estensione categorie di fallimento esercizi</a:t>
            </a:r>
          </a:p>
        </p:txBody>
      </p:sp>
      <p:sp>
        <p:nvSpPr>
          <p:cNvPr id="3" name="Segnaposto contenuto 2">
            <a:extLst>
              <a:ext uri="{FF2B5EF4-FFF2-40B4-BE49-F238E27FC236}">
                <a16:creationId xmlns:a16="http://schemas.microsoft.com/office/drawing/2014/main" id="{2842A2BD-D670-0B23-CF76-2C57FF752470}"/>
              </a:ext>
            </a:extLst>
          </p:cNvPr>
          <p:cNvSpPr>
            <a:spLocks noGrp="1"/>
          </p:cNvSpPr>
          <p:nvPr>
            <p:ph idx="1"/>
          </p:nvPr>
        </p:nvSpPr>
        <p:spPr>
          <a:xfrm>
            <a:off x="655943" y="1237731"/>
            <a:ext cx="11496728" cy="5517030"/>
          </a:xfrm>
        </p:spPr>
        <p:txBody>
          <a:bodyPr>
            <a:noAutofit/>
          </a:bodyPr>
          <a:lstStyle/>
          <a:p>
            <a:pPr marL="0" indent="0">
              <a:buNone/>
            </a:pPr>
            <a:r>
              <a:rPr lang="it-IT" sz="1400" dirty="0"/>
              <a:t>Per ogni esecuzione vengono raccolte due informazioni sul fallimento per ottenere una descrizione più precisa degli errori:</a:t>
            </a:r>
          </a:p>
          <a:p>
            <a:pPr marL="457200" indent="-457200">
              <a:buFont typeface="+mj-lt"/>
              <a:buAutoNum type="arabicPeriod"/>
            </a:pPr>
            <a:r>
              <a:rPr lang="it-IT" sz="1400" b="1" dirty="0" err="1"/>
              <a:t>Failure</a:t>
            </a:r>
            <a:r>
              <a:rPr lang="it-IT" sz="1400" b="1" dirty="0"/>
              <a:t> </a:t>
            </a:r>
            <a:r>
              <a:rPr lang="it-IT" sz="1400" b="1" dirty="0" err="1"/>
              <a:t>Category</a:t>
            </a:r>
            <a:r>
              <a:rPr lang="it-IT" sz="1400" b="1" dirty="0"/>
              <a:t> </a:t>
            </a:r>
            <a:r>
              <a:rPr lang="it-IT" sz="1400" dirty="0"/>
              <a:t>(</a:t>
            </a:r>
            <a:r>
              <a:rPr lang="it-IT" sz="1400" i="1" dirty="0"/>
              <a:t>livello generale</a:t>
            </a:r>
            <a:r>
              <a:rPr lang="it-IT" sz="1400" dirty="0"/>
              <a:t>): indica in quale fase della pipeline avviene il problema:</a:t>
            </a:r>
          </a:p>
          <a:p>
            <a:pPr lvl="1"/>
            <a:r>
              <a:rPr lang="it-IT" sz="1400" dirty="0" err="1"/>
              <a:t>compile_error</a:t>
            </a:r>
            <a:r>
              <a:rPr lang="it-IT" sz="1400" dirty="0"/>
              <a:t> → errore durante la compilazione</a:t>
            </a:r>
          </a:p>
          <a:p>
            <a:pPr lvl="1"/>
            <a:r>
              <a:rPr lang="it-IT" sz="1400" dirty="0" err="1"/>
              <a:t>dynamic_check_failed</a:t>
            </a:r>
            <a:r>
              <a:rPr lang="it-IT" sz="1400" dirty="0"/>
              <a:t> → fallimento dei test dinamici</a:t>
            </a:r>
          </a:p>
          <a:p>
            <a:pPr lvl="1"/>
            <a:r>
              <a:rPr lang="it-IT" sz="1400" dirty="0" err="1"/>
              <a:t>static_check_failed</a:t>
            </a:r>
            <a:r>
              <a:rPr lang="it-IT" sz="1400" dirty="0"/>
              <a:t> → errore rilevato dall’analisi statica</a:t>
            </a:r>
          </a:p>
          <a:p>
            <a:pPr lvl="1"/>
            <a:r>
              <a:rPr lang="it-IT" sz="1400" dirty="0" err="1"/>
              <a:t>correct</a:t>
            </a:r>
            <a:r>
              <a:rPr lang="it-IT" sz="1400" dirty="0"/>
              <a:t> → esercizio corretto</a:t>
            </a:r>
          </a:p>
          <a:p>
            <a:pPr marL="457200" indent="-457200">
              <a:buFont typeface="+mj-lt"/>
              <a:buAutoNum type="arabicPeriod"/>
            </a:pPr>
            <a:r>
              <a:rPr lang="it-IT" sz="1400" b="1" dirty="0" err="1"/>
              <a:t>Error</a:t>
            </a:r>
            <a:r>
              <a:rPr lang="it-IT" sz="1400" b="1" dirty="0"/>
              <a:t> </a:t>
            </a:r>
            <a:r>
              <a:rPr lang="it-IT" sz="1400" b="1" dirty="0" err="1"/>
              <a:t>Type</a:t>
            </a:r>
            <a:r>
              <a:rPr lang="it-IT" sz="1400" b="1" dirty="0"/>
              <a:t> </a:t>
            </a:r>
            <a:r>
              <a:rPr lang="it-IT" sz="1400" dirty="0"/>
              <a:t>(</a:t>
            </a:r>
            <a:r>
              <a:rPr lang="it-IT" sz="1400" i="1" dirty="0"/>
              <a:t>livello specifico</a:t>
            </a:r>
            <a:r>
              <a:rPr lang="it-IT" sz="1400" dirty="0"/>
              <a:t>): quando avviene un fallimento, viene stimata anche la tipologia dell’errore analizzando automaticamente: </a:t>
            </a:r>
            <a:r>
              <a:rPr lang="it-IT" sz="1400" b="1" dirty="0"/>
              <a:t>feedback.md</a:t>
            </a:r>
            <a:r>
              <a:rPr lang="it-IT" sz="1400" dirty="0"/>
              <a:t> (messaggi dei test), </a:t>
            </a:r>
            <a:r>
              <a:rPr lang="it-IT" sz="1400" b="1" dirty="0" err="1"/>
              <a:t>stderr</a:t>
            </a:r>
            <a:r>
              <a:rPr lang="it-IT" sz="1400" dirty="0"/>
              <a:t> del programma, </a:t>
            </a:r>
            <a:r>
              <a:rPr lang="it-IT" sz="1400" b="1" dirty="0"/>
              <a:t>output</a:t>
            </a:r>
            <a:r>
              <a:rPr lang="it-IT" sz="1400" dirty="0"/>
              <a:t> del programma.</a:t>
            </a:r>
          </a:p>
          <a:p>
            <a:pPr marL="0" indent="0">
              <a:buNone/>
            </a:pPr>
            <a:r>
              <a:rPr lang="it-IT" sz="1400" dirty="0"/>
              <a:t>Estrazione del tipo di errore: viene utilizzato un </a:t>
            </a:r>
            <a:r>
              <a:rPr lang="it-IT" sz="1400" b="1" dirty="0"/>
              <a:t>dizionario</a:t>
            </a:r>
            <a:r>
              <a:rPr lang="it-IT" sz="1400" dirty="0"/>
              <a:t> di </a:t>
            </a:r>
            <a:r>
              <a:rPr lang="it-IT" sz="1400" i="1" dirty="0"/>
              <a:t>parole chiave → categorie </a:t>
            </a:r>
            <a:r>
              <a:rPr lang="it-IT" sz="1400" dirty="0"/>
              <a:t>per classificare automaticamente l’errore in categorie più specifiche, ad esempio:</a:t>
            </a:r>
          </a:p>
          <a:p>
            <a:pPr lvl="1"/>
            <a:r>
              <a:rPr lang="it-IT" sz="1400" dirty="0"/>
              <a:t>crash → </a:t>
            </a:r>
            <a:r>
              <a:rPr lang="it-IT" sz="1400" dirty="0" err="1"/>
              <a:t>segmentation</a:t>
            </a:r>
            <a:r>
              <a:rPr lang="it-IT" sz="1400" dirty="0"/>
              <a:t> fault, </a:t>
            </a:r>
            <a:r>
              <a:rPr lang="it-IT" sz="1400" dirty="0" err="1"/>
              <a:t>abort</a:t>
            </a:r>
            <a:endParaRPr lang="it-IT" sz="1400" dirty="0"/>
          </a:p>
          <a:p>
            <a:pPr lvl="1"/>
            <a:r>
              <a:rPr lang="it-IT" sz="1400" dirty="0" err="1"/>
              <a:t>timeout_or_deadlock</a:t>
            </a:r>
            <a:r>
              <a:rPr lang="it-IT" sz="1400" dirty="0"/>
              <a:t> → </a:t>
            </a:r>
            <a:r>
              <a:rPr lang="it-IT" sz="1400" dirty="0" err="1"/>
              <a:t>timeout</a:t>
            </a:r>
            <a:r>
              <a:rPr lang="it-IT" sz="1400" dirty="0"/>
              <a:t>, deadlock, hang</a:t>
            </a:r>
          </a:p>
          <a:p>
            <a:pPr lvl="1"/>
            <a:r>
              <a:rPr lang="it-IT" sz="1400" dirty="0" err="1"/>
              <a:t>incorrect_output_order</a:t>
            </a:r>
            <a:r>
              <a:rPr lang="it-IT" sz="1400" dirty="0"/>
              <a:t> → ordine dei messaggi errato</a:t>
            </a:r>
          </a:p>
          <a:p>
            <a:pPr lvl="1"/>
            <a:r>
              <a:rPr lang="it-IT" sz="1400" dirty="0" err="1"/>
              <a:t>concurrency_bug</a:t>
            </a:r>
            <a:r>
              <a:rPr lang="it-IT" sz="1400" dirty="0"/>
              <a:t> → errori di sincronizzazione</a:t>
            </a:r>
          </a:p>
          <a:p>
            <a:pPr lvl="1"/>
            <a:r>
              <a:rPr lang="it-IT" sz="1400" dirty="0" err="1"/>
              <a:t>resource_leak</a:t>
            </a:r>
            <a:r>
              <a:rPr lang="it-IT" sz="1400" dirty="0"/>
              <a:t> → risorse IPC non rilasciate</a:t>
            </a:r>
          </a:p>
          <a:p>
            <a:pPr lvl="1"/>
            <a:r>
              <a:rPr lang="it-IT" sz="1400" dirty="0" err="1"/>
              <a:t>runtime_error</a:t>
            </a:r>
            <a:r>
              <a:rPr lang="it-IT" sz="1400" dirty="0"/>
              <a:t> → errori generici di esecuzione</a:t>
            </a:r>
          </a:p>
          <a:p>
            <a:pPr lvl="1"/>
            <a:r>
              <a:rPr lang="it-IT" sz="1400" dirty="0" err="1"/>
              <a:t>static_waring</a:t>
            </a:r>
            <a:r>
              <a:rPr lang="it-IT" sz="1400" dirty="0"/>
              <a:t> → se ci sono solo warning statici</a:t>
            </a:r>
            <a:endParaRPr lang="it-IT" dirty="0"/>
          </a:p>
          <a:p>
            <a:pPr lvl="1"/>
            <a:endParaRPr lang="it-IT" sz="1400" dirty="0"/>
          </a:p>
          <a:p>
            <a:endParaRPr lang="it-IT" sz="1400" dirty="0"/>
          </a:p>
        </p:txBody>
      </p:sp>
    </p:spTree>
    <p:extLst>
      <p:ext uri="{BB962C8B-B14F-4D97-AF65-F5344CB8AC3E}">
        <p14:creationId xmlns:p14="http://schemas.microsoft.com/office/powerpoint/2010/main" val="200809521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1C57758-377D-82DB-A529-A0905067E512}"/>
              </a:ext>
            </a:extLst>
          </p:cNvPr>
          <p:cNvSpPr>
            <a:spLocks noGrp="1"/>
          </p:cNvSpPr>
          <p:nvPr>
            <p:ph type="title"/>
          </p:nvPr>
        </p:nvSpPr>
        <p:spPr/>
        <p:txBody>
          <a:bodyPr/>
          <a:lstStyle/>
          <a:p>
            <a:r>
              <a:rPr lang="it-IT" dirty="0"/>
              <a:t>Ottimizzazione dei prompt</a:t>
            </a:r>
          </a:p>
        </p:txBody>
      </p:sp>
      <p:sp>
        <p:nvSpPr>
          <p:cNvPr id="3" name="Segnaposto contenuto 2">
            <a:extLst>
              <a:ext uri="{FF2B5EF4-FFF2-40B4-BE49-F238E27FC236}">
                <a16:creationId xmlns:a16="http://schemas.microsoft.com/office/drawing/2014/main" id="{9DC26B32-FEF7-DDA9-5D7E-CE405948D322}"/>
              </a:ext>
            </a:extLst>
          </p:cNvPr>
          <p:cNvSpPr>
            <a:spLocks noGrp="1"/>
          </p:cNvSpPr>
          <p:nvPr>
            <p:ph idx="1"/>
          </p:nvPr>
        </p:nvSpPr>
        <p:spPr>
          <a:xfrm>
            <a:off x="646111" y="1465007"/>
            <a:ext cx="10962967" cy="5083276"/>
          </a:xfrm>
        </p:spPr>
        <p:txBody>
          <a:bodyPr>
            <a:normAutofit fontScale="92500" lnSpcReduction="20000"/>
          </a:bodyPr>
          <a:lstStyle/>
          <a:p>
            <a:r>
              <a:rPr lang="it-IT" dirty="0"/>
              <a:t>I prompt sono ora in </a:t>
            </a:r>
            <a:r>
              <a:rPr lang="it-IT" b="1" dirty="0"/>
              <a:t>lingua inglese</a:t>
            </a:r>
            <a:r>
              <a:rPr lang="it-IT" dirty="0"/>
              <a:t>, con diagnosi più specifiche e giudice meno stringente. </a:t>
            </a:r>
          </a:p>
          <a:p>
            <a:r>
              <a:rPr lang="it-IT" dirty="0"/>
              <a:t>Nei casi di </a:t>
            </a:r>
            <a:r>
              <a:rPr lang="it-IT" dirty="0" err="1"/>
              <a:t>static_check_failed</a:t>
            </a:r>
            <a:r>
              <a:rPr lang="it-IT" dirty="0"/>
              <a:t> l’output del programma non viene fornito per evitare informazioni fuorvianti. </a:t>
            </a:r>
          </a:p>
          <a:p>
            <a:r>
              <a:rPr lang="it-IT" dirty="0"/>
              <a:t>I prompt del giudice sono informati che la diagnosi proviene da un altro LLM e valutano correttezza e plausibilità senza richiedere corrispondenza esatta, migliorando l’affidabilità complessiva dell’analisi di codice e output.</a:t>
            </a:r>
          </a:p>
          <a:p>
            <a:r>
              <a:rPr lang="it-IT" dirty="0"/>
              <a:t>In totale sono presenti dunque </a:t>
            </a:r>
            <a:r>
              <a:rPr lang="it-IT" b="1" i="1" dirty="0"/>
              <a:t>6 prompt</a:t>
            </a:r>
            <a:r>
              <a:rPr lang="it-IT" dirty="0"/>
              <a:t>:</a:t>
            </a:r>
          </a:p>
          <a:p>
            <a:pPr lvl="1"/>
            <a:r>
              <a:rPr lang="en-US" b="1" dirty="0" err="1"/>
              <a:t>prompt_output</a:t>
            </a:r>
            <a:r>
              <a:rPr lang="en-US" dirty="0"/>
              <a:t>(</a:t>
            </a:r>
            <a:r>
              <a:rPr lang="en-US" dirty="0" err="1"/>
              <a:t>traccia</a:t>
            </a:r>
            <a:r>
              <a:rPr lang="en-US" dirty="0"/>
              <a:t>, </a:t>
            </a:r>
            <a:r>
              <a:rPr lang="en-US" dirty="0" err="1"/>
              <a:t>program_output</a:t>
            </a:r>
            <a:r>
              <a:rPr lang="en-US" dirty="0"/>
              <a:t>) -&gt; OUTPUT_CORRECT: YES or NO, OUTPUT_DIAGNOSIS</a:t>
            </a:r>
          </a:p>
          <a:p>
            <a:pPr lvl="1"/>
            <a:r>
              <a:rPr lang="en-US" b="1" dirty="0" err="1"/>
              <a:t>prompt_codice</a:t>
            </a:r>
            <a:r>
              <a:rPr lang="en-US" dirty="0"/>
              <a:t>(</a:t>
            </a:r>
            <a:r>
              <a:rPr lang="en-US" dirty="0" err="1"/>
              <a:t>traccia</a:t>
            </a:r>
            <a:r>
              <a:rPr lang="en-US" dirty="0"/>
              <a:t>, </a:t>
            </a:r>
            <a:r>
              <a:rPr lang="en-US" dirty="0" err="1"/>
              <a:t>program_output</a:t>
            </a:r>
            <a:r>
              <a:rPr lang="en-US" dirty="0"/>
              <a:t>, code) -&gt; CODE_CORRECT: YES or NO, CODE_DIAGNOSIS</a:t>
            </a:r>
          </a:p>
          <a:p>
            <a:pPr lvl="1"/>
            <a:r>
              <a:rPr lang="en-US" b="1" dirty="0" err="1"/>
              <a:t>prompt_codice_static</a:t>
            </a:r>
            <a:r>
              <a:rPr lang="en-US" dirty="0"/>
              <a:t>(</a:t>
            </a:r>
            <a:r>
              <a:rPr lang="en-US" dirty="0" err="1"/>
              <a:t>traccia</a:t>
            </a:r>
            <a:r>
              <a:rPr lang="en-US" dirty="0"/>
              <a:t>, code) -&gt; CODE_CORRECT: YES or NO, CODE_DIAGNOSIS</a:t>
            </a:r>
          </a:p>
          <a:p>
            <a:pPr lvl="1"/>
            <a:r>
              <a:rPr lang="it-IT" b="1" dirty="0" err="1"/>
              <a:t>prompt_giudice_output</a:t>
            </a:r>
            <a:r>
              <a:rPr lang="it-IT" dirty="0"/>
              <a:t>(diagnosi, </a:t>
            </a:r>
            <a:r>
              <a:rPr lang="it-IT" dirty="0" err="1"/>
              <a:t>errore_reale</a:t>
            </a:r>
            <a:r>
              <a:rPr lang="it-IT" dirty="0"/>
              <a:t>) -&gt; </a:t>
            </a:r>
            <a:r>
              <a:rPr lang="en-US" dirty="0"/>
              <a:t>DIAGNOSIS_CORRECT: YES or NO</a:t>
            </a:r>
            <a:endParaRPr lang="it-IT" dirty="0"/>
          </a:p>
          <a:p>
            <a:pPr lvl="1"/>
            <a:r>
              <a:rPr lang="en-US" b="1" dirty="0" err="1"/>
              <a:t>prompt_giudice_codice</a:t>
            </a:r>
            <a:r>
              <a:rPr lang="en-US" dirty="0"/>
              <a:t>(</a:t>
            </a:r>
            <a:r>
              <a:rPr lang="en-US" dirty="0" err="1"/>
              <a:t>diagnosi</a:t>
            </a:r>
            <a:r>
              <a:rPr lang="en-US" dirty="0"/>
              <a:t>, warnings, </a:t>
            </a:r>
            <a:r>
              <a:rPr lang="en-US" dirty="0" err="1"/>
              <a:t>code_around</a:t>
            </a:r>
            <a:r>
              <a:rPr lang="en-US" dirty="0"/>
              <a:t>, </a:t>
            </a:r>
            <a:r>
              <a:rPr lang="en-US" dirty="0" err="1"/>
              <a:t>solution_code</a:t>
            </a:r>
            <a:r>
              <a:rPr lang="en-US" dirty="0"/>
              <a:t>)</a:t>
            </a:r>
            <a:r>
              <a:rPr lang="it-IT" dirty="0"/>
              <a:t> -&gt; </a:t>
            </a:r>
            <a:r>
              <a:rPr lang="en-US" dirty="0"/>
              <a:t>DIAGNOSIS_CORRECT: YES or NO</a:t>
            </a:r>
          </a:p>
          <a:p>
            <a:pPr lvl="1"/>
            <a:r>
              <a:rPr lang="it-IT" b="1" dirty="0" err="1"/>
              <a:t>prompt_giudice_codice_static</a:t>
            </a:r>
            <a:r>
              <a:rPr lang="it-IT" dirty="0"/>
              <a:t>(diagnosi, </a:t>
            </a:r>
            <a:r>
              <a:rPr lang="it-IT" dirty="0" err="1"/>
              <a:t>warnings</a:t>
            </a:r>
            <a:r>
              <a:rPr lang="it-IT" dirty="0"/>
              <a:t>) -&gt; </a:t>
            </a:r>
            <a:r>
              <a:rPr lang="en-US" dirty="0"/>
              <a:t>DIAGNOSIS_CORRECT: YES or NO</a:t>
            </a:r>
          </a:p>
          <a:p>
            <a:endParaRPr lang="it-IT" dirty="0"/>
          </a:p>
        </p:txBody>
      </p:sp>
    </p:spTree>
    <p:extLst>
      <p:ext uri="{BB962C8B-B14F-4D97-AF65-F5344CB8AC3E}">
        <p14:creationId xmlns:p14="http://schemas.microsoft.com/office/powerpoint/2010/main" val="3932447040"/>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88863-685A-8003-0DE7-3CF26A11ADB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B668281-11BF-8A9C-3B45-78C9C40BB21C}"/>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dynamic_check_failed</a:t>
            </a:r>
            <a:r>
              <a:rPr lang="it-IT" sz="3200" dirty="0"/>
              <a:t>):</a:t>
            </a:r>
          </a:p>
        </p:txBody>
      </p:sp>
      <p:graphicFrame>
        <p:nvGraphicFramePr>
          <p:cNvPr id="4" name="Segnaposto contenuto 3">
            <a:extLst>
              <a:ext uri="{FF2B5EF4-FFF2-40B4-BE49-F238E27FC236}">
                <a16:creationId xmlns:a16="http://schemas.microsoft.com/office/drawing/2014/main" id="{468B4035-F845-23A0-DDD8-22E4A0A1095B}"/>
              </a:ext>
            </a:extLst>
          </p:cNvPr>
          <p:cNvGraphicFramePr>
            <a:graphicFrameLocks noGrp="1"/>
          </p:cNvGraphicFramePr>
          <p:nvPr>
            <p:ph idx="1"/>
            <p:extLst>
              <p:ext uri="{D42A27DB-BD31-4B8C-83A1-F6EECF244321}">
                <p14:modId xmlns:p14="http://schemas.microsoft.com/office/powerpoint/2010/main" val="1778699029"/>
              </p:ext>
            </p:extLst>
          </p:nvPr>
        </p:nvGraphicFramePr>
        <p:xfrm>
          <a:off x="117987" y="594360"/>
          <a:ext cx="11970770" cy="6291922"/>
        </p:xfrm>
        <a:graphic>
          <a:graphicData uri="http://schemas.openxmlformats.org/drawingml/2006/table">
            <a:tbl>
              <a:tblPr firstRow="1" bandRow="1">
                <a:tableStyleId>{5C22544A-7EE6-4342-B048-85BDC9FD1C3A}</a:tableStyleId>
              </a:tblPr>
              <a:tblGrid>
                <a:gridCol w="557423">
                  <a:extLst>
                    <a:ext uri="{9D8B030D-6E8A-4147-A177-3AD203B41FA5}">
                      <a16:colId xmlns:a16="http://schemas.microsoft.com/office/drawing/2014/main" val="1875058376"/>
                    </a:ext>
                  </a:extLst>
                </a:gridCol>
                <a:gridCol w="465132">
                  <a:extLst>
                    <a:ext uri="{9D8B030D-6E8A-4147-A177-3AD203B41FA5}">
                      <a16:colId xmlns:a16="http://schemas.microsoft.com/office/drawing/2014/main" val="2729272592"/>
                    </a:ext>
                  </a:extLst>
                </a:gridCol>
                <a:gridCol w="589935">
                  <a:extLst>
                    <a:ext uri="{9D8B030D-6E8A-4147-A177-3AD203B41FA5}">
                      <a16:colId xmlns:a16="http://schemas.microsoft.com/office/drawing/2014/main" val="2911452443"/>
                    </a:ext>
                  </a:extLst>
                </a:gridCol>
                <a:gridCol w="501446">
                  <a:extLst>
                    <a:ext uri="{9D8B030D-6E8A-4147-A177-3AD203B41FA5}">
                      <a16:colId xmlns:a16="http://schemas.microsoft.com/office/drawing/2014/main" val="2479012610"/>
                    </a:ext>
                  </a:extLst>
                </a:gridCol>
                <a:gridCol w="403122">
                  <a:extLst>
                    <a:ext uri="{9D8B030D-6E8A-4147-A177-3AD203B41FA5}">
                      <a16:colId xmlns:a16="http://schemas.microsoft.com/office/drawing/2014/main" val="1143197634"/>
                    </a:ext>
                  </a:extLst>
                </a:gridCol>
                <a:gridCol w="373773">
                  <a:extLst>
                    <a:ext uri="{9D8B030D-6E8A-4147-A177-3AD203B41FA5}">
                      <a16:colId xmlns:a16="http://schemas.microsoft.com/office/drawing/2014/main" val="2959452781"/>
                    </a:ext>
                  </a:extLst>
                </a:gridCol>
                <a:gridCol w="403712">
                  <a:extLst>
                    <a:ext uri="{9D8B030D-6E8A-4147-A177-3AD203B41FA5}">
                      <a16:colId xmlns:a16="http://schemas.microsoft.com/office/drawing/2014/main" val="1078437898"/>
                    </a:ext>
                  </a:extLst>
                </a:gridCol>
                <a:gridCol w="443132">
                  <a:extLst>
                    <a:ext uri="{9D8B030D-6E8A-4147-A177-3AD203B41FA5}">
                      <a16:colId xmlns:a16="http://schemas.microsoft.com/office/drawing/2014/main" val="3324487126"/>
                    </a:ext>
                  </a:extLst>
                </a:gridCol>
                <a:gridCol w="392527">
                  <a:extLst>
                    <a:ext uri="{9D8B030D-6E8A-4147-A177-3AD203B41FA5}">
                      <a16:colId xmlns:a16="http://schemas.microsoft.com/office/drawing/2014/main" val="2402471246"/>
                    </a:ext>
                  </a:extLst>
                </a:gridCol>
                <a:gridCol w="874417">
                  <a:extLst>
                    <a:ext uri="{9D8B030D-6E8A-4147-A177-3AD203B41FA5}">
                      <a16:colId xmlns:a16="http://schemas.microsoft.com/office/drawing/2014/main" val="3564228665"/>
                    </a:ext>
                  </a:extLst>
                </a:gridCol>
                <a:gridCol w="1484671">
                  <a:extLst>
                    <a:ext uri="{9D8B030D-6E8A-4147-A177-3AD203B41FA5}">
                      <a16:colId xmlns:a16="http://schemas.microsoft.com/office/drawing/2014/main" val="1079194908"/>
                    </a:ext>
                  </a:extLst>
                </a:gridCol>
                <a:gridCol w="884904">
                  <a:extLst>
                    <a:ext uri="{9D8B030D-6E8A-4147-A177-3AD203B41FA5}">
                      <a16:colId xmlns:a16="http://schemas.microsoft.com/office/drawing/2014/main" val="457757330"/>
                    </a:ext>
                  </a:extLst>
                </a:gridCol>
                <a:gridCol w="432619">
                  <a:extLst>
                    <a:ext uri="{9D8B030D-6E8A-4147-A177-3AD203B41FA5}">
                      <a16:colId xmlns:a16="http://schemas.microsoft.com/office/drawing/2014/main" val="75598170"/>
                    </a:ext>
                  </a:extLst>
                </a:gridCol>
                <a:gridCol w="1272790">
                  <a:extLst>
                    <a:ext uri="{9D8B030D-6E8A-4147-A177-3AD203B41FA5}">
                      <a16:colId xmlns:a16="http://schemas.microsoft.com/office/drawing/2014/main" val="963411808"/>
                    </a:ext>
                  </a:extLst>
                </a:gridCol>
                <a:gridCol w="485215">
                  <a:extLst>
                    <a:ext uri="{9D8B030D-6E8A-4147-A177-3AD203B41FA5}">
                      <a16:colId xmlns:a16="http://schemas.microsoft.com/office/drawing/2014/main" val="27591704"/>
                    </a:ext>
                  </a:extLst>
                </a:gridCol>
                <a:gridCol w="1535636">
                  <a:extLst>
                    <a:ext uri="{9D8B030D-6E8A-4147-A177-3AD203B41FA5}">
                      <a16:colId xmlns:a16="http://schemas.microsoft.com/office/drawing/2014/main" val="228824343"/>
                    </a:ext>
                  </a:extLst>
                </a:gridCol>
                <a:gridCol w="377394">
                  <a:extLst>
                    <a:ext uri="{9D8B030D-6E8A-4147-A177-3AD203B41FA5}">
                      <a16:colId xmlns:a16="http://schemas.microsoft.com/office/drawing/2014/main" val="2134066566"/>
                    </a:ext>
                  </a:extLst>
                </a:gridCol>
                <a:gridCol w="492922">
                  <a:extLst>
                    <a:ext uri="{9D8B030D-6E8A-4147-A177-3AD203B41FA5}">
                      <a16:colId xmlns:a16="http://schemas.microsoft.com/office/drawing/2014/main" val="1278294766"/>
                    </a:ext>
                  </a:extLst>
                </a:gridCol>
              </a:tblGrid>
              <a:tr h="0">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error_type</a:t>
                      </a:r>
                      <a:endParaRPr lang="it-IT" sz="1050" dirty="0"/>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760302">
                <a:tc>
                  <a:txBody>
                    <a:bodyPr/>
                    <a:lstStyle/>
                    <a:p>
                      <a:pPr algn="l"/>
                      <a:r>
                        <a:rPr lang="it-IT" sz="1050" dirty="0" err="1"/>
                        <a:t>barigio</a:t>
                      </a:r>
                      <a:endParaRPr lang="it-IT" sz="1050" dirty="0"/>
                    </a:p>
                  </a:txBody>
                  <a:tcPr/>
                </a:tc>
                <a:tc>
                  <a:txBody>
                    <a:bodyPr/>
                    <a:lstStyle/>
                    <a:p>
                      <a:pPr algn="l"/>
                      <a:r>
                        <a:rPr lang="it-IT" sz="1050" dirty="0" err="1"/>
                        <a:t>server_aggregatore_thread</a:t>
                      </a:r>
                      <a:endParaRPr lang="it-IT" sz="1050" dirty="0"/>
                    </a:p>
                  </a:txBody>
                  <a:tcPr/>
                </a:tc>
                <a:tc>
                  <a:txBody>
                    <a:bodyPr/>
                    <a:lstStyle/>
                    <a:p>
                      <a:pPr algn="l"/>
                      <a:r>
                        <a:rPr lang="it-IT" sz="1050" dirty="0"/>
                        <a:t>fa4cf5d5426e4f33c9c0ac07c6ed4f8469f9fcd3</a:t>
                      </a:r>
                    </a:p>
                  </a:txBody>
                  <a:tcPr/>
                </a:tc>
                <a:tc>
                  <a:txBody>
                    <a:bodyPr/>
                    <a:lstStyle/>
                    <a:p>
                      <a:pPr algn="l"/>
                      <a:r>
                        <a:rPr lang="it-IT" sz="1050" dirty="0" err="1"/>
                        <a:t>dynamic_check_failed</a:t>
                      </a:r>
                      <a:endParaRPr lang="it-IT" sz="1050" dirty="0"/>
                    </a:p>
                  </a:txBody>
                  <a:tcPr/>
                </a:tc>
                <a:tc>
                  <a:txBody>
                    <a:bodyPr/>
                    <a:lstStyle/>
                    <a:p>
                      <a:pPr algn="l"/>
                      <a:r>
                        <a:rPr lang="it-IT" sz="1050" dirty="0" err="1"/>
                        <a:t>incorrect_output_order</a:t>
                      </a:r>
                      <a:endParaRPr lang="it-IT" sz="1050" dirty="0"/>
                    </a:p>
                  </a:txBody>
                  <a:tcPr/>
                </a:tc>
                <a:tc>
                  <a:txBody>
                    <a:bodyPr/>
                    <a:lstStyle/>
                    <a:p>
                      <a:pPr algn="l"/>
                      <a:r>
                        <a:rPr lang="it-IT" sz="1050" dirty="0"/>
                        <a:t>true</a:t>
                      </a:r>
                    </a:p>
                  </a:txBody>
                  <a:tcPr/>
                </a:tc>
                <a:tc>
                  <a:txBody>
                    <a:bodyPr/>
                    <a:lstStyle/>
                    <a:p>
                      <a:pPr algn="l"/>
                      <a:r>
                        <a:rPr lang="it-IT" sz="1050" dirty="0"/>
                        <a:t>false</a:t>
                      </a:r>
                    </a:p>
                  </a:txBody>
                  <a:tcPr/>
                </a:tc>
                <a:tc>
                  <a:txBody>
                    <a:bodyPr/>
                    <a:lstStyle/>
                    <a:p>
                      <a:pPr algn="l"/>
                      <a:r>
                        <a:rPr lang="it-IT" sz="1050" dirty="0" err="1"/>
                        <a:t>fail</a:t>
                      </a:r>
                      <a:endParaRPr lang="it-IT" sz="1050" dirty="0"/>
                    </a:p>
                  </a:txBody>
                  <a:tcPr/>
                </a:tc>
                <a:tc>
                  <a:txBody>
                    <a:bodyPr/>
                    <a:lstStyle/>
                    <a:p>
                      <a:pPr algn="l"/>
                      <a:endParaRPr lang="it-IT" sz="1050" dirty="0"/>
                    </a:p>
                  </a:txBody>
                  <a:tcPr/>
                </a:tc>
                <a:tc>
                  <a:txBody>
                    <a:bodyPr/>
                    <a:lstStyle/>
                    <a:p>
                      <a:pPr algn="l"/>
                      <a:r>
                        <a:rPr lang="it-IT" sz="1050" dirty="0"/>
                        <a:t>Esercizio server aggregatore con </a:t>
                      </a:r>
                      <a:r>
                        <a:rPr lang="it-IT" sz="1050" dirty="0" err="1"/>
                        <a:t>thread</a:t>
                      </a:r>
                      <a:r>
                        <a:rPr lang="it-IT" sz="1050" dirty="0"/>
                        <a:t>. L'esercizio non è ancora stato svolto correttamente. L'esecuzione del programma non termina correttamente.</a:t>
                      </a:r>
                    </a:p>
                  </a:txBody>
                  <a:tcPr/>
                </a:tc>
                <a:tc>
                  <a:txBody>
                    <a:bodyPr/>
                    <a:lstStyle/>
                    <a:p>
                      <a:pPr algn="l"/>
                      <a:r>
                        <a:rPr lang="it-IT" sz="1050" dirty="0"/>
                        <a:t>Avvio processo sensore...\</a:t>
                      </a:r>
                      <a:r>
                        <a:rPr lang="it-IT" sz="1050" dirty="0" err="1"/>
                        <a:t>nSensore</a:t>
                      </a:r>
                      <a:r>
                        <a:rPr lang="it-IT" sz="1050" dirty="0"/>
                        <a:t>: Invio valore=2\</a:t>
                      </a:r>
                      <a:r>
                        <a:rPr lang="it-IT" sz="1050" dirty="0" err="1"/>
                        <a:t>nAvvio</a:t>
                      </a:r>
                      <a:r>
                        <a:rPr lang="it-IT" sz="1050" dirty="0"/>
                        <a:t> processo aggregatore...\</a:t>
                      </a:r>
                      <a:r>
                        <a:rPr lang="it-IT" sz="1050" dirty="0" err="1"/>
                        <a:t>nAggregatore</a:t>
                      </a:r>
                      <a:r>
                        <a:rPr lang="it-IT" sz="1050" dirty="0"/>
                        <a:t>: In attesa di messaggi...\</a:t>
                      </a:r>
                      <a:r>
                        <a:rPr lang="it-IT" sz="1050" dirty="0" err="1"/>
                        <a:t>nAggregatore</a:t>
                      </a:r>
                      <a:r>
                        <a:rPr lang="it-IT" sz="1050" dirty="0"/>
                        <a:t>: Ricevuto valore=2\</a:t>
                      </a:r>
                      <a:r>
                        <a:rPr lang="it-IT" sz="1050" dirty="0" err="1"/>
                        <a:t>nAggregatore</a:t>
                      </a:r>
                      <a:r>
                        <a:rPr lang="it-IT" sz="1050" dirty="0"/>
                        <a:t>: Scrittura valore=2\</a:t>
                      </a:r>
                      <a:r>
                        <a:rPr lang="it-IT" sz="1050" dirty="0" err="1"/>
                        <a:t>nAggregatore</a:t>
                      </a:r>
                      <a:r>
                        <a:rPr lang="it-IT" sz="1050" dirty="0"/>
                        <a:t>: In attesa di messaggi...\</a:t>
                      </a:r>
                      <a:r>
                        <a:rPr lang="it-IT" sz="1050" dirty="0" err="1"/>
                        <a:t>nfork</a:t>
                      </a:r>
                      <a:r>
                        <a:rPr lang="it-IT" sz="1050" dirty="0"/>
                        <a:t> </a:t>
                      </a:r>
                      <a:r>
                        <a:rPr lang="it-IT" sz="1050" dirty="0" err="1"/>
                        <a:t>collett</a:t>
                      </a:r>
                      <a:r>
                        <a:rPr lang="it-IT" sz="1050" dirty="0"/>
                        <a:t> 0\</a:t>
                      </a:r>
                      <a:r>
                        <a:rPr lang="it-IT" sz="1050" dirty="0" err="1"/>
                        <a:t>nAvvio</a:t>
                      </a:r>
                      <a:r>
                        <a:rPr lang="it-IT" sz="1050" dirty="0"/>
                        <a:t> processo collettore (id coda = 21)(CONTINUA)…</a:t>
                      </a:r>
                    </a:p>
                  </a:txBody>
                  <a:tcPr/>
                </a:tc>
                <a:tc>
                  <a:txBody>
                    <a:bodyPr/>
                    <a:lstStyle/>
                    <a:p>
                      <a:pPr algn="l"/>
                      <a:r>
                        <a:rPr lang="it-IT" sz="1050" dirty="0"/>
                        <a:t> "file": "</a:t>
                      </a:r>
                      <a:r>
                        <a:rPr lang="it-IT" sz="1050" dirty="0" err="1"/>
                        <a:t>aggregatore.c</a:t>
                      </a:r>
                      <a:r>
                        <a:rPr lang="it-IT" sz="1050" dirty="0"/>
                        <a:t>",                "line": 168,                "</a:t>
                      </a:r>
                      <a:r>
                        <a:rPr lang="it-IT" sz="1050" dirty="0" err="1"/>
                        <a:t>message</a:t>
                      </a:r>
                      <a:r>
                        <a:rPr lang="it-IT" sz="1050" dirty="0"/>
                        <a:t>": « </a:t>
                      </a:r>
                      <a:r>
                        <a:rPr lang="it-IT" sz="1050" dirty="0" err="1"/>
                        <a:t>E’necessario</a:t>
                      </a:r>
                      <a:r>
                        <a:rPr lang="it-IT" sz="1050" dirty="0"/>
                        <a:t> che i lettori possano leggere contemporaneamente il dato condiviso. Si applichi qui l'algoritmo visto a lezione.»</a:t>
                      </a:r>
                    </a:p>
                  </a:txBody>
                  <a:tcPr/>
                </a:tc>
                <a:tc>
                  <a:txBody>
                    <a:bodyPr/>
                    <a:lstStyle/>
                    <a:p>
                      <a:pPr algn="l"/>
                      <a:r>
                        <a:rPr lang="it-IT" sz="1050" dirty="0"/>
                        <a:t>YES</a:t>
                      </a:r>
                    </a:p>
                  </a:txBody>
                  <a:tcPr/>
                </a:tc>
                <a:tc>
                  <a:txBody>
                    <a:bodyPr/>
                    <a:lstStyle/>
                    <a:p>
                      <a:pPr algn="l"/>
                      <a:r>
                        <a:rPr lang="en-US" sz="1050" dirty="0"/>
                        <a:t>THE OUTPUT APPEARS TO BE CONSISTENT WITH A CORRECT EXECUTION OF THE PROGRAM, AS IT SHOWS THE EXPECTED INTERACTIONS BETWEEN THE SENSOR, AGGREGATOR, AND COLLECTORS THE ORDER OF PRINTED MESSAGES MAY VARY DUE TO CONCURRENCY, BUT THIS DOES NOT NECESSARILY INDICATE AN ERROR.</a:t>
                      </a:r>
                      <a:endParaRPr lang="it-IT" sz="1050" dirty="0"/>
                    </a:p>
                  </a:txBody>
                  <a:tcPr/>
                </a:tc>
                <a:tc>
                  <a:txBody>
                    <a:bodyPr/>
                    <a:lstStyle/>
                    <a:p>
                      <a:pPr algn="l"/>
                      <a:r>
                        <a:rPr lang="it-IT" sz="1050" dirty="0"/>
                        <a:t>NO</a:t>
                      </a:r>
                    </a:p>
                  </a:txBody>
                  <a:tcPr/>
                </a:tc>
                <a:tc>
                  <a:txBody>
                    <a:bodyPr/>
                    <a:lstStyle/>
                    <a:p>
                      <a:pPr algn="l"/>
                      <a:r>
                        <a:rPr lang="en-US" sz="1050" dirty="0"/>
                        <a:t>THE CODE MAY CONTAIN A RACE CONDITION IN THE AGGREGATOREC FILE SPECIFICALLY, THE THREAD WRITER AND READER ARE ACCESSING THE SHARED VARIABLE SIMULTANEOUSLY WITHOUT PROPER SYNCHRONIZATION, WHICH COULD LEAD TO INCORRECT VALUES BEING READ OR WRITTEN.</a:t>
                      </a:r>
                      <a:endParaRPr lang="it-IT" sz="1050" dirty="0"/>
                    </a:p>
                  </a:txBody>
                  <a:tcPr/>
                </a:tc>
                <a:tc>
                  <a:txBody>
                    <a:bodyPr/>
                    <a:lstStyle/>
                    <a:p>
                      <a:pPr algn="l"/>
                      <a:r>
                        <a:rPr lang="it-IT" sz="1050" dirty="0"/>
                        <a:t>NO</a:t>
                      </a:r>
                    </a:p>
                  </a:txBody>
                  <a:tcPr/>
                </a:tc>
                <a:tc>
                  <a:txBody>
                    <a:bodyPr/>
                    <a:lstStyle/>
                    <a:p>
                      <a:pPr algn="l"/>
                      <a:r>
                        <a:rPr lang="it-IT" sz="1050" dirty="0"/>
                        <a:t>YES</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97327314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A62F9-1E79-8F57-4DD5-573750C477C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7A82174-2BC6-4711-ECE3-E184A2217832}"/>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static_check_failed</a:t>
            </a:r>
            <a:r>
              <a:rPr lang="it-IT" sz="3200" dirty="0"/>
              <a:t>):</a:t>
            </a:r>
          </a:p>
        </p:txBody>
      </p:sp>
      <p:graphicFrame>
        <p:nvGraphicFramePr>
          <p:cNvPr id="4" name="Segnaposto contenuto 3">
            <a:extLst>
              <a:ext uri="{FF2B5EF4-FFF2-40B4-BE49-F238E27FC236}">
                <a16:creationId xmlns:a16="http://schemas.microsoft.com/office/drawing/2014/main" id="{D2F6B008-7845-1DAE-55BA-ABD378D226CE}"/>
              </a:ext>
            </a:extLst>
          </p:cNvPr>
          <p:cNvGraphicFramePr>
            <a:graphicFrameLocks noGrp="1"/>
          </p:cNvGraphicFramePr>
          <p:nvPr>
            <p:ph idx="1"/>
          </p:nvPr>
        </p:nvGraphicFramePr>
        <p:xfrm>
          <a:off x="117987" y="594360"/>
          <a:ext cx="11970770" cy="6291922"/>
        </p:xfrm>
        <a:graphic>
          <a:graphicData uri="http://schemas.openxmlformats.org/drawingml/2006/table">
            <a:tbl>
              <a:tblPr firstRow="1" bandRow="1">
                <a:tableStyleId>{5C22544A-7EE6-4342-B048-85BDC9FD1C3A}</a:tableStyleId>
              </a:tblPr>
              <a:tblGrid>
                <a:gridCol w="557423">
                  <a:extLst>
                    <a:ext uri="{9D8B030D-6E8A-4147-A177-3AD203B41FA5}">
                      <a16:colId xmlns:a16="http://schemas.microsoft.com/office/drawing/2014/main" val="1875058376"/>
                    </a:ext>
                  </a:extLst>
                </a:gridCol>
                <a:gridCol w="465132">
                  <a:extLst>
                    <a:ext uri="{9D8B030D-6E8A-4147-A177-3AD203B41FA5}">
                      <a16:colId xmlns:a16="http://schemas.microsoft.com/office/drawing/2014/main" val="2729272592"/>
                    </a:ext>
                  </a:extLst>
                </a:gridCol>
                <a:gridCol w="589935">
                  <a:extLst>
                    <a:ext uri="{9D8B030D-6E8A-4147-A177-3AD203B41FA5}">
                      <a16:colId xmlns:a16="http://schemas.microsoft.com/office/drawing/2014/main" val="2911452443"/>
                    </a:ext>
                  </a:extLst>
                </a:gridCol>
                <a:gridCol w="501446">
                  <a:extLst>
                    <a:ext uri="{9D8B030D-6E8A-4147-A177-3AD203B41FA5}">
                      <a16:colId xmlns:a16="http://schemas.microsoft.com/office/drawing/2014/main" val="2479012610"/>
                    </a:ext>
                  </a:extLst>
                </a:gridCol>
                <a:gridCol w="403122">
                  <a:extLst>
                    <a:ext uri="{9D8B030D-6E8A-4147-A177-3AD203B41FA5}">
                      <a16:colId xmlns:a16="http://schemas.microsoft.com/office/drawing/2014/main" val="1143197634"/>
                    </a:ext>
                  </a:extLst>
                </a:gridCol>
                <a:gridCol w="373773">
                  <a:extLst>
                    <a:ext uri="{9D8B030D-6E8A-4147-A177-3AD203B41FA5}">
                      <a16:colId xmlns:a16="http://schemas.microsoft.com/office/drawing/2014/main" val="2959452781"/>
                    </a:ext>
                  </a:extLst>
                </a:gridCol>
                <a:gridCol w="403712">
                  <a:extLst>
                    <a:ext uri="{9D8B030D-6E8A-4147-A177-3AD203B41FA5}">
                      <a16:colId xmlns:a16="http://schemas.microsoft.com/office/drawing/2014/main" val="1078437898"/>
                    </a:ext>
                  </a:extLst>
                </a:gridCol>
                <a:gridCol w="443132">
                  <a:extLst>
                    <a:ext uri="{9D8B030D-6E8A-4147-A177-3AD203B41FA5}">
                      <a16:colId xmlns:a16="http://schemas.microsoft.com/office/drawing/2014/main" val="3324487126"/>
                    </a:ext>
                  </a:extLst>
                </a:gridCol>
                <a:gridCol w="392527">
                  <a:extLst>
                    <a:ext uri="{9D8B030D-6E8A-4147-A177-3AD203B41FA5}">
                      <a16:colId xmlns:a16="http://schemas.microsoft.com/office/drawing/2014/main" val="2402471246"/>
                    </a:ext>
                  </a:extLst>
                </a:gridCol>
                <a:gridCol w="1109079">
                  <a:extLst>
                    <a:ext uri="{9D8B030D-6E8A-4147-A177-3AD203B41FA5}">
                      <a16:colId xmlns:a16="http://schemas.microsoft.com/office/drawing/2014/main" val="3564228665"/>
                    </a:ext>
                  </a:extLst>
                </a:gridCol>
                <a:gridCol w="1109079">
                  <a:extLst>
                    <a:ext uri="{9D8B030D-6E8A-4147-A177-3AD203B41FA5}">
                      <a16:colId xmlns:a16="http://schemas.microsoft.com/office/drawing/2014/main" val="1079194908"/>
                    </a:ext>
                  </a:extLst>
                </a:gridCol>
                <a:gridCol w="1025834">
                  <a:extLst>
                    <a:ext uri="{9D8B030D-6E8A-4147-A177-3AD203B41FA5}">
                      <a16:colId xmlns:a16="http://schemas.microsoft.com/office/drawing/2014/main" val="457757330"/>
                    </a:ext>
                  </a:extLst>
                </a:gridCol>
                <a:gridCol w="432619">
                  <a:extLst>
                    <a:ext uri="{9D8B030D-6E8A-4147-A177-3AD203B41FA5}">
                      <a16:colId xmlns:a16="http://schemas.microsoft.com/office/drawing/2014/main" val="75598170"/>
                    </a:ext>
                  </a:extLst>
                </a:gridCol>
                <a:gridCol w="1272790">
                  <a:extLst>
                    <a:ext uri="{9D8B030D-6E8A-4147-A177-3AD203B41FA5}">
                      <a16:colId xmlns:a16="http://schemas.microsoft.com/office/drawing/2014/main" val="963411808"/>
                    </a:ext>
                  </a:extLst>
                </a:gridCol>
                <a:gridCol w="485215">
                  <a:extLst>
                    <a:ext uri="{9D8B030D-6E8A-4147-A177-3AD203B41FA5}">
                      <a16:colId xmlns:a16="http://schemas.microsoft.com/office/drawing/2014/main" val="27591704"/>
                    </a:ext>
                  </a:extLst>
                </a:gridCol>
                <a:gridCol w="1535636">
                  <a:extLst>
                    <a:ext uri="{9D8B030D-6E8A-4147-A177-3AD203B41FA5}">
                      <a16:colId xmlns:a16="http://schemas.microsoft.com/office/drawing/2014/main" val="228824343"/>
                    </a:ext>
                  </a:extLst>
                </a:gridCol>
                <a:gridCol w="377394">
                  <a:extLst>
                    <a:ext uri="{9D8B030D-6E8A-4147-A177-3AD203B41FA5}">
                      <a16:colId xmlns:a16="http://schemas.microsoft.com/office/drawing/2014/main" val="2134066566"/>
                    </a:ext>
                  </a:extLst>
                </a:gridCol>
                <a:gridCol w="492922">
                  <a:extLst>
                    <a:ext uri="{9D8B030D-6E8A-4147-A177-3AD203B41FA5}">
                      <a16:colId xmlns:a16="http://schemas.microsoft.com/office/drawing/2014/main" val="1278294766"/>
                    </a:ext>
                  </a:extLst>
                </a:gridCol>
              </a:tblGrid>
              <a:tr h="0">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error_type</a:t>
                      </a:r>
                      <a:endParaRPr lang="it-IT" sz="1050" dirty="0"/>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760302">
                <a:tc>
                  <a:txBody>
                    <a:bodyPr/>
                    <a:lstStyle/>
                    <a:p>
                      <a:pPr algn="l"/>
                      <a:r>
                        <a:rPr lang="it-IT" sz="1050" dirty="0" err="1"/>
                        <a:t>AleTopp</a:t>
                      </a:r>
                      <a:endParaRPr lang="it-IT" sz="1050" dirty="0"/>
                    </a:p>
                  </a:txBody>
                  <a:tcPr/>
                </a:tc>
                <a:tc>
                  <a:txBody>
                    <a:bodyPr/>
                    <a:lstStyle/>
                    <a:p>
                      <a:pPr algn="l"/>
                      <a:r>
                        <a:rPr lang="it-IT" sz="1050" dirty="0" err="1"/>
                        <a:t>remote_procedure_call</a:t>
                      </a:r>
                      <a:endParaRPr lang="it-IT" sz="1050" dirty="0"/>
                    </a:p>
                  </a:txBody>
                  <a:tcPr/>
                </a:tc>
                <a:tc>
                  <a:txBody>
                    <a:bodyPr/>
                    <a:lstStyle/>
                    <a:p>
                      <a:pPr algn="l"/>
                      <a:r>
                        <a:rPr lang="it-IT" sz="1050" dirty="0"/>
                        <a:t>7c167a6a3be568052d1b6c0d7bec05f08c78555e</a:t>
                      </a:r>
                    </a:p>
                  </a:txBody>
                  <a:tcPr/>
                </a:tc>
                <a:tc>
                  <a:txBody>
                    <a:bodyPr/>
                    <a:lstStyle/>
                    <a:p>
                      <a:pPr algn="l"/>
                      <a:r>
                        <a:rPr lang="it-IT" sz="1050" dirty="0" err="1"/>
                        <a:t>static_check_failed</a:t>
                      </a:r>
                      <a:endParaRPr lang="it-IT" sz="1050" dirty="0"/>
                    </a:p>
                  </a:txBody>
                  <a:tcPr/>
                </a:tc>
                <a:tc>
                  <a:txBody>
                    <a:bodyPr/>
                    <a:lstStyle/>
                    <a:p>
                      <a:pPr algn="l"/>
                      <a:r>
                        <a:rPr lang="it-IT" sz="1050" dirty="0" err="1"/>
                        <a:t>static_warning</a:t>
                      </a:r>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endParaRPr lang="it-IT" sz="1050" dirty="0"/>
                    </a:p>
                  </a:txBody>
                  <a:tcPr/>
                </a:tc>
                <a:tc>
                  <a:txBody>
                    <a:bodyPr/>
                    <a:lstStyle/>
                    <a:p>
                      <a:pPr algn="l"/>
                      <a:r>
                        <a:rPr lang="it-IT" sz="1050" dirty="0"/>
                        <a:t>Esercizio remote procedure call</a:t>
                      </a:r>
                    </a:p>
                    <a:p>
                      <a:pPr algn="l"/>
                      <a:r>
                        <a:rPr lang="it-IT" sz="1050" dirty="0"/>
                        <a:t>Congratulazioni, l'esercizio compila ed esegue correttamente, e non è stato riscontrato nessuno degli errori frequenti nel codice</a:t>
                      </a:r>
                    </a:p>
                  </a:txBody>
                  <a:tcPr/>
                </a:tc>
                <a:tc>
                  <a:txBody>
                    <a:bodyPr/>
                    <a:lstStyle/>
                    <a:p>
                      <a:pPr algn="l"/>
                      <a:r>
                        <a:rPr lang="it-IT" sz="1050" dirty="0"/>
                        <a:t>[Worker] In attesa di richieste...\n[Worker] In attesa di richieste...\n[Worker] In attesa di richieste...\n[Produttore] Chiamo PRODUCI CON SOMMA(5, 6, 7)\n[Client] Invio richiesta PRODUCI_CON_SOMMA(5, 6, 7)\n[Worker] Ricevuta richiesta di tipo PRODUCI CON SOMMA(5, 6, 7) (CONTINUA)…</a:t>
                      </a:r>
                    </a:p>
                  </a:txBody>
                  <a:tcPr/>
                </a:tc>
                <a:tc>
                  <a:txBody>
                    <a:bodyPr/>
                    <a:lstStyle/>
                    <a:p>
                      <a:pPr algn="l"/>
                      <a:r>
                        <a:rPr lang="it-IT" sz="1050" dirty="0"/>
                        <a:t> "file": "</a:t>
                      </a:r>
                      <a:r>
                        <a:rPr lang="it-IT" sz="1050" dirty="0" err="1"/>
                        <a:t>server.c</a:t>
                      </a:r>
                      <a:r>
                        <a:rPr lang="it-IT" sz="1050" dirty="0"/>
                        <a:t>",                "line": 41,                "</a:t>
                      </a:r>
                      <a:r>
                        <a:rPr lang="it-IT" sz="1050" dirty="0" err="1"/>
                        <a:t>message</a:t>
                      </a:r>
                      <a:r>
                        <a:rPr lang="it-IT" sz="1050" dirty="0"/>
                        <a:t>": "Per il passaggio dei parametri in </a:t>
                      </a:r>
                      <a:r>
                        <a:rPr lang="it-IT" sz="1050" dirty="0" err="1"/>
                        <a:t>pthread_create</a:t>
                      </a:r>
                      <a:r>
                        <a:rPr lang="it-IT" sz="1050"/>
                        <a:t>(), è </a:t>
                      </a:r>
                      <a:r>
                        <a:rPr lang="it-IT" sz="1050" dirty="0"/>
                        <a:t>necessario utilizzare una struttura allocata in memoria heap."</a:t>
                      </a:r>
                    </a:p>
                  </a:txBody>
                  <a:tcPr/>
                </a:tc>
                <a:tc>
                  <a:txBody>
                    <a:bodyPr/>
                    <a:lstStyle/>
                    <a:p>
                      <a:pPr algn="l"/>
                      <a:r>
                        <a:rPr lang="it-IT" sz="1050" dirty="0"/>
                        <a:t>YES</a:t>
                      </a:r>
                    </a:p>
                  </a:txBody>
                  <a:tcPr/>
                </a:tc>
                <a:tc>
                  <a:txBody>
                    <a:bodyPr/>
                    <a:lstStyle/>
                    <a:p>
                      <a:pPr algn="l"/>
                      <a:r>
                        <a:rPr lang="en-US" sz="1050" dirty="0"/>
                        <a:t>THE OUTPUT SHOWS THAT THE CLIENT AND SERVER ARE COMMUNICATING CORRECTLY, WITH THE CLIENT SENDING REQUESTS TO THE SERVER AND RECEIVING RESPONSES THE WORKER THREADS IN THE SERVER ARE PROCESSING REQUESTS AND SENDING BACK RESULTS THERE IS NO INDICATION OF ANY ERRORS OR ISSUES WITH THE PROGRAM'S LOGIC</a:t>
                      </a:r>
                      <a:endParaRPr lang="it-IT" sz="1050" dirty="0"/>
                    </a:p>
                  </a:txBody>
                  <a:tcPr/>
                </a:tc>
                <a:tc>
                  <a:txBody>
                    <a:bodyPr/>
                    <a:lstStyle/>
                    <a:p>
                      <a:pPr algn="l"/>
                      <a:r>
                        <a:rPr lang="it-IT" sz="1050" dirty="0"/>
                        <a:t>NO</a:t>
                      </a:r>
                    </a:p>
                  </a:txBody>
                  <a:tcPr/>
                </a:tc>
                <a:tc>
                  <a:txBody>
                    <a:bodyPr/>
                    <a:lstStyle/>
                    <a:p>
                      <a:pPr algn="l"/>
                      <a:r>
                        <a:rPr lang="en-US" sz="1050" dirty="0"/>
                        <a:t>THE CODE MAY CONTAIN A RACE CONDITION IN THE WAY IT HANDLES MULTIPLE REQUESTS FROM THE CLIENT SPECIFICALLY, WHEN THE WORKER THREAD PROCESSES A REQUEST, IT DOES NOT CHECK IF ANOTHER REQUEST HAS BEEN RECEIVED BEFORE SENDING A RESPONSE THIS COULD LEAD TO UNEXPECTED BEHAVIOR OR ERRORS IF MULTIPLE REQUESTS ARE SENT CONCURRENTLY</a:t>
                      </a:r>
                      <a:endParaRPr lang="it-IT" sz="1050" dirty="0"/>
                    </a:p>
                  </a:txBody>
                  <a:tcPr/>
                </a:tc>
                <a:tc>
                  <a:txBody>
                    <a:bodyPr/>
                    <a:lstStyle/>
                    <a:p>
                      <a:pPr algn="l"/>
                      <a:endParaRPr lang="it-IT" sz="1050" dirty="0"/>
                    </a:p>
                  </a:txBody>
                  <a:tcPr/>
                </a:tc>
                <a:tc>
                  <a:txBody>
                    <a:bodyPr/>
                    <a:lstStyle/>
                    <a:p>
                      <a:pPr algn="l"/>
                      <a:r>
                        <a:rPr lang="it-IT" sz="1050" dirty="0"/>
                        <a:t>YES</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185967281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B4F031E-82FC-0679-8928-A2B3D596E8EF}"/>
              </a:ext>
            </a:extLst>
          </p:cNvPr>
          <p:cNvSpPr>
            <a:spLocks noGrp="1"/>
          </p:cNvSpPr>
          <p:nvPr>
            <p:ph type="title"/>
          </p:nvPr>
        </p:nvSpPr>
        <p:spPr>
          <a:xfrm>
            <a:off x="462117" y="39328"/>
            <a:ext cx="9294832" cy="1016072"/>
          </a:xfrm>
        </p:spPr>
        <p:txBody>
          <a:bodyPr/>
          <a:lstStyle/>
          <a:p>
            <a:r>
              <a:rPr lang="it-IT" sz="3200" dirty="0"/>
              <a:t>Esempio di risultato (</a:t>
            </a:r>
            <a:r>
              <a:rPr lang="it-IT" sz="3200" dirty="0" err="1"/>
              <a:t>correct</a:t>
            </a:r>
            <a:r>
              <a:rPr lang="it-IT" sz="3200" dirty="0"/>
              <a:t>):</a:t>
            </a:r>
          </a:p>
        </p:txBody>
      </p:sp>
      <p:graphicFrame>
        <p:nvGraphicFramePr>
          <p:cNvPr id="4" name="Segnaposto contenuto 3">
            <a:extLst>
              <a:ext uri="{FF2B5EF4-FFF2-40B4-BE49-F238E27FC236}">
                <a16:creationId xmlns:a16="http://schemas.microsoft.com/office/drawing/2014/main" id="{0DF8B56F-3DF5-4D26-AC06-BEA1E4A82D7C}"/>
              </a:ext>
            </a:extLst>
          </p:cNvPr>
          <p:cNvGraphicFramePr>
            <a:graphicFrameLocks noGrp="1"/>
          </p:cNvGraphicFramePr>
          <p:nvPr>
            <p:ph idx="1"/>
            <p:extLst>
              <p:ext uri="{D42A27DB-BD31-4B8C-83A1-F6EECF244321}">
                <p14:modId xmlns:p14="http://schemas.microsoft.com/office/powerpoint/2010/main" val="3205739857"/>
              </p:ext>
            </p:extLst>
          </p:nvPr>
        </p:nvGraphicFramePr>
        <p:xfrm>
          <a:off x="117987" y="594360"/>
          <a:ext cx="11970770" cy="6291922"/>
        </p:xfrm>
        <a:graphic>
          <a:graphicData uri="http://schemas.openxmlformats.org/drawingml/2006/table">
            <a:tbl>
              <a:tblPr firstRow="1" bandRow="1">
                <a:tableStyleId>{5C22544A-7EE6-4342-B048-85BDC9FD1C3A}</a:tableStyleId>
              </a:tblPr>
              <a:tblGrid>
                <a:gridCol w="557423">
                  <a:extLst>
                    <a:ext uri="{9D8B030D-6E8A-4147-A177-3AD203B41FA5}">
                      <a16:colId xmlns:a16="http://schemas.microsoft.com/office/drawing/2014/main" val="1875058376"/>
                    </a:ext>
                  </a:extLst>
                </a:gridCol>
                <a:gridCol w="465132">
                  <a:extLst>
                    <a:ext uri="{9D8B030D-6E8A-4147-A177-3AD203B41FA5}">
                      <a16:colId xmlns:a16="http://schemas.microsoft.com/office/drawing/2014/main" val="2729272592"/>
                    </a:ext>
                  </a:extLst>
                </a:gridCol>
                <a:gridCol w="589935">
                  <a:extLst>
                    <a:ext uri="{9D8B030D-6E8A-4147-A177-3AD203B41FA5}">
                      <a16:colId xmlns:a16="http://schemas.microsoft.com/office/drawing/2014/main" val="2911452443"/>
                    </a:ext>
                  </a:extLst>
                </a:gridCol>
                <a:gridCol w="501446">
                  <a:extLst>
                    <a:ext uri="{9D8B030D-6E8A-4147-A177-3AD203B41FA5}">
                      <a16:colId xmlns:a16="http://schemas.microsoft.com/office/drawing/2014/main" val="2479012610"/>
                    </a:ext>
                  </a:extLst>
                </a:gridCol>
                <a:gridCol w="403122">
                  <a:extLst>
                    <a:ext uri="{9D8B030D-6E8A-4147-A177-3AD203B41FA5}">
                      <a16:colId xmlns:a16="http://schemas.microsoft.com/office/drawing/2014/main" val="1143197634"/>
                    </a:ext>
                  </a:extLst>
                </a:gridCol>
                <a:gridCol w="373773">
                  <a:extLst>
                    <a:ext uri="{9D8B030D-6E8A-4147-A177-3AD203B41FA5}">
                      <a16:colId xmlns:a16="http://schemas.microsoft.com/office/drawing/2014/main" val="2959452781"/>
                    </a:ext>
                  </a:extLst>
                </a:gridCol>
                <a:gridCol w="403712">
                  <a:extLst>
                    <a:ext uri="{9D8B030D-6E8A-4147-A177-3AD203B41FA5}">
                      <a16:colId xmlns:a16="http://schemas.microsoft.com/office/drawing/2014/main" val="1078437898"/>
                    </a:ext>
                  </a:extLst>
                </a:gridCol>
                <a:gridCol w="443132">
                  <a:extLst>
                    <a:ext uri="{9D8B030D-6E8A-4147-A177-3AD203B41FA5}">
                      <a16:colId xmlns:a16="http://schemas.microsoft.com/office/drawing/2014/main" val="3324487126"/>
                    </a:ext>
                  </a:extLst>
                </a:gridCol>
                <a:gridCol w="208280">
                  <a:extLst>
                    <a:ext uri="{9D8B030D-6E8A-4147-A177-3AD203B41FA5}">
                      <a16:colId xmlns:a16="http://schemas.microsoft.com/office/drawing/2014/main" val="2402471246"/>
                    </a:ext>
                  </a:extLst>
                </a:gridCol>
                <a:gridCol w="989839">
                  <a:extLst>
                    <a:ext uri="{9D8B030D-6E8A-4147-A177-3AD203B41FA5}">
                      <a16:colId xmlns:a16="http://schemas.microsoft.com/office/drawing/2014/main" val="3564228665"/>
                    </a:ext>
                  </a:extLst>
                </a:gridCol>
                <a:gridCol w="943896">
                  <a:extLst>
                    <a:ext uri="{9D8B030D-6E8A-4147-A177-3AD203B41FA5}">
                      <a16:colId xmlns:a16="http://schemas.microsoft.com/office/drawing/2014/main" val="1079194908"/>
                    </a:ext>
                  </a:extLst>
                </a:gridCol>
                <a:gridCol w="353962">
                  <a:extLst>
                    <a:ext uri="{9D8B030D-6E8A-4147-A177-3AD203B41FA5}">
                      <a16:colId xmlns:a16="http://schemas.microsoft.com/office/drawing/2014/main" val="457757330"/>
                    </a:ext>
                  </a:extLst>
                </a:gridCol>
                <a:gridCol w="707922">
                  <a:extLst>
                    <a:ext uri="{9D8B030D-6E8A-4147-A177-3AD203B41FA5}">
                      <a16:colId xmlns:a16="http://schemas.microsoft.com/office/drawing/2014/main" val="75598170"/>
                    </a:ext>
                  </a:extLst>
                </a:gridCol>
                <a:gridCol w="2138029">
                  <a:extLst>
                    <a:ext uri="{9D8B030D-6E8A-4147-A177-3AD203B41FA5}">
                      <a16:colId xmlns:a16="http://schemas.microsoft.com/office/drawing/2014/main" val="963411808"/>
                    </a:ext>
                  </a:extLst>
                </a:gridCol>
                <a:gridCol w="485215">
                  <a:extLst>
                    <a:ext uri="{9D8B030D-6E8A-4147-A177-3AD203B41FA5}">
                      <a16:colId xmlns:a16="http://schemas.microsoft.com/office/drawing/2014/main" val="27591704"/>
                    </a:ext>
                  </a:extLst>
                </a:gridCol>
                <a:gridCol w="1535636">
                  <a:extLst>
                    <a:ext uri="{9D8B030D-6E8A-4147-A177-3AD203B41FA5}">
                      <a16:colId xmlns:a16="http://schemas.microsoft.com/office/drawing/2014/main" val="228824343"/>
                    </a:ext>
                  </a:extLst>
                </a:gridCol>
                <a:gridCol w="377394">
                  <a:extLst>
                    <a:ext uri="{9D8B030D-6E8A-4147-A177-3AD203B41FA5}">
                      <a16:colId xmlns:a16="http://schemas.microsoft.com/office/drawing/2014/main" val="2134066566"/>
                    </a:ext>
                  </a:extLst>
                </a:gridCol>
                <a:gridCol w="492922">
                  <a:extLst>
                    <a:ext uri="{9D8B030D-6E8A-4147-A177-3AD203B41FA5}">
                      <a16:colId xmlns:a16="http://schemas.microsoft.com/office/drawing/2014/main" val="1278294766"/>
                    </a:ext>
                  </a:extLst>
                </a:gridCol>
              </a:tblGrid>
              <a:tr h="0">
                <a:tc>
                  <a:txBody>
                    <a:bodyPr/>
                    <a:lstStyle/>
                    <a:p>
                      <a:pPr algn="l"/>
                      <a:r>
                        <a:rPr lang="it-IT" sz="1050" dirty="0" err="1"/>
                        <a:t>student</a:t>
                      </a:r>
                      <a:endParaRPr lang="it-IT" sz="1050" dirty="0"/>
                    </a:p>
                  </a:txBody>
                  <a:tcPr/>
                </a:tc>
                <a:tc>
                  <a:txBody>
                    <a:bodyPr/>
                    <a:lstStyle/>
                    <a:p>
                      <a:pPr algn="l"/>
                      <a:r>
                        <a:rPr lang="it-IT" sz="1050" dirty="0" err="1"/>
                        <a:t>exercise</a:t>
                      </a:r>
                      <a:endParaRPr lang="it-IT" sz="1050" dirty="0"/>
                    </a:p>
                  </a:txBody>
                  <a:tcPr/>
                </a:tc>
                <a:tc>
                  <a:txBody>
                    <a:bodyPr/>
                    <a:lstStyle/>
                    <a:p>
                      <a:pPr algn="l"/>
                      <a:r>
                        <a:rPr lang="it-IT" sz="1050" dirty="0" err="1"/>
                        <a:t>commit_analyzed</a:t>
                      </a:r>
                      <a:endParaRPr lang="it-IT" sz="1050" dirty="0"/>
                    </a:p>
                  </a:txBody>
                  <a:tcPr/>
                </a:tc>
                <a:tc>
                  <a:txBody>
                    <a:bodyPr/>
                    <a:lstStyle/>
                    <a:p>
                      <a:pPr algn="l"/>
                      <a:r>
                        <a:rPr lang="it-IT" sz="1050" b="1" dirty="0" err="1">
                          <a:solidFill>
                            <a:schemeClr val="tx1"/>
                          </a:solidFill>
                        </a:rPr>
                        <a:t>failurte_category</a:t>
                      </a:r>
                      <a:endParaRPr lang="it-IT" sz="1050" b="1" dirty="0">
                        <a:solidFill>
                          <a:schemeClr val="tx1"/>
                        </a:solidFill>
                      </a:endParaRPr>
                    </a:p>
                  </a:txBody>
                  <a:tcPr/>
                </a:tc>
                <a:tc>
                  <a:txBody>
                    <a:bodyPr/>
                    <a:lstStyle/>
                    <a:p>
                      <a:pPr algn="l"/>
                      <a:r>
                        <a:rPr lang="it-IT" sz="1050" dirty="0" err="1"/>
                        <a:t>error_type</a:t>
                      </a:r>
                      <a:endParaRPr lang="it-IT" sz="1050" dirty="0"/>
                    </a:p>
                  </a:txBody>
                  <a:tcPr/>
                </a:tc>
                <a:tc>
                  <a:txBody>
                    <a:bodyPr/>
                    <a:lstStyle/>
                    <a:p>
                      <a:pPr algn="l"/>
                      <a:r>
                        <a:rPr lang="it-IT" sz="1050" dirty="0" err="1"/>
                        <a:t>compile_success</a:t>
                      </a:r>
                      <a:endParaRPr lang="it-IT" sz="1050" dirty="0"/>
                    </a:p>
                  </a:txBody>
                  <a:tcPr/>
                </a:tc>
                <a:tc>
                  <a:txBody>
                    <a:bodyPr/>
                    <a:lstStyle/>
                    <a:p>
                      <a:pPr algn="l"/>
                      <a:r>
                        <a:rPr lang="it-IT" sz="1050" dirty="0" err="1"/>
                        <a:t>test_success</a:t>
                      </a:r>
                      <a:endParaRPr lang="it-IT" sz="1050" dirty="0"/>
                    </a:p>
                  </a:txBody>
                  <a:tcPr/>
                </a:tc>
                <a:tc>
                  <a:txBody>
                    <a:bodyPr/>
                    <a:lstStyle/>
                    <a:p>
                      <a:pPr algn="l"/>
                      <a:r>
                        <a:rPr lang="it-IT" sz="1050" dirty="0" err="1"/>
                        <a:t>stdout</a:t>
                      </a:r>
                      <a:endParaRPr lang="it-IT" sz="1050" dirty="0"/>
                    </a:p>
                  </a:txBody>
                  <a:tcPr/>
                </a:tc>
                <a:tc>
                  <a:txBody>
                    <a:bodyPr/>
                    <a:lstStyle/>
                    <a:p>
                      <a:pPr algn="l"/>
                      <a:r>
                        <a:rPr lang="it-IT" sz="1050" dirty="0" err="1"/>
                        <a:t>stderr</a:t>
                      </a:r>
                      <a:endParaRPr lang="it-IT" sz="1050" dirty="0"/>
                    </a:p>
                  </a:txBody>
                  <a:tcPr/>
                </a:tc>
                <a:tc>
                  <a:txBody>
                    <a:bodyPr/>
                    <a:lstStyle/>
                    <a:p>
                      <a:pPr algn="l"/>
                      <a:r>
                        <a:rPr lang="it-IT" sz="1050" dirty="0" err="1"/>
                        <a:t>test_feedback</a:t>
                      </a:r>
                      <a:endParaRPr lang="it-IT" sz="1050" dirty="0"/>
                    </a:p>
                  </a:txBody>
                  <a:tcPr/>
                </a:tc>
                <a:tc>
                  <a:txBody>
                    <a:bodyPr/>
                    <a:lstStyle/>
                    <a:p>
                      <a:pPr algn="l"/>
                      <a:r>
                        <a:rPr lang="it-IT" sz="1050" dirty="0" err="1"/>
                        <a:t>program_output</a:t>
                      </a:r>
                      <a:endParaRPr lang="it-IT" sz="1050" dirty="0"/>
                    </a:p>
                  </a:txBody>
                  <a:tcPr/>
                </a:tc>
                <a:tc>
                  <a:txBody>
                    <a:bodyPr/>
                    <a:lstStyle/>
                    <a:p>
                      <a:pPr algn="l"/>
                      <a:r>
                        <a:rPr lang="it-IT" sz="1050" dirty="0" err="1"/>
                        <a:t>static_warnings</a:t>
                      </a:r>
                      <a:endParaRPr lang="it-IT" sz="1050" dirty="0"/>
                    </a:p>
                  </a:txBody>
                  <a:tcPr/>
                </a:tc>
                <a:tc>
                  <a:txBody>
                    <a:bodyPr/>
                    <a:lstStyle/>
                    <a:p>
                      <a:pPr algn="l"/>
                      <a:r>
                        <a:rPr lang="it-IT" sz="1050" dirty="0" err="1"/>
                        <a:t>llm_output_correct</a:t>
                      </a:r>
                      <a:endParaRPr lang="it-IT" sz="1050" dirty="0"/>
                    </a:p>
                  </a:txBody>
                  <a:tcPr/>
                </a:tc>
                <a:tc>
                  <a:txBody>
                    <a:bodyPr/>
                    <a:lstStyle/>
                    <a:p>
                      <a:pPr algn="l"/>
                      <a:r>
                        <a:rPr lang="it-IT" sz="1050" dirty="0" err="1"/>
                        <a:t>llm_output_diagnosis</a:t>
                      </a:r>
                      <a:endParaRPr lang="it-IT" sz="1050" dirty="0"/>
                    </a:p>
                  </a:txBody>
                  <a:tcPr/>
                </a:tc>
                <a:tc>
                  <a:txBody>
                    <a:bodyPr/>
                    <a:lstStyle/>
                    <a:p>
                      <a:pPr algn="l"/>
                      <a:r>
                        <a:rPr lang="it-IT" sz="1050" dirty="0" err="1"/>
                        <a:t>llm_code_correct</a:t>
                      </a:r>
                      <a:endParaRPr lang="it-IT" sz="1050" dirty="0"/>
                    </a:p>
                  </a:txBody>
                  <a:tcPr/>
                </a:tc>
                <a:tc>
                  <a:txBody>
                    <a:bodyPr/>
                    <a:lstStyle/>
                    <a:p>
                      <a:pPr algn="l"/>
                      <a:r>
                        <a:rPr lang="it-IT" sz="1050" dirty="0" err="1"/>
                        <a:t>llm_code_diagnosis</a:t>
                      </a:r>
                      <a:endParaRPr lang="it-IT" sz="1050" dirty="0"/>
                    </a:p>
                  </a:txBody>
                  <a:tcPr/>
                </a:tc>
                <a:tc>
                  <a:txBody>
                    <a:bodyPr/>
                    <a:lstStyle/>
                    <a:p>
                      <a:pPr algn="l"/>
                      <a:r>
                        <a:rPr lang="it-IT" sz="1050" dirty="0" err="1"/>
                        <a:t>judge_output_correct</a:t>
                      </a:r>
                      <a:endParaRPr lang="it-IT" sz="1050" dirty="0"/>
                    </a:p>
                  </a:txBody>
                  <a:tcPr/>
                </a:tc>
                <a:tc>
                  <a:txBody>
                    <a:bodyPr/>
                    <a:lstStyle/>
                    <a:p>
                      <a:pPr algn="l"/>
                      <a:r>
                        <a:rPr lang="it-IT" sz="1050" dirty="0" err="1"/>
                        <a:t>judge_code_correct</a:t>
                      </a:r>
                      <a:endParaRPr lang="it-IT" sz="1050" dirty="0"/>
                    </a:p>
                  </a:txBody>
                  <a:tcPr/>
                </a:tc>
                <a:extLst>
                  <a:ext uri="{0D108BD9-81ED-4DB2-BD59-A6C34878D82A}">
                    <a16:rowId xmlns:a16="http://schemas.microsoft.com/office/drawing/2014/main" val="2748492581"/>
                  </a:ext>
                </a:extLst>
              </a:tr>
              <a:tr h="4760302">
                <a:tc>
                  <a:txBody>
                    <a:bodyPr/>
                    <a:lstStyle/>
                    <a:p>
                      <a:pPr algn="l"/>
                      <a:r>
                        <a:rPr lang="it-IT" sz="1050" dirty="0" err="1"/>
                        <a:t>chia</a:t>
                      </a:r>
                      <a:r>
                        <a:rPr lang="it-IT" sz="1050" dirty="0"/>
                        <a:t>-me</a:t>
                      </a:r>
                    </a:p>
                  </a:txBody>
                  <a:tcPr/>
                </a:tc>
                <a:tc>
                  <a:txBody>
                    <a:bodyPr/>
                    <a:lstStyle/>
                    <a:p>
                      <a:pPr algn="l"/>
                      <a:r>
                        <a:rPr lang="it-IT" sz="1050" dirty="0" err="1"/>
                        <a:t>remote_procedure_call</a:t>
                      </a:r>
                      <a:endParaRPr lang="it-IT" sz="1050" dirty="0"/>
                    </a:p>
                  </a:txBody>
                  <a:tcPr/>
                </a:tc>
                <a:tc>
                  <a:txBody>
                    <a:bodyPr/>
                    <a:lstStyle/>
                    <a:p>
                      <a:pPr algn="l"/>
                      <a:r>
                        <a:rPr lang="it-IT" sz="1050" dirty="0"/>
                        <a:t>12dd5be55a976170b0108bd2f6c3ec5c80b690aa</a:t>
                      </a:r>
                    </a:p>
                  </a:txBody>
                  <a:tcPr/>
                </a:tc>
                <a:tc>
                  <a:txBody>
                    <a:bodyPr/>
                    <a:lstStyle/>
                    <a:p>
                      <a:pPr algn="l"/>
                      <a:r>
                        <a:rPr lang="it-IT" sz="1050" dirty="0" err="1"/>
                        <a:t>correct</a:t>
                      </a:r>
                      <a:endParaRPr lang="it-IT" sz="1050" dirty="0"/>
                    </a:p>
                  </a:txBody>
                  <a:tcPr/>
                </a:tc>
                <a:tc>
                  <a:txBody>
                    <a:bodyPr/>
                    <a:lstStyle/>
                    <a:p>
                      <a:pPr algn="l"/>
                      <a:endParaRPr lang="it-IT" sz="1050" dirty="0"/>
                    </a:p>
                  </a:txBody>
                  <a:tcPr/>
                </a:tc>
                <a:tc>
                  <a:txBody>
                    <a:bodyPr/>
                    <a:lstStyle/>
                    <a:p>
                      <a:pPr algn="l"/>
                      <a:r>
                        <a:rPr lang="it-IT" sz="1050" dirty="0"/>
                        <a:t>true</a:t>
                      </a:r>
                    </a:p>
                  </a:txBody>
                  <a:tcPr/>
                </a:tc>
                <a:tc>
                  <a:txBody>
                    <a:bodyPr/>
                    <a:lstStyle/>
                    <a:p>
                      <a:pPr algn="l"/>
                      <a:r>
                        <a:rPr lang="it-IT" sz="1050" dirty="0"/>
                        <a:t>true</a:t>
                      </a:r>
                    </a:p>
                  </a:txBody>
                  <a:tcPr/>
                </a:tc>
                <a:tc>
                  <a:txBody>
                    <a:bodyPr/>
                    <a:lstStyle/>
                    <a:p>
                      <a:pPr algn="l"/>
                      <a:r>
                        <a:rPr lang="it-IT" sz="1050" dirty="0"/>
                        <a:t>pass</a:t>
                      </a:r>
                    </a:p>
                  </a:txBody>
                  <a:tcPr/>
                </a:tc>
                <a:tc>
                  <a:txBody>
                    <a:bodyPr/>
                    <a:lstStyle/>
                    <a:p>
                      <a:pPr algn="l"/>
                      <a:endParaRPr lang="it-IT" sz="1050" dirty="0"/>
                    </a:p>
                  </a:txBody>
                  <a:tcPr/>
                </a:tc>
                <a:tc>
                  <a:txBody>
                    <a:bodyPr/>
                    <a:lstStyle/>
                    <a:p>
                      <a:pPr algn="l"/>
                      <a:r>
                        <a:rPr lang="it-IT" sz="1050" dirty="0"/>
                        <a:t>Esercizio remote procedure call</a:t>
                      </a:r>
                    </a:p>
                    <a:p>
                      <a:pPr algn="l"/>
                      <a:r>
                        <a:rPr lang="it-IT" sz="1050" dirty="0"/>
                        <a:t>Congratulazioni, l'esercizio compila ed esegue correttamente, e non è stato riscontrato nessuno degli errori frequenti nel codice.</a:t>
                      </a:r>
                    </a:p>
                  </a:txBody>
                  <a:tcPr/>
                </a:tc>
                <a:tc>
                  <a:txBody>
                    <a:bodyPr/>
                    <a:lstStyle/>
                    <a:p>
                      <a:pPr algn="l"/>
                      <a:r>
                        <a:rPr lang="it-IT" sz="1050" dirty="0"/>
                        <a:t>[Worker] In attesa di richieste...\n[Worker] In attesa di richieste...\n[Worker] In attesa di richieste...\n[Produttore] Chiamo PRODUCI CON SOMMA(3, 7, 5)\n[Client] Invio richiesta PRODUCI_CON_SOMMA(3, 7, 5)CONTINUA)…</a:t>
                      </a:r>
                    </a:p>
                  </a:txBody>
                  <a:tcPr/>
                </a:tc>
                <a:tc>
                  <a:txBody>
                    <a:bodyPr/>
                    <a:lstStyle/>
                    <a:p>
                      <a:pPr algn="l"/>
                      <a:endParaRPr lang="it-IT" sz="1050" dirty="0"/>
                    </a:p>
                  </a:txBody>
                  <a:tcPr/>
                </a:tc>
                <a:tc>
                  <a:txBody>
                    <a:bodyPr/>
                    <a:lstStyle/>
                    <a:p>
                      <a:pPr algn="l"/>
                      <a:r>
                        <a:rPr lang="it-IT" sz="1050" dirty="0"/>
                        <a:t>YES</a:t>
                      </a:r>
                    </a:p>
                  </a:txBody>
                  <a:tcPr/>
                </a:tc>
                <a:tc>
                  <a:txBody>
                    <a:bodyPr/>
                    <a:lstStyle/>
                    <a:p>
                      <a:pPr algn="l"/>
                      <a:r>
                        <a:rPr lang="en-US" sz="1050" dirty="0"/>
                        <a:t>THE OUTPUT SHOWS THE EXPECTED BEHAVIOR OF THE CLIENT AND SERVER PROCESSES, WITH THE PRODUCER PROCESS CALLING THE RPC FUNCTIONS AND THE CONSUMER PROCESS RECEIVING THE RESULTS THE ORDER OF THE MESSAGES MAY VARY DUE TO CONCURRENCY, BUT THE OVERALL STRUCTURE AND CONTENT OF THE OUTPUT APPEAR CONSISTENT WITH A CORRECT EXECUTION OF THE PROGRAM.</a:t>
                      </a:r>
                      <a:endParaRPr lang="it-IT" sz="1050" dirty="0"/>
                    </a:p>
                  </a:txBody>
                  <a:tcPr/>
                </a:tc>
                <a:tc>
                  <a:txBody>
                    <a:bodyPr/>
                    <a:lstStyle/>
                    <a:p>
                      <a:pPr algn="l"/>
                      <a:r>
                        <a:rPr lang="it-IT" sz="1050" dirty="0"/>
                        <a:t>NO</a:t>
                      </a:r>
                    </a:p>
                  </a:txBody>
                  <a:tcPr/>
                </a:tc>
                <a:tc>
                  <a:txBody>
                    <a:bodyPr/>
                    <a:lstStyle/>
                    <a:p>
                      <a:pPr algn="l"/>
                      <a:r>
                        <a:rPr lang="en-US" sz="1050" dirty="0"/>
                        <a:t>THE CODE SEEMS TO HAVE A RACE CONDITION IN THE WAY IT HANDLES MULTIPLE REQUESTS FROM THE CLIENT SPECIFICALLY, WHEN THE PRODUCER CALLS `PRODUCI_CON_SOMMA` AND THEN `PRODUCI`, THERE IS NO SYNCHRONIZATION MECHANISM TO ENSURE THAT THESE REQUESTS ARE PROCESSED SEQUENTIALLY BY THE WORKER THREADS THIS COULD LEAD TO UNEXPECTED RESULTS OR ERRORS.</a:t>
                      </a:r>
                      <a:endParaRPr lang="it-IT" sz="1050" dirty="0"/>
                    </a:p>
                  </a:txBody>
                  <a:tcPr/>
                </a:tc>
                <a:tc>
                  <a:txBody>
                    <a:bodyPr/>
                    <a:lstStyle/>
                    <a:p>
                      <a:pPr algn="l"/>
                      <a:r>
                        <a:rPr lang="it-IT" sz="1050" dirty="0"/>
                        <a:t>YES</a:t>
                      </a:r>
                    </a:p>
                  </a:txBody>
                  <a:tcPr/>
                </a:tc>
                <a:tc>
                  <a:txBody>
                    <a:bodyPr/>
                    <a:lstStyle/>
                    <a:p>
                      <a:pPr algn="l"/>
                      <a:r>
                        <a:rPr lang="it-IT" sz="1050" dirty="0"/>
                        <a:t>YES</a:t>
                      </a:r>
                    </a:p>
                  </a:txBody>
                  <a:tcPr/>
                </a:tc>
                <a:extLst>
                  <a:ext uri="{0D108BD9-81ED-4DB2-BD59-A6C34878D82A}">
                    <a16:rowId xmlns:a16="http://schemas.microsoft.com/office/drawing/2014/main" val="2318198447"/>
                  </a:ext>
                </a:extLst>
              </a:tr>
            </a:tbl>
          </a:graphicData>
        </a:graphic>
      </p:graphicFrame>
    </p:spTree>
    <p:extLst>
      <p:ext uri="{BB962C8B-B14F-4D97-AF65-F5344CB8AC3E}">
        <p14:creationId xmlns:p14="http://schemas.microsoft.com/office/powerpoint/2010/main" val="204854197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8363AB-38CE-3AC2-1065-EC960CDCAEA1}"/>
              </a:ext>
            </a:extLst>
          </p:cNvPr>
          <p:cNvSpPr>
            <a:spLocks noGrp="1"/>
          </p:cNvSpPr>
          <p:nvPr>
            <p:ph type="title"/>
          </p:nvPr>
        </p:nvSpPr>
        <p:spPr/>
        <p:txBody>
          <a:bodyPr/>
          <a:lstStyle/>
          <a:p>
            <a:r>
              <a:rPr lang="it-IT" dirty="0"/>
              <a:t>Analisi effettuate</a:t>
            </a:r>
          </a:p>
        </p:txBody>
      </p:sp>
      <p:sp>
        <p:nvSpPr>
          <p:cNvPr id="3" name="Segnaposto contenuto 2">
            <a:extLst>
              <a:ext uri="{FF2B5EF4-FFF2-40B4-BE49-F238E27FC236}">
                <a16:creationId xmlns:a16="http://schemas.microsoft.com/office/drawing/2014/main" id="{FE8E244F-E0E7-6602-DF9C-C278A7003585}"/>
              </a:ext>
            </a:extLst>
          </p:cNvPr>
          <p:cNvSpPr>
            <a:spLocks noGrp="1"/>
          </p:cNvSpPr>
          <p:nvPr>
            <p:ph idx="1"/>
          </p:nvPr>
        </p:nvSpPr>
        <p:spPr>
          <a:xfrm>
            <a:off x="1002890" y="1671484"/>
            <a:ext cx="9046963" cy="4576915"/>
          </a:xfrm>
        </p:spPr>
        <p:txBody>
          <a:bodyPr>
            <a:normAutofit fontScale="92500" lnSpcReduction="10000"/>
          </a:bodyPr>
          <a:lstStyle/>
          <a:p>
            <a:pPr marL="0" indent="0">
              <a:buNone/>
            </a:pPr>
            <a:r>
              <a:rPr lang="it-IT" dirty="0"/>
              <a:t>Su un totale di 75 esercizi sono state condotte le seguenti analisi: </a:t>
            </a:r>
          </a:p>
          <a:p>
            <a:pPr marL="457200" indent="-457200">
              <a:buFont typeface="+mj-lt"/>
              <a:buAutoNum type="arabicPeriod"/>
            </a:pPr>
            <a:r>
              <a:rPr lang="it-IT" dirty="0"/>
              <a:t>Distribuzione per </a:t>
            </a:r>
            <a:r>
              <a:rPr lang="it-IT" dirty="0" err="1"/>
              <a:t>failure</a:t>
            </a:r>
            <a:r>
              <a:rPr lang="it-IT" dirty="0"/>
              <a:t> </a:t>
            </a:r>
            <a:r>
              <a:rPr lang="it-IT" dirty="0" err="1"/>
              <a:t>category</a:t>
            </a:r>
            <a:r>
              <a:rPr lang="it-IT" dirty="0"/>
              <a:t>.</a:t>
            </a:r>
          </a:p>
          <a:p>
            <a:pPr marL="457200" indent="-457200">
              <a:buFont typeface="+mj-lt"/>
              <a:buAutoNum type="arabicPeriod"/>
            </a:pPr>
            <a:r>
              <a:rPr lang="it-IT" dirty="0"/>
              <a:t>Distribuzione per </a:t>
            </a:r>
            <a:r>
              <a:rPr lang="it-IT" dirty="0" err="1"/>
              <a:t>error_type</a:t>
            </a:r>
            <a:r>
              <a:rPr lang="it-IT" dirty="0"/>
              <a:t>.</a:t>
            </a:r>
          </a:p>
          <a:p>
            <a:pPr marL="457200" indent="-457200">
              <a:buFont typeface="+mj-lt"/>
              <a:buAutoNum type="arabicPeriod"/>
            </a:pPr>
            <a:r>
              <a:rPr lang="it-IT" dirty="0"/>
              <a:t>Analisi </a:t>
            </a:r>
            <a:r>
              <a:rPr lang="it-IT" dirty="0" err="1"/>
              <a:t>dynamic_check_failed</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a:t>
            </a:r>
            <a:r>
              <a:rPr lang="it-IT" dirty="0" err="1"/>
              <a:t>static_check_failed</a:t>
            </a:r>
            <a:r>
              <a:rPr lang="it-IT" dirty="0"/>
              <a:t>:</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pPr marL="457200" indent="-457200">
              <a:buFont typeface="+mj-lt"/>
              <a:buAutoNum type="arabicPeriod"/>
            </a:pPr>
            <a:r>
              <a:rPr lang="it-IT" dirty="0"/>
              <a:t>Analisi corretti:</a:t>
            </a:r>
          </a:p>
          <a:p>
            <a:pPr marL="800100" lvl="1" indent="-342900">
              <a:buFont typeface="+mj-lt"/>
              <a:buAutoNum type="arabicPeriod"/>
            </a:pPr>
            <a:r>
              <a:rPr lang="it-IT" dirty="0"/>
              <a:t>Analisi Output LLM</a:t>
            </a:r>
          </a:p>
          <a:p>
            <a:pPr marL="800100" lvl="1" indent="-342900">
              <a:buFont typeface="+mj-lt"/>
              <a:buAutoNum type="arabicPeriod"/>
            </a:pPr>
            <a:r>
              <a:rPr lang="it-IT" dirty="0"/>
              <a:t>Analisi Codice LLM</a:t>
            </a:r>
          </a:p>
          <a:p>
            <a:endParaRPr lang="it-IT" dirty="0"/>
          </a:p>
          <a:p>
            <a:endParaRPr lang="it-IT" dirty="0"/>
          </a:p>
        </p:txBody>
      </p:sp>
    </p:spTree>
    <p:extLst>
      <p:ext uri="{BB962C8B-B14F-4D97-AF65-F5344CB8AC3E}">
        <p14:creationId xmlns:p14="http://schemas.microsoft.com/office/powerpoint/2010/main" val="221894575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8AEA5EE-C1C2-1793-BE90-8A7CA364F720}"/>
              </a:ext>
            </a:extLst>
          </p:cNvPr>
          <p:cNvSpPr>
            <a:spLocks noGrp="1"/>
          </p:cNvSpPr>
          <p:nvPr>
            <p:ph type="title"/>
          </p:nvPr>
        </p:nvSpPr>
        <p:spPr/>
        <p:txBody>
          <a:bodyPr/>
          <a:lstStyle/>
          <a:p>
            <a:r>
              <a:rPr lang="it-IT" dirty="0"/>
              <a:t>Distribuzione per </a:t>
            </a:r>
            <a:r>
              <a:rPr lang="it-IT" dirty="0" err="1"/>
              <a:t>failure</a:t>
            </a:r>
            <a:r>
              <a:rPr lang="it-IT" dirty="0"/>
              <a:t> </a:t>
            </a:r>
            <a:r>
              <a:rPr lang="it-IT" dirty="0" err="1"/>
              <a:t>category</a:t>
            </a:r>
            <a:endParaRPr lang="it-IT" dirty="0"/>
          </a:p>
        </p:txBody>
      </p:sp>
      <p:pic>
        <p:nvPicPr>
          <p:cNvPr id="9" name="Segnaposto contenuto 8">
            <a:extLst>
              <a:ext uri="{FF2B5EF4-FFF2-40B4-BE49-F238E27FC236}">
                <a16:creationId xmlns:a16="http://schemas.microsoft.com/office/drawing/2014/main" id="{CB5E335E-6719-D7FE-7FA8-17807A99FD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570134"/>
            <a:ext cx="7797110" cy="4678266"/>
          </a:xfrm>
          <a:prstGeom prst="rect">
            <a:avLst/>
          </a:prstGeom>
        </p:spPr>
      </p:pic>
    </p:spTree>
    <p:extLst>
      <p:ext uri="{BB962C8B-B14F-4D97-AF65-F5344CB8AC3E}">
        <p14:creationId xmlns:p14="http://schemas.microsoft.com/office/powerpoint/2010/main" val="184214854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F3B32-5DBB-0115-0347-47A9871AD4C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3D641AD-8578-8C0F-E6CB-BE532CBB6220}"/>
              </a:ext>
            </a:extLst>
          </p:cNvPr>
          <p:cNvSpPr>
            <a:spLocks noGrp="1"/>
          </p:cNvSpPr>
          <p:nvPr>
            <p:ph type="title"/>
          </p:nvPr>
        </p:nvSpPr>
        <p:spPr/>
        <p:txBody>
          <a:bodyPr/>
          <a:lstStyle/>
          <a:p>
            <a:r>
              <a:rPr lang="it-IT" dirty="0"/>
              <a:t>Distribuzione per </a:t>
            </a:r>
            <a:r>
              <a:rPr lang="it-IT" dirty="0" err="1"/>
              <a:t>error_type</a:t>
            </a:r>
            <a:endParaRPr lang="it-IT" dirty="0"/>
          </a:p>
        </p:txBody>
      </p:sp>
      <p:pic>
        <p:nvPicPr>
          <p:cNvPr id="9" name="Segnaposto contenuto 8">
            <a:extLst>
              <a:ext uri="{FF2B5EF4-FFF2-40B4-BE49-F238E27FC236}">
                <a16:creationId xmlns:a16="http://schemas.microsoft.com/office/drawing/2014/main" id="{8C2DD4F3-F1AD-7D1D-85F2-639CDD55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0420" y="1570134"/>
            <a:ext cx="7797110" cy="4678266"/>
          </a:xfrm>
          <a:prstGeom prst="rect">
            <a:avLst/>
          </a:prstGeom>
        </p:spPr>
      </p:pic>
    </p:spTree>
    <p:extLst>
      <p:ext uri="{BB962C8B-B14F-4D97-AF65-F5344CB8AC3E}">
        <p14:creationId xmlns:p14="http://schemas.microsoft.com/office/powerpoint/2010/main" val="962639236"/>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3C6E78-26E1-A896-00D8-72642E7B51C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Check Failed - </a:t>
            </a:r>
            <a:r>
              <a:rPr lang="en-US" sz="2200" dirty="0" err="1"/>
              <a:t>Analisi</a:t>
            </a:r>
            <a:r>
              <a:rPr lang="en-US" sz="2200" dirty="0"/>
              <a:t> Output LLM </a:t>
            </a:r>
            <a:r>
              <a:rPr lang="en-US" sz="2200" dirty="0" err="1"/>
              <a:t>Primario</a:t>
            </a:r>
            <a:br>
              <a:rPr lang="en-US" sz="2200" dirty="0"/>
            </a:br>
            <a:endParaRPr lang="en-US" sz="2200" dirty="0"/>
          </a:p>
        </p:txBody>
      </p:sp>
      <p:sp>
        <p:nvSpPr>
          <p:cNvPr id="19"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0" name="Rectangle 12">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22" name="Rectangle 16">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6" name="CasellaDiTesto 5">
            <a:extLst>
              <a:ext uri="{FF2B5EF4-FFF2-40B4-BE49-F238E27FC236}">
                <a16:creationId xmlns:a16="http://schemas.microsoft.com/office/drawing/2014/main" id="{A98BA070-4B76-022A-8092-01D2CE3782C6}"/>
              </a:ext>
            </a:extLst>
          </p:cNvPr>
          <p:cNvSpPr txBox="1"/>
          <p:nvPr/>
        </p:nvSpPr>
        <p:spPr>
          <a:xfrm>
            <a:off x="643855" y="3072385"/>
            <a:ext cx="3108057" cy="2947415"/>
          </a:xfrm>
          <a:prstGeom prst="rect">
            <a:avLst/>
          </a:prstGeom>
        </p:spPr>
        <p:txBody>
          <a:bodyPr vert="horz" lIns="91440" tIns="45720" rIns="91440" bIns="45720" rtlCol="0">
            <a:normAutofit/>
          </a:bodyPr>
          <a:lstStyle/>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output è </a:t>
            </a:r>
            <a:r>
              <a:rPr lang="en-US" sz="1400" dirty="0" err="1">
                <a:latin typeface="+mj-lt"/>
                <a:ea typeface="+mj-ea"/>
                <a:cs typeface="+mj-cs"/>
              </a:rPr>
              <a:t>corretto</a:t>
            </a:r>
            <a:r>
              <a:rPr lang="en-US" sz="1400" dirty="0">
                <a:latin typeface="+mj-lt"/>
                <a:ea typeface="+mj-ea"/>
                <a:cs typeface="+mj-cs"/>
              </a:rPr>
              <a:t> (non trova </a:t>
            </a:r>
            <a:r>
              <a:rPr lang="en-US" sz="1400" dirty="0" err="1">
                <a:latin typeface="+mj-lt"/>
                <a:ea typeface="+mj-ea"/>
                <a:cs typeface="+mj-cs"/>
              </a:rPr>
              <a:t>l'errore</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ma </a:t>
            </a:r>
            <a:r>
              <a:rPr lang="en-US" sz="1400" dirty="0" err="1">
                <a:latin typeface="+mj-lt"/>
                <a:ea typeface="+mj-ea"/>
                <a:cs typeface="+mj-cs"/>
              </a:rPr>
              <a:t>diagnosi</a:t>
            </a:r>
            <a:r>
              <a:rPr lang="en-US" sz="1400" dirty="0">
                <a:latin typeface="+mj-lt"/>
                <a:ea typeface="+mj-ea"/>
                <a:cs typeface="+mj-cs"/>
              </a:rPr>
              <a:t> output non è </a:t>
            </a:r>
            <a:r>
              <a:rPr lang="en-US" sz="1400" dirty="0" err="1">
                <a:latin typeface="+mj-lt"/>
                <a:ea typeface="+mj-ea"/>
                <a:cs typeface="+mj-cs"/>
              </a:rPr>
              <a:t>corretta</a:t>
            </a:r>
            <a:r>
              <a:rPr lang="en-US" sz="1400" dirty="0">
                <a:latin typeface="+mj-lt"/>
                <a:ea typeface="+mj-ea"/>
                <a:cs typeface="+mj-cs"/>
              </a:rPr>
              <a:t>.</a:t>
            </a:r>
          </a:p>
          <a:p>
            <a:pPr marL="285750" indent="-285750" defTabSz="457200">
              <a:spcBef>
                <a:spcPts val="1000"/>
              </a:spcBef>
              <a:buClr>
                <a:schemeClr val="accent1"/>
              </a:buClr>
              <a:buSzPct val="80000"/>
              <a:buFont typeface="Wingdings 3" charset="2"/>
              <a:buChar char=""/>
            </a:pPr>
            <a:r>
              <a:rPr lang="en-US" sz="1400" dirty="0">
                <a:latin typeface="+mj-lt"/>
                <a:ea typeface="+mj-ea"/>
                <a:cs typeface="+mj-cs"/>
              </a:rPr>
              <a:t>% LLM </a:t>
            </a:r>
            <a:r>
              <a:rPr lang="en-US" sz="1400" dirty="0" err="1">
                <a:latin typeface="+mj-lt"/>
                <a:ea typeface="+mj-ea"/>
                <a:cs typeface="+mj-cs"/>
              </a:rPr>
              <a:t>primario</a:t>
            </a:r>
            <a:r>
              <a:rPr lang="en-US" sz="1400" dirty="0">
                <a:latin typeface="+mj-lt"/>
                <a:ea typeface="+mj-ea"/>
                <a:cs typeface="+mj-cs"/>
              </a:rPr>
              <a:t> dice </a:t>
            </a:r>
            <a:r>
              <a:rPr lang="en-US" sz="1400" dirty="0" err="1">
                <a:latin typeface="+mj-lt"/>
                <a:ea typeface="+mj-ea"/>
                <a:cs typeface="+mj-cs"/>
              </a:rPr>
              <a:t>che</a:t>
            </a:r>
            <a:r>
              <a:rPr lang="en-US" sz="1400" dirty="0">
                <a:latin typeface="+mj-lt"/>
                <a:ea typeface="+mj-ea"/>
                <a:cs typeface="+mj-cs"/>
              </a:rPr>
              <a:t> è </a:t>
            </a:r>
            <a:r>
              <a:rPr lang="en-US" sz="1400" dirty="0" err="1">
                <a:latin typeface="+mj-lt"/>
                <a:ea typeface="+mj-ea"/>
                <a:cs typeface="+mj-cs"/>
              </a:rPr>
              <a:t>scorretto</a:t>
            </a:r>
            <a:r>
              <a:rPr lang="en-US" sz="1400" dirty="0">
                <a:latin typeface="+mj-lt"/>
                <a:ea typeface="+mj-ea"/>
                <a:cs typeface="+mj-cs"/>
              </a:rPr>
              <a:t>, e la </a:t>
            </a:r>
            <a:r>
              <a:rPr lang="en-US" sz="1400" dirty="0" err="1">
                <a:latin typeface="+mj-lt"/>
                <a:ea typeface="+mj-ea"/>
                <a:cs typeface="+mj-cs"/>
              </a:rPr>
              <a:t>diagnosi</a:t>
            </a:r>
            <a:r>
              <a:rPr lang="en-US" sz="1400" dirty="0">
                <a:latin typeface="+mj-lt"/>
                <a:ea typeface="+mj-ea"/>
                <a:cs typeface="+mj-cs"/>
              </a:rPr>
              <a:t> output è </a:t>
            </a:r>
            <a:r>
              <a:rPr lang="en-US" sz="1400" dirty="0" err="1">
                <a:latin typeface="+mj-lt"/>
                <a:ea typeface="+mj-ea"/>
                <a:cs typeface="+mj-cs"/>
              </a:rPr>
              <a:t>corretta</a:t>
            </a:r>
            <a:r>
              <a:rPr lang="en-US" sz="1400" dirty="0">
                <a:latin typeface="+mj-lt"/>
                <a:ea typeface="+mj-ea"/>
                <a:cs typeface="+mj-cs"/>
              </a:rPr>
              <a:t>.</a:t>
            </a:r>
          </a:p>
        </p:txBody>
      </p:sp>
      <p:pic>
        <p:nvPicPr>
          <p:cNvPr id="5" name="Segnaposto contenuto 4">
            <a:extLst>
              <a:ext uri="{FF2B5EF4-FFF2-40B4-BE49-F238E27FC236}">
                <a16:creationId xmlns:a16="http://schemas.microsoft.com/office/drawing/2014/main" id="{E5947B34-239C-979C-B779-56571887CEE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5048451" y="1785046"/>
            <a:ext cx="6495847" cy="3897507"/>
          </a:xfrm>
          <a:prstGeom prst="rect">
            <a:avLst/>
          </a:prstGeom>
          <a:effectLst/>
        </p:spPr>
      </p:pic>
    </p:spTree>
    <p:extLst>
      <p:ext uri="{BB962C8B-B14F-4D97-AF65-F5344CB8AC3E}">
        <p14:creationId xmlns:p14="http://schemas.microsoft.com/office/powerpoint/2010/main" val="44099975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88A0425F-C9F9-F634-67BD-1DDC3D6F1A8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5FC346D-60A1-0A4E-4785-3DF47D6A577B}"/>
              </a:ext>
            </a:extLst>
          </p:cNvPr>
          <p:cNvSpPr>
            <a:spLocks noGrp="1"/>
          </p:cNvSpPr>
          <p:nvPr>
            <p:ph type="title"/>
          </p:nvPr>
        </p:nvSpPr>
        <p:spPr>
          <a:xfrm>
            <a:off x="643855" y="1447799"/>
            <a:ext cx="3108626" cy="1444752"/>
          </a:xfrm>
        </p:spPr>
        <p:txBody>
          <a:bodyPr vert="horz" lIns="91440" tIns="45720" rIns="91440" bIns="45720" rtlCol="0" anchor="b">
            <a:normAutofit/>
          </a:bodyPr>
          <a:lstStyle/>
          <a:p>
            <a:pPr>
              <a:lnSpc>
                <a:spcPct val="90000"/>
              </a:lnSpc>
            </a:pPr>
            <a:r>
              <a:rPr lang="en-US" sz="2200" dirty="0"/>
              <a:t>Dynamic Check Failed - </a:t>
            </a:r>
            <a:r>
              <a:rPr lang="en-US" sz="2200" dirty="0" err="1"/>
              <a:t>Analisi</a:t>
            </a:r>
            <a:r>
              <a:rPr lang="en-US" sz="2200" dirty="0"/>
              <a:t> </a:t>
            </a:r>
            <a:r>
              <a:rPr lang="en-US" sz="2200" dirty="0" err="1"/>
              <a:t>Codice</a:t>
            </a:r>
            <a:r>
              <a:rPr lang="en-US" sz="2200" dirty="0"/>
              <a:t> LLM </a:t>
            </a:r>
            <a:r>
              <a:rPr lang="en-US" sz="2200" dirty="0" err="1"/>
              <a:t>Primario</a:t>
            </a:r>
            <a:br>
              <a:rPr lang="en-US" sz="2200" dirty="0"/>
            </a:br>
            <a:endParaRPr lang="en-US" sz="2200" dirty="0"/>
          </a:p>
        </p:txBody>
      </p:sp>
      <p:sp>
        <p:nvSpPr>
          <p:cNvPr id="15"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7" name="Rectangle 16">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sp>
        <p:nvSpPr>
          <p:cNvPr id="13" name="Rectangle 20">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10" name="Segnaposto contenuto 9">
            <a:extLst>
              <a:ext uri="{FF2B5EF4-FFF2-40B4-BE49-F238E27FC236}">
                <a16:creationId xmlns:a16="http://schemas.microsoft.com/office/drawing/2014/main" id="{CEE1AAD0-A7B9-8E2D-2503-18486F0F73F0}"/>
              </a:ext>
            </a:extLst>
          </p:cNvPr>
          <p:cNvSpPr>
            <a:spLocks noGrp="1"/>
          </p:cNvSpPr>
          <p:nvPr>
            <p:ph idx="1"/>
          </p:nvPr>
        </p:nvSpPr>
        <p:spPr>
          <a:xfrm>
            <a:off x="643855" y="3072385"/>
            <a:ext cx="3108057" cy="2947415"/>
          </a:xfrm>
        </p:spPr>
        <p:txBody>
          <a:bodyPr vert="horz" lIns="91440" tIns="45720" rIns="91440" bIns="45720" rtlCol="0">
            <a:normAutofit/>
          </a:bodyPr>
          <a:lstStyle/>
          <a:p>
            <a:pPr marL="285750" indent="-285750"/>
            <a:r>
              <a:rPr lang="en-US" sz="1400" dirty="0"/>
              <a:t>% LLM </a:t>
            </a:r>
            <a:r>
              <a:rPr lang="en-US" sz="1400" dirty="0" err="1"/>
              <a:t>primario</a:t>
            </a:r>
            <a:r>
              <a:rPr lang="en-US" sz="1400" dirty="0"/>
              <a:t> dice di non aver </a:t>
            </a:r>
            <a:r>
              <a:rPr lang="en-US" sz="1400" dirty="0" err="1"/>
              <a:t>trovato</a:t>
            </a:r>
            <a:r>
              <a:rPr lang="en-US" sz="1400" dirty="0"/>
              <a:t> </a:t>
            </a:r>
            <a:r>
              <a:rPr lang="en-US" sz="1400" dirty="0" err="1"/>
              <a:t>l'errore</a:t>
            </a:r>
            <a:r>
              <a:rPr lang="en-US" sz="1400" dirty="0"/>
              <a:t> </a:t>
            </a:r>
            <a:r>
              <a:rPr lang="en-US" sz="1400" dirty="0" err="1"/>
              <a:t>nel</a:t>
            </a:r>
            <a:r>
              <a:rPr lang="en-US" sz="1400" dirty="0"/>
              <a:t> </a:t>
            </a:r>
            <a:r>
              <a:rPr lang="en-US" sz="1400" dirty="0" err="1"/>
              <a:t>codice</a:t>
            </a:r>
            <a:r>
              <a:rPr lang="en-US" sz="1400" dirty="0"/>
              <a:t>. </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ma </a:t>
            </a:r>
            <a:r>
              <a:rPr lang="en-US" sz="1400" dirty="0" err="1"/>
              <a:t>diagnosi</a:t>
            </a:r>
            <a:r>
              <a:rPr lang="en-US" sz="1400" dirty="0"/>
              <a:t> </a:t>
            </a:r>
            <a:r>
              <a:rPr lang="en-US" sz="1400" dirty="0" err="1"/>
              <a:t>codice</a:t>
            </a:r>
            <a:r>
              <a:rPr lang="en-US" sz="1400" dirty="0"/>
              <a:t> non è </a:t>
            </a:r>
            <a:r>
              <a:rPr lang="en-US" sz="1400" dirty="0" err="1"/>
              <a:t>corretta</a:t>
            </a:r>
            <a:r>
              <a:rPr lang="en-US" sz="1400" dirty="0"/>
              <a:t>.</a:t>
            </a:r>
          </a:p>
          <a:p>
            <a:pPr marL="285750" indent="-285750"/>
            <a:r>
              <a:rPr lang="en-US" sz="1400" dirty="0"/>
              <a:t>% LLM </a:t>
            </a:r>
            <a:r>
              <a:rPr lang="en-US" sz="1400" dirty="0" err="1"/>
              <a:t>primario</a:t>
            </a:r>
            <a:r>
              <a:rPr lang="en-US" sz="1400" dirty="0"/>
              <a:t> dice </a:t>
            </a:r>
            <a:r>
              <a:rPr lang="en-US" sz="1400" dirty="0" err="1"/>
              <a:t>che</a:t>
            </a:r>
            <a:r>
              <a:rPr lang="en-US" sz="1400" dirty="0"/>
              <a:t> è </a:t>
            </a:r>
            <a:r>
              <a:rPr lang="en-US" sz="1400" dirty="0" err="1"/>
              <a:t>scorretto</a:t>
            </a:r>
            <a:r>
              <a:rPr lang="en-US" sz="1400" dirty="0"/>
              <a:t>, e la </a:t>
            </a:r>
            <a:r>
              <a:rPr lang="en-US" sz="1400" dirty="0" err="1"/>
              <a:t>diagnosi</a:t>
            </a:r>
            <a:r>
              <a:rPr lang="en-US" sz="1400" dirty="0"/>
              <a:t> </a:t>
            </a:r>
            <a:r>
              <a:rPr lang="en-US" sz="1400" dirty="0" err="1"/>
              <a:t>codice</a:t>
            </a:r>
            <a:r>
              <a:rPr lang="en-US" sz="1400" dirty="0"/>
              <a:t> è </a:t>
            </a:r>
            <a:r>
              <a:rPr lang="en-US" sz="1400" dirty="0" err="1"/>
              <a:t>corretta</a:t>
            </a:r>
            <a:r>
              <a:rPr lang="en-US" sz="1400" dirty="0"/>
              <a:t>.</a:t>
            </a:r>
          </a:p>
        </p:txBody>
      </p:sp>
      <p:pic>
        <p:nvPicPr>
          <p:cNvPr id="8" name="Immagine 7">
            <a:extLst>
              <a:ext uri="{FF2B5EF4-FFF2-40B4-BE49-F238E27FC236}">
                <a16:creationId xmlns:a16="http://schemas.microsoft.com/office/drawing/2014/main" id="{67C966C0-469A-C4F3-4E73-47707D821D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48452" y="1785046"/>
            <a:ext cx="6495843" cy="3897505"/>
          </a:xfrm>
          <a:prstGeom prst="rect">
            <a:avLst/>
          </a:prstGeom>
          <a:effectLst/>
        </p:spPr>
      </p:pic>
    </p:spTree>
    <p:extLst>
      <p:ext uri="{BB962C8B-B14F-4D97-AF65-F5344CB8AC3E}">
        <p14:creationId xmlns:p14="http://schemas.microsoft.com/office/powerpoint/2010/main" val="1110123291"/>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48E4098-A90E-7297-148B-44D46EA7E70A}"/>
              </a:ext>
            </a:extLst>
          </p:cNvPr>
          <p:cNvSpPr>
            <a:spLocks noGrp="1"/>
          </p:cNvSpPr>
          <p:nvPr>
            <p:ph type="title"/>
          </p:nvPr>
        </p:nvSpPr>
        <p:spPr>
          <a:xfrm>
            <a:off x="648931" y="629266"/>
            <a:ext cx="4166510" cy="1622321"/>
          </a:xfrm>
        </p:spPr>
        <p:txBody>
          <a:bodyPr vert="horz" lIns="91440" tIns="45720" rIns="91440" bIns="45720" rtlCol="0" anchor="t">
            <a:normAutofit/>
          </a:bodyPr>
          <a:lstStyle/>
          <a:p>
            <a:pPr>
              <a:lnSpc>
                <a:spcPct val="90000"/>
              </a:lnSpc>
            </a:pPr>
            <a:r>
              <a:rPr lang="en-US" sz="3300"/>
              <a:t>Static Check Failed - Analisi Output LLM Primario</a:t>
            </a:r>
          </a:p>
        </p:txBody>
      </p:sp>
      <p:sp>
        <p:nvSpPr>
          <p:cNvPr id="6" name="CasellaDiTesto 5">
            <a:extLst>
              <a:ext uri="{FF2B5EF4-FFF2-40B4-BE49-F238E27FC236}">
                <a16:creationId xmlns:a16="http://schemas.microsoft.com/office/drawing/2014/main" id="{3DA6B73A-4089-5383-4472-FC6BA0B03615}"/>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a:t>
            </a:r>
            <a:r>
              <a:rPr lang="en-US" dirty="0">
                <a:latin typeface="+mj-lt"/>
                <a:ea typeface="+mj-ea"/>
                <a:cs typeface="+mj-cs"/>
              </a:rPr>
              <a:t>output </a:t>
            </a:r>
            <a:r>
              <a:rPr lang="en-US">
                <a:latin typeface="+mj-lt"/>
                <a:ea typeface="+mj-ea"/>
                <a:cs typeface="+mj-cs"/>
              </a:rPr>
              <a:t>è corretto </a:t>
            </a:r>
            <a:r>
              <a:rPr lang="en-US" dirty="0">
                <a:latin typeface="+mj-lt"/>
                <a:ea typeface="+mj-ea"/>
                <a:cs typeface="+mj-cs"/>
              </a:rPr>
              <a:t>(è ok</a:t>
            </a:r>
            <a:r>
              <a:rPr lang="en-US">
                <a:latin typeface="+mj-lt"/>
                <a:ea typeface="+mj-ea"/>
                <a:cs typeface="+mj-cs"/>
              </a:rPr>
              <a:t>, si </a:t>
            </a:r>
            <a:r>
              <a:rPr lang="en-US" dirty="0">
                <a:latin typeface="+mj-lt"/>
                <a:ea typeface="+mj-ea"/>
                <a:cs typeface="+mj-cs"/>
              </a:rPr>
              <a:t>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a:t>
            </a:r>
            <a:r>
              <a:rPr lang="en-US">
                <a:latin typeface="+mj-lt"/>
                <a:ea typeface="+mj-ea"/>
                <a:cs typeface="+mj-cs"/>
              </a:rPr>
              <a:t>LLM primario dice che è scorretto (diagnosi è scorretta a prescindere).</a:t>
            </a:r>
            <a:endParaRPr lang="en-US" dirty="0">
              <a:latin typeface="+mj-lt"/>
              <a:ea typeface="+mj-ea"/>
              <a:cs typeface="+mj-cs"/>
            </a:endParaRPr>
          </a:p>
        </p:txBody>
      </p:sp>
      <p:sp>
        <p:nvSpPr>
          <p:cNvPr id="16" name="Freeform 31">
            <a:extLst>
              <a:ext uri="{FF2B5EF4-FFF2-40B4-BE49-F238E27FC236}">
                <a16:creationId xmlns:a16="http://schemas.microsoft.com/office/drawing/2014/main" id="{D6CEF2A9-EF08-4FB3-AFFB-C5F77AB6E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8" name="Rectangle 16">
            <a:extLst>
              <a:ext uri="{FF2B5EF4-FFF2-40B4-BE49-F238E27FC236}">
                <a16:creationId xmlns:a16="http://schemas.microsoft.com/office/drawing/2014/main" id="{4109C3C2-C0A8-4559-8462-8007573DF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3992" y="0"/>
            <a:ext cx="6098427"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5">
            <a:extLst>
              <a:ext uri="{FF2B5EF4-FFF2-40B4-BE49-F238E27FC236}">
                <a16:creationId xmlns:a16="http://schemas.microsoft.com/office/drawing/2014/main" id="{4C535542-B72A-4DE0-BE5A-5EA00508C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it-IT"/>
          </a:p>
        </p:txBody>
      </p:sp>
      <p:pic>
        <p:nvPicPr>
          <p:cNvPr id="10" name="Segnaposto contenuto 9">
            <a:extLst>
              <a:ext uri="{FF2B5EF4-FFF2-40B4-BE49-F238E27FC236}">
                <a16:creationId xmlns:a16="http://schemas.microsoft.com/office/drawing/2014/main" id="{63341522-CA2C-E841-596E-8D8409E83AF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146" r="2344"/>
          <a:stretch>
            <a:fillRect/>
          </a:stretch>
        </p:blipFill>
        <p:spPr>
          <a:xfrm>
            <a:off x="5436159" y="1328989"/>
            <a:ext cx="6755842" cy="4200019"/>
          </a:xfrm>
          <a:prstGeom prst="rect">
            <a:avLst/>
          </a:prstGeom>
          <a:effectLst/>
        </p:spPr>
      </p:pic>
      <p:sp>
        <p:nvSpPr>
          <p:cNvPr id="22" name="Rectangle 20">
            <a:extLst>
              <a:ext uri="{FF2B5EF4-FFF2-40B4-BE49-F238E27FC236}">
                <a16:creationId xmlns:a16="http://schemas.microsoft.com/office/drawing/2014/main" id="{11DF0705-615B-4CF3-A16F-8C14680D8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Tree>
    <p:extLst>
      <p:ext uri="{BB962C8B-B14F-4D97-AF65-F5344CB8AC3E}">
        <p14:creationId xmlns:p14="http://schemas.microsoft.com/office/powerpoint/2010/main" val="418451839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624EFCC-81B2-8263-6C91-786C4A2FA3BF}"/>
              </a:ext>
            </a:extLst>
          </p:cNvPr>
          <p:cNvSpPr>
            <a:spLocks noGrp="1"/>
          </p:cNvSpPr>
          <p:nvPr>
            <p:ph type="title"/>
          </p:nvPr>
        </p:nvSpPr>
        <p:spPr>
          <a:xfrm>
            <a:off x="648930" y="629266"/>
            <a:ext cx="9252154" cy="1223983"/>
          </a:xfrm>
        </p:spPr>
        <p:txBody>
          <a:bodyPr>
            <a:normAutofit/>
          </a:bodyPr>
          <a:lstStyle/>
          <a:p>
            <a:pPr>
              <a:lnSpc>
                <a:spcPct val="90000"/>
              </a:lnSpc>
            </a:pPr>
            <a:r>
              <a:rPr lang="en-US" sz="3900"/>
              <a:t>Static Check Failed - </a:t>
            </a:r>
            <a:r>
              <a:rPr lang="en-US" sz="3900" err="1"/>
              <a:t>Analisi</a:t>
            </a:r>
            <a:r>
              <a:rPr lang="en-US" sz="3900"/>
              <a:t> Codice LLM </a:t>
            </a:r>
            <a:r>
              <a:rPr lang="en-US" sz="3900" err="1"/>
              <a:t>Primario</a:t>
            </a:r>
            <a:endParaRPr lang="it-IT" sz="3900"/>
          </a:p>
        </p:txBody>
      </p:sp>
      <p:pic>
        <p:nvPicPr>
          <p:cNvPr id="5" name="Immagine 4">
            <a:extLst>
              <a:ext uri="{FF2B5EF4-FFF2-40B4-BE49-F238E27FC236}">
                <a16:creationId xmlns:a16="http://schemas.microsoft.com/office/drawing/2014/main" id="{18C5EB5E-FF25-E72D-9CB1-FCD0EF7FE3F3}"/>
              </a:ext>
            </a:extLst>
          </p:cNvPr>
          <p:cNvPicPr>
            <a:picLocks noChangeAspect="1"/>
          </p:cNvPicPr>
          <p:nvPr/>
        </p:nvPicPr>
        <p:blipFill>
          <a:blip r:embed="rId3">
            <a:extLst>
              <a:ext uri="{28A0092B-C50C-407E-A947-70E740481C1C}">
                <a14:useLocalDpi xmlns:a14="http://schemas.microsoft.com/office/drawing/2010/main" val="0"/>
              </a:ext>
            </a:extLst>
          </a:blip>
          <a:srcRect l="814" r="4238"/>
          <a:stretch>
            <a:fillRect/>
          </a:stretch>
        </p:blipFill>
        <p:spPr>
          <a:xfrm>
            <a:off x="110532" y="1853249"/>
            <a:ext cx="6640220" cy="4196185"/>
          </a:xfrm>
          <a:prstGeom prst="rect">
            <a:avLst/>
          </a:prstGeom>
          <a:effectLst>
            <a:outerShdw blurRad="50800" dist="38100" dir="5400000" algn="t" rotWithShape="0">
              <a:prstClr val="black">
                <a:alpha val="43000"/>
              </a:prstClr>
            </a:outerShdw>
          </a:effectLst>
        </p:spPr>
      </p:pic>
      <p:sp>
        <p:nvSpPr>
          <p:cNvPr id="3" name="Segnaposto contenuto 2">
            <a:extLst>
              <a:ext uri="{FF2B5EF4-FFF2-40B4-BE49-F238E27FC236}">
                <a16:creationId xmlns:a16="http://schemas.microsoft.com/office/drawing/2014/main" id="{9730B24D-B359-8564-AB53-48523D1FE038}"/>
              </a:ext>
            </a:extLst>
          </p:cNvPr>
          <p:cNvSpPr>
            <a:spLocks noGrp="1"/>
          </p:cNvSpPr>
          <p:nvPr>
            <p:ph idx="1"/>
          </p:nvPr>
        </p:nvSpPr>
        <p:spPr>
          <a:xfrm>
            <a:off x="6750752" y="2052214"/>
            <a:ext cx="4338409" cy="4196185"/>
          </a:xfrm>
        </p:spPr>
        <p:txBody>
          <a:bodyPr>
            <a:normAutofit/>
          </a:bodyPr>
          <a:lstStyle/>
          <a:p>
            <a:r>
              <a:rPr lang="it-IT" dirty="0"/>
              <a:t>% LLM primario dice di non aver trovato l'errore nel codice.</a:t>
            </a:r>
          </a:p>
          <a:p>
            <a:r>
              <a:rPr lang="it-IT" dirty="0"/>
              <a:t>% LLM primario dice che è scorretto, ma diagnosi codice non è corretta.</a:t>
            </a:r>
          </a:p>
          <a:p>
            <a:r>
              <a:rPr lang="it-IT" dirty="0"/>
              <a:t>% LLM primario dice che è scorretto, e la diagnosi codice è corretta.</a:t>
            </a:r>
          </a:p>
        </p:txBody>
      </p:sp>
    </p:spTree>
    <p:extLst>
      <p:ext uri="{BB962C8B-B14F-4D97-AF65-F5344CB8AC3E}">
        <p14:creationId xmlns:p14="http://schemas.microsoft.com/office/powerpoint/2010/main" val="1134298706"/>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F25B5-155B-7531-70D2-7543A3CBB86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64F61F5-2034-3B60-9D77-28C2D29D90F0}"/>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Output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403A3B55-1A21-93CD-67E2-CAB84C6C3191}"/>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output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 a </a:t>
            </a:r>
            <a:r>
              <a:rPr lang="en-US" dirty="0" err="1">
                <a:latin typeface="+mj-lt"/>
                <a:ea typeface="+mj-ea"/>
                <a:cs typeface="+mj-cs"/>
              </a:rPr>
              <a:t>prescindere</a:t>
            </a:r>
            <a:r>
              <a:rPr lang="en-US" dirty="0">
                <a:latin typeface="+mj-lt"/>
                <a:ea typeface="+mj-ea"/>
                <a:cs typeface="+mj-cs"/>
              </a:rPr>
              <a:t>).</a:t>
            </a:r>
          </a:p>
        </p:txBody>
      </p:sp>
      <p:pic>
        <p:nvPicPr>
          <p:cNvPr id="10" name="Segnaposto contenuto 9">
            <a:extLst>
              <a:ext uri="{FF2B5EF4-FFF2-40B4-BE49-F238E27FC236}">
                <a16:creationId xmlns:a16="http://schemas.microsoft.com/office/drawing/2014/main" id="{08A9A256-706C-A8C7-C2E2-0279C8FE24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273756" y="1328989"/>
            <a:ext cx="6820657" cy="4200019"/>
          </a:xfrm>
          <a:prstGeom prst="rect">
            <a:avLst/>
          </a:prstGeom>
          <a:effectLst/>
        </p:spPr>
      </p:pic>
    </p:spTree>
    <p:extLst>
      <p:ext uri="{BB962C8B-B14F-4D97-AF65-F5344CB8AC3E}">
        <p14:creationId xmlns:p14="http://schemas.microsoft.com/office/powerpoint/2010/main" val="248551794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5AB6A-AC3E-CB9A-8822-8AAB5750C97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3286755-6181-747A-7C50-768E78E084C3}"/>
              </a:ext>
            </a:extLst>
          </p:cNvPr>
          <p:cNvSpPr>
            <a:spLocks noGrp="1"/>
          </p:cNvSpPr>
          <p:nvPr>
            <p:ph type="title"/>
          </p:nvPr>
        </p:nvSpPr>
        <p:spPr>
          <a:xfrm>
            <a:off x="648931" y="629266"/>
            <a:ext cx="4166510" cy="1622321"/>
          </a:xfrm>
        </p:spPr>
        <p:txBody>
          <a:bodyPr vert="horz" lIns="91440" tIns="45720" rIns="91440" bIns="45720" rtlCol="0" anchor="t">
            <a:normAutofit fontScale="90000"/>
          </a:bodyPr>
          <a:lstStyle/>
          <a:p>
            <a:pPr>
              <a:lnSpc>
                <a:spcPct val="90000"/>
              </a:lnSpc>
            </a:pPr>
            <a:r>
              <a:rPr lang="en-US" sz="3300" dirty="0" err="1"/>
              <a:t>Corretti</a:t>
            </a:r>
            <a:r>
              <a:rPr lang="en-US" sz="3300" dirty="0"/>
              <a:t>- </a:t>
            </a:r>
            <a:r>
              <a:rPr lang="en-US" sz="3300" dirty="0" err="1"/>
              <a:t>Analisi</a:t>
            </a:r>
            <a:r>
              <a:rPr lang="en-US" sz="3300" dirty="0"/>
              <a:t> </a:t>
            </a:r>
            <a:r>
              <a:rPr lang="en-US" sz="3300" dirty="0" err="1"/>
              <a:t>Codice</a:t>
            </a:r>
            <a:r>
              <a:rPr lang="en-US" sz="3300" dirty="0"/>
              <a:t> LLM </a:t>
            </a:r>
            <a:r>
              <a:rPr lang="en-US" sz="3300" dirty="0" err="1"/>
              <a:t>Primario</a:t>
            </a:r>
            <a:r>
              <a:rPr lang="en-US" sz="3300" dirty="0"/>
              <a:t> (</a:t>
            </a:r>
            <a:r>
              <a:rPr lang="en-US" sz="3300" dirty="0" err="1"/>
              <a:t>falsi</a:t>
            </a:r>
            <a:r>
              <a:rPr lang="en-US" sz="3300" dirty="0"/>
              <a:t> </a:t>
            </a:r>
            <a:r>
              <a:rPr lang="en-US" sz="3300" dirty="0" err="1"/>
              <a:t>positivi</a:t>
            </a:r>
            <a:r>
              <a:rPr lang="en-US" sz="3300" dirty="0"/>
              <a:t>))</a:t>
            </a:r>
          </a:p>
        </p:txBody>
      </p:sp>
      <p:sp>
        <p:nvSpPr>
          <p:cNvPr id="6" name="CasellaDiTesto 5">
            <a:extLst>
              <a:ext uri="{FF2B5EF4-FFF2-40B4-BE49-F238E27FC236}">
                <a16:creationId xmlns:a16="http://schemas.microsoft.com/office/drawing/2014/main" id="{F8CA87CA-4828-A63A-3A48-4762B139FD59}"/>
              </a:ext>
            </a:extLst>
          </p:cNvPr>
          <p:cNvSpPr txBox="1"/>
          <p:nvPr/>
        </p:nvSpPr>
        <p:spPr>
          <a:xfrm>
            <a:off x="648931" y="2438400"/>
            <a:ext cx="4166509" cy="3785419"/>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a:t>
            </a:r>
            <a:r>
              <a:rPr lang="en-US" dirty="0" err="1">
                <a:latin typeface="+mj-lt"/>
                <a:ea typeface="+mj-ea"/>
                <a:cs typeface="+mj-cs"/>
              </a:rPr>
              <a:t>codice</a:t>
            </a:r>
            <a:r>
              <a:rPr lang="en-US" dirty="0">
                <a:latin typeface="+mj-lt"/>
                <a:ea typeface="+mj-ea"/>
                <a:cs typeface="+mj-cs"/>
              </a:rPr>
              <a:t> è </a:t>
            </a:r>
            <a:r>
              <a:rPr lang="en-US" dirty="0" err="1">
                <a:latin typeface="+mj-lt"/>
                <a:ea typeface="+mj-ea"/>
                <a:cs typeface="+mj-cs"/>
              </a:rPr>
              <a:t>corretto</a:t>
            </a:r>
            <a:r>
              <a:rPr lang="en-US" dirty="0">
                <a:latin typeface="+mj-lt"/>
                <a:ea typeface="+mj-ea"/>
                <a:cs typeface="+mj-cs"/>
              </a:rPr>
              <a:t> (è ok, </a:t>
            </a:r>
            <a:r>
              <a:rPr lang="en-US" dirty="0" err="1">
                <a:latin typeface="+mj-lt"/>
                <a:ea typeface="+mj-ea"/>
                <a:cs typeface="+mj-cs"/>
              </a:rPr>
              <a:t>si</a:t>
            </a:r>
            <a:r>
              <a:rPr lang="en-US" dirty="0">
                <a:latin typeface="+mj-lt"/>
                <a:ea typeface="+mj-ea"/>
                <a:cs typeface="+mj-cs"/>
              </a:rPr>
              <a:t> trova con ground truth).</a:t>
            </a:r>
          </a:p>
          <a:p>
            <a:pPr defTabSz="457200">
              <a:spcBef>
                <a:spcPts val="1000"/>
              </a:spcBef>
              <a:buClr>
                <a:schemeClr val="accent1"/>
              </a:buClr>
              <a:buSzPct val="80000"/>
              <a:buFont typeface="Wingdings 3" charset="2"/>
              <a:buChar char=""/>
            </a:pPr>
            <a:r>
              <a:rPr lang="en-US" dirty="0">
                <a:latin typeface="+mj-lt"/>
                <a:ea typeface="+mj-ea"/>
                <a:cs typeface="+mj-cs"/>
              </a:rPr>
              <a:t> % LLM </a:t>
            </a:r>
            <a:r>
              <a:rPr lang="en-US" dirty="0" err="1">
                <a:latin typeface="+mj-lt"/>
                <a:ea typeface="+mj-ea"/>
                <a:cs typeface="+mj-cs"/>
              </a:rPr>
              <a:t>primario</a:t>
            </a:r>
            <a:r>
              <a:rPr lang="en-US" dirty="0">
                <a:latin typeface="+mj-lt"/>
                <a:ea typeface="+mj-ea"/>
                <a:cs typeface="+mj-cs"/>
              </a:rPr>
              <a:t> dice </a:t>
            </a:r>
            <a:r>
              <a:rPr lang="en-US" dirty="0" err="1">
                <a:latin typeface="+mj-lt"/>
                <a:ea typeface="+mj-ea"/>
                <a:cs typeface="+mj-cs"/>
              </a:rPr>
              <a:t>che</a:t>
            </a:r>
            <a:r>
              <a:rPr lang="en-US" dirty="0">
                <a:latin typeface="+mj-lt"/>
                <a:ea typeface="+mj-ea"/>
                <a:cs typeface="+mj-cs"/>
              </a:rPr>
              <a:t> </a:t>
            </a:r>
            <a:r>
              <a:rPr lang="en-US" dirty="0" err="1">
                <a:latin typeface="+mj-lt"/>
                <a:ea typeface="+mj-ea"/>
                <a:cs typeface="+mj-cs"/>
              </a:rPr>
              <a:t>codice</a:t>
            </a:r>
            <a:r>
              <a:rPr lang="en-US" dirty="0">
                <a:latin typeface="+mj-lt"/>
                <a:ea typeface="+mj-ea"/>
                <a:cs typeface="+mj-cs"/>
              </a:rPr>
              <a:t> è </a:t>
            </a:r>
            <a:r>
              <a:rPr lang="en-US" dirty="0" err="1">
                <a:latin typeface="+mj-lt"/>
                <a:ea typeface="+mj-ea"/>
                <a:cs typeface="+mj-cs"/>
              </a:rPr>
              <a:t>scorretto</a:t>
            </a:r>
            <a:r>
              <a:rPr lang="en-US" dirty="0">
                <a:latin typeface="+mj-lt"/>
                <a:ea typeface="+mj-ea"/>
                <a:cs typeface="+mj-cs"/>
              </a:rPr>
              <a:t> </a:t>
            </a:r>
            <a:r>
              <a:rPr lang="en-US" dirty="0" err="1">
                <a:latin typeface="+mj-lt"/>
                <a:ea typeface="+mj-ea"/>
                <a:cs typeface="+mj-cs"/>
              </a:rPr>
              <a:t>mentre</a:t>
            </a:r>
            <a:r>
              <a:rPr lang="en-US" dirty="0">
                <a:latin typeface="+mj-lt"/>
                <a:ea typeface="+mj-ea"/>
                <a:cs typeface="+mj-cs"/>
              </a:rPr>
              <a:t> </a:t>
            </a:r>
            <a:r>
              <a:rPr lang="en-US" dirty="0" err="1">
                <a:latin typeface="+mj-lt"/>
                <a:ea typeface="+mj-ea"/>
                <a:cs typeface="+mj-cs"/>
              </a:rPr>
              <a:t>diagnosi</a:t>
            </a:r>
            <a:r>
              <a:rPr lang="en-US" dirty="0">
                <a:latin typeface="+mj-lt"/>
                <a:ea typeface="+mj-ea"/>
                <a:cs typeface="+mj-cs"/>
              </a:rPr>
              <a:t> è </a:t>
            </a:r>
            <a:r>
              <a:rPr lang="en-US" dirty="0" err="1">
                <a:latin typeface="+mj-lt"/>
                <a:ea typeface="+mj-ea"/>
                <a:cs typeface="+mj-cs"/>
              </a:rPr>
              <a:t>scorretta</a:t>
            </a:r>
            <a:r>
              <a:rPr lang="en-US" dirty="0">
                <a:latin typeface="+mj-lt"/>
                <a:ea typeface="+mj-ea"/>
                <a:cs typeface="+mj-cs"/>
              </a:rPr>
              <a:t>.</a:t>
            </a:r>
          </a:p>
          <a:p>
            <a:pPr defTabSz="457200">
              <a:spcBef>
                <a:spcPts val="1000"/>
              </a:spcBef>
              <a:buClr>
                <a:schemeClr val="accent1"/>
              </a:buClr>
              <a:buSzPct val="80000"/>
              <a:buFont typeface="Wingdings 3" charset="2"/>
              <a:buChar char=""/>
            </a:pPr>
            <a:r>
              <a:rPr lang="en-US" dirty="0">
                <a:latin typeface="+mj-lt"/>
                <a:ea typeface="+mj-ea"/>
                <a:cs typeface="+mj-cs"/>
              </a:rPr>
              <a:t> </a:t>
            </a:r>
            <a:r>
              <a:rPr lang="en-US" dirty="0"/>
              <a:t>% LLM </a:t>
            </a:r>
            <a:r>
              <a:rPr lang="en-US" dirty="0" err="1"/>
              <a:t>primario</a:t>
            </a:r>
            <a:r>
              <a:rPr lang="en-US" dirty="0"/>
              <a:t> dice </a:t>
            </a:r>
            <a:r>
              <a:rPr lang="en-US" dirty="0" err="1"/>
              <a:t>che</a:t>
            </a:r>
            <a:r>
              <a:rPr lang="en-US" dirty="0"/>
              <a:t> </a:t>
            </a:r>
            <a:r>
              <a:rPr lang="en-US" dirty="0" err="1"/>
              <a:t>codice</a:t>
            </a:r>
            <a:r>
              <a:rPr lang="en-US" dirty="0"/>
              <a:t> è </a:t>
            </a:r>
            <a:r>
              <a:rPr lang="en-US" dirty="0" err="1"/>
              <a:t>scorretto</a:t>
            </a:r>
            <a:r>
              <a:rPr lang="en-US" dirty="0"/>
              <a:t> e </a:t>
            </a:r>
            <a:r>
              <a:rPr lang="en-US" dirty="0" err="1"/>
              <a:t>diagnosi</a:t>
            </a:r>
            <a:r>
              <a:rPr lang="en-US" dirty="0"/>
              <a:t> è </a:t>
            </a:r>
            <a:r>
              <a:rPr lang="en-US" dirty="0" err="1"/>
              <a:t>corretta</a:t>
            </a:r>
            <a:r>
              <a:rPr lang="en-US" dirty="0"/>
              <a:t>.</a:t>
            </a:r>
          </a:p>
          <a:p>
            <a:pPr defTabSz="457200">
              <a:spcBef>
                <a:spcPts val="1000"/>
              </a:spcBef>
              <a:buClr>
                <a:schemeClr val="accent1"/>
              </a:buClr>
              <a:buSzPct val="80000"/>
              <a:buFont typeface="Wingdings 3" charset="2"/>
              <a:buChar char=""/>
            </a:pPr>
            <a:endParaRPr lang="en-US" dirty="0">
              <a:latin typeface="+mj-lt"/>
              <a:ea typeface="+mj-ea"/>
              <a:cs typeface="+mj-cs"/>
            </a:endParaRPr>
          </a:p>
        </p:txBody>
      </p:sp>
      <p:pic>
        <p:nvPicPr>
          <p:cNvPr id="10" name="Segnaposto contenuto 9">
            <a:extLst>
              <a:ext uri="{FF2B5EF4-FFF2-40B4-BE49-F238E27FC236}">
                <a16:creationId xmlns:a16="http://schemas.microsoft.com/office/drawing/2014/main" id="{E6EC9F07-EB2D-A21B-42BD-C5D20B4BACE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281" r="1281"/>
          <a:stretch/>
        </p:blipFill>
        <p:spPr>
          <a:xfrm>
            <a:off x="5273756" y="1328989"/>
            <a:ext cx="6820657" cy="4200019"/>
          </a:xfrm>
          <a:prstGeom prst="rect">
            <a:avLst/>
          </a:prstGeom>
          <a:effectLst/>
        </p:spPr>
      </p:pic>
    </p:spTree>
    <p:extLst>
      <p:ext uri="{BB962C8B-B14F-4D97-AF65-F5344CB8AC3E}">
        <p14:creationId xmlns:p14="http://schemas.microsoft.com/office/powerpoint/2010/main" val="4030178860"/>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ROLE" val="title"/>
</p:tagLst>
</file>

<file path=ppt/tags/tag2.xml><?xml version="1.0" encoding="utf-8"?>
<p:tagLst xmlns:a="http://schemas.openxmlformats.org/drawingml/2006/main" xmlns:r="http://schemas.openxmlformats.org/officeDocument/2006/relationships" xmlns:p="http://schemas.openxmlformats.org/presentationml/2006/main">
  <p:tag name="ROLE" val="textplaceholder1"/>
</p:tagLst>
</file>

<file path=ppt/tags/tag3.xml><?xml version="1.0" encoding="utf-8"?>
<p:tagLst xmlns:a="http://schemas.openxmlformats.org/drawingml/2006/main" xmlns:r="http://schemas.openxmlformats.org/officeDocument/2006/relationships" xmlns:p="http://schemas.openxmlformats.org/presentationml/2006/main">
  <p:tag name="ROLE" val="textplaceholder1"/>
</p:tagLst>
</file>

<file path=ppt/tags/tag4.xml><?xml version="1.0" encoding="utf-8"?>
<p:tagLst xmlns:a="http://schemas.openxmlformats.org/drawingml/2006/main" xmlns:r="http://schemas.openxmlformats.org/officeDocument/2006/relationships" xmlns:p="http://schemas.openxmlformats.org/presentationml/2006/main">
  <p:tag name="ROLE" val="subtitle1"/>
</p:tagLst>
</file>

<file path=ppt/tags/tag5.xml><?xml version="1.0" encoding="utf-8"?>
<p:tagLst xmlns:a="http://schemas.openxmlformats.org/drawingml/2006/main" xmlns:r="http://schemas.openxmlformats.org/officeDocument/2006/relationships" xmlns:p="http://schemas.openxmlformats.org/presentationml/2006/main">
  <p:tag name="ROLE" val="footer"/>
</p:tagLst>
</file>

<file path=ppt/tags/tag6.xml><?xml version="1.0" encoding="utf-8"?>
<p:tagLst xmlns:a="http://schemas.openxmlformats.org/drawingml/2006/main" xmlns:r="http://schemas.openxmlformats.org/officeDocument/2006/relationships" xmlns:p="http://schemas.openxmlformats.org/presentationml/2006/main">
  <p:tag name="ROLE" val="subtitle1"/>
</p:tagLst>
</file>

<file path=ppt/tags/tag7.xml><?xml version="1.0" encoding="utf-8"?>
<p:tagLst xmlns:a="http://schemas.openxmlformats.org/drawingml/2006/main" xmlns:r="http://schemas.openxmlformats.org/officeDocument/2006/relationships" xmlns:p="http://schemas.openxmlformats.org/presentationml/2006/main">
  <p:tag name="ROLE" val="titl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e">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e">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e">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NewYork">
  <a:themeElements>
    <a:clrScheme name="New York Base">
      <a:dk1>
        <a:srgbClr val="404040"/>
      </a:dk1>
      <a:lt1>
        <a:sysClr val="window" lastClr="FFFFFF"/>
      </a:lt1>
      <a:dk2>
        <a:srgbClr val="2468ED"/>
      </a:dk2>
      <a:lt2>
        <a:srgbClr val="FFFFFF"/>
      </a:lt2>
      <a:accent1>
        <a:srgbClr val="2468ED"/>
      </a:accent1>
      <a:accent2>
        <a:srgbClr val="8AACEF"/>
      </a:accent2>
      <a:accent3>
        <a:srgbClr val="C7D5EF"/>
      </a:accent3>
      <a:accent4>
        <a:srgbClr val="DCE3F0"/>
      </a:accent4>
      <a:accent5>
        <a:srgbClr val="E4EAF4"/>
      </a:accent5>
      <a:accent6>
        <a:srgbClr val="F0F3F8"/>
      </a:accent6>
      <a:hlink>
        <a:srgbClr val="2468ED"/>
      </a:hlink>
      <a:folHlink>
        <a:srgbClr val="404040"/>
      </a:folHlink>
    </a:clrScheme>
    <a:fontScheme name="Другая 6">
      <a:majorFont>
        <a:latin typeface="Bahnschrift"/>
        <a:ea typeface=""/>
        <a:cs typeface=""/>
      </a:majorFont>
      <a:minorFont>
        <a:latin typeface="Bahnschrift Ligh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DE8527-8768-4F6A-BAFC-0102E4DD5135}">
  <we:reference id="wa200005566" version="3.0.0.3" store="it-IT"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2411</TotalTime>
  <Words>2173</Words>
  <Application>Microsoft Office PowerPoint</Application>
  <PresentationFormat>Widescreen</PresentationFormat>
  <Paragraphs>207</Paragraphs>
  <Slides>18</Slides>
  <Notes>0</Notes>
  <HiddenSlides>0</HiddenSlides>
  <MMClips>0</MMClips>
  <ScaleCrop>false</ScaleCrop>
  <HeadingPairs>
    <vt:vector size="6" baseType="variant">
      <vt:variant>
        <vt:lpstr>Caratteri utilizzati</vt:lpstr>
      </vt:variant>
      <vt:variant>
        <vt:i4>6</vt:i4>
      </vt:variant>
      <vt:variant>
        <vt:lpstr>Tema</vt:lpstr>
      </vt:variant>
      <vt:variant>
        <vt:i4>2</vt:i4>
      </vt:variant>
      <vt:variant>
        <vt:lpstr>Titoli diapositive</vt:lpstr>
      </vt:variant>
      <vt:variant>
        <vt:i4>18</vt:i4>
      </vt:variant>
    </vt:vector>
  </HeadingPairs>
  <TitlesOfParts>
    <vt:vector size="26" baseType="lpstr">
      <vt:lpstr>Arial</vt:lpstr>
      <vt:lpstr>Bahnschrift</vt:lpstr>
      <vt:lpstr>Bahnschrift Light</vt:lpstr>
      <vt:lpstr>Century Gothic</vt:lpstr>
      <vt:lpstr>Wingdings</vt:lpstr>
      <vt:lpstr>Wingdings 3</vt:lpstr>
      <vt:lpstr>Ione</vt:lpstr>
      <vt:lpstr>NewYork</vt:lpstr>
      <vt:lpstr>LLM PER SO ESPERIMENTO 1.0 (QUARTA  PRESENTAZIONE)</vt:lpstr>
      <vt:lpstr>Obiettivi</vt:lpstr>
      <vt:lpstr>Test dinamici</vt:lpstr>
      <vt:lpstr>Dynamic check failed: gestione output vuoto</vt:lpstr>
      <vt:lpstr>Estensione categorie di fallimento esercizi</vt:lpstr>
      <vt:lpstr>Ottimizzazione dei prompt</vt:lpstr>
      <vt:lpstr>Esempio di risultato (dynamic_check_failed):</vt:lpstr>
      <vt:lpstr>Esempio di risultato (static_check_failed):</vt:lpstr>
      <vt:lpstr>Esempio di risultato (correct):</vt:lpstr>
      <vt:lpstr>Analisi effettuate</vt:lpstr>
      <vt:lpstr>Distribuzione per failure category</vt:lpstr>
      <vt:lpstr>Distribuzione per error_type</vt:lpstr>
      <vt:lpstr>Dynamic Check Failed - Analisi Output LLM Primario </vt:lpstr>
      <vt:lpstr>Dynamic Check Failed - Analisi Codice LLM Primario </vt:lpstr>
      <vt:lpstr>Static Check Failed - Analisi Output LLM Primario</vt:lpstr>
      <vt:lpstr>Static Check Failed - Analisi Codice LLM Primario</vt:lpstr>
      <vt:lpstr>Corretti- Analisi Output LLM Primario (falsi positivi)</vt:lpstr>
      <vt:lpstr>Corretti- Analisi Codice LLM Primario (falsi positivi))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Esposito</dc:creator>
  <cp:lastModifiedBy>Andrea Esposito</cp:lastModifiedBy>
  <cp:revision>2</cp:revision>
  <dcterms:created xsi:type="dcterms:W3CDTF">2026-03-04T09:44:22Z</dcterms:created>
  <dcterms:modified xsi:type="dcterms:W3CDTF">2026-03-18T08:43:00Z</dcterms:modified>
</cp:coreProperties>
</file>