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2" r:id="rId1"/>
    <p:sldMasterId id="2147483660" r:id="rId2"/>
  </p:sldMasterIdLst>
  <p:notesMasterIdLst>
    <p:notesMasterId r:id="rId28"/>
  </p:notesMasterIdLst>
  <p:sldIdLst>
    <p:sldId id="257" r:id="rId3"/>
    <p:sldId id="307" r:id="rId4"/>
    <p:sldId id="294" r:id="rId5"/>
    <p:sldId id="303" r:id="rId6"/>
    <p:sldId id="295" r:id="rId7"/>
    <p:sldId id="305" r:id="rId8"/>
    <p:sldId id="299" r:id="rId9"/>
    <p:sldId id="306" r:id="rId10"/>
    <p:sldId id="296" r:id="rId11"/>
    <p:sldId id="297" r:id="rId12"/>
    <p:sldId id="298" r:id="rId13"/>
    <p:sldId id="301" r:id="rId14"/>
    <p:sldId id="302" r:id="rId15"/>
    <p:sldId id="264" r:id="rId16"/>
    <p:sldId id="300" r:id="rId17"/>
    <p:sldId id="278" r:id="rId18"/>
    <p:sldId id="279" r:id="rId19"/>
    <p:sldId id="280" r:id="rId20"/>
    <p:sldId id="308" r:id="rId21"/>
    <p:sldId id="281" r:id="rId22"/>
    <p:sldId id="282" r:id="rId23"/>
    <p:sldId id="309" r:id="rId24"/>
    <p:sldId id="288" r:id="rId25"/>
    <p:sldId id="292" r:id="rId26"/>
    <p:sldId id="310" r:id="rId27"/>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E91B2F-108A-48B1-9756-04213324244C}" v="85" dt="2026-04-22T14:08:02.372"/>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Stile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Esposito" userId="af663d4e0f6c8da9" providerId="LiveId" clId="{262502FB-FC54-43DB-AB78-73175A28E98A}"/>
    <pc:docChg chg="undo redo custSel addSld delSld modSld sldOrd">
      <pc:chgData name="Andrea Esposito" userId="af663d4e0f6c8da9" providerId="LiveId" clId="{262502FB-FC54-43DB-AB78-73175A28E98A}" dt="2026-04-22T14:09:41.579" v="12564" actId="20577"/>
      <pc:docMkLst>
        <pc:docMk/>
      </pc:docMkLst>
      <pc:sldChg chg="modSp mod">
        <pc:chgData name="Andrea Esposito" userId="af663d4e0f6c8da9" providerId="LiveId" clId="{262502FB-FC54-43DB-AB78-73175A28E98A}" dt="2026-04-22T12:37:11.890" v="11732" actId="20577"/>
        <pc:sldMkLst>
          <pc:docMk/>
          <pc:sldMk cId="1263488033" sldId="257"/>
        </pc:sldMkLst>
        <pc:spChg chg="mod">
          <ac:chgData name="Andrea Esposito" userId="af663d4e0f6c8da9" providerId="LiveId" clId="{262502FB-FC54-43DB-AB78-73175A28E98A}" dt="2026-04-22T12:37:08.106" v="11730" actId="20577"/>
          <ac:spMkLst>
            <pc:docMk/>
            <pc:sldMk cId="1263488033" sldId="257"/>
            <ac:spMk id="2" creationId="{36589F58-A08D-CE97-7557-37E4EE640150}"/>
          </ac:spMkLst>
        </pc:spChg>
        <pc:spChg chg="mod">
          <ac:chgData name="Andrea Esposito" userId="af663d4e0f6c8da9" providerId="LiveId" clId="{262502FB-FC54-43DB-AB78-73175A28E98A}" dt="2026-04-22T12:37:11.890" v="11732" actId="20577"/>
          <ac:spMkLst>
            <pc:docMk/>
            <pc:sldMk cId="1263488033" sldId="257"/>
            <ac:spMk id="5" creationId="{5F7A069C-CC32-2115-EB4B-3687677A3594}"/>
          </ac:spMkLst>
        </pc:spChg>
      </pc:sldChg>
      <pc:sldChg chg="modSp mod">
        <pc:chgData name="Andrea Esposito" userId="af663d4e0f6c8da9" providerId="LiveId" clId="{262502FB-FC54-43DB-AB78-73175A28E98A}" dt="2026-04-22T10:46:40.249" v="11239" actId="14100"/>
        <pc:sldMkLst>
          <pc:docMk/>
          <pc:sldMk cId="2218945759" sldId="264"/>
        </pc:sldMkLst>
        <pc:spChg chg="mod">
          <ac:chgData name="Andrea Esposito" userId="af663d4e0f6c8da9" providerId="LiveId" clId="{262502FB-FC54-43DB-AB78-73175A28E98A}" dt="2026-04-22T10:46:40.249" v="11239" actId="14100"/>
          <ac:spMkLst>
            <pc:docMk/>
            <pc:sldMk cId="2218945759" sldId="264"/>
            <ac:spMk id="2" creationId="{F48363AB-38CE-3AC2-1065-EC960CDCAEA1}"/>
          </ac:spMkLst>
        </pc:spChg>
        <pc:spChg chg="mod">
          <ac:chgData name="Andrea Esposito" userId="af663d4e0f6c8da9" providerId="LiveId" clId="{262502FB-FC54-43DB-AB78-73175A28E98A}" dt="2026-04-13T14:51:56.835" v="10374"/>
          <ac:spMkLst>
            <pc:docMk/>
            <pc:sldMk cId="2218945759" sldId="264"/>
            <ac:spMk id="3" creationId="{FE8E244F-E0E7-6602-DF9C-C278A7003585}"/>
          </ac:spMkLst>
        </pc:spChg>
      </pc:sldChg>
      <pc:sldChg chg="modSp">
        <pc:chgData name="Andrea Esposito" userId="af663d4e0f6c8da9" providerId="LiveId" clId="{262502FB-FC54-43DB-AB78-73175A28E98A}" dt="2026-04-22T10:44:56.499" v="11218" actId="14826"/>
        <pc:sldMkLst>
          <pc:docMk/>
          <pc:sldMk cId="1842148543" sldId="278"/>
        </pc:sldMkLst>
        <pc:picChg chg="mod">
          <ac:chgData name="Andrea Esposito" userId="af663d4e0f6c8da9" providerId="LiveId" clId="{262502FB-FC54-43DB-AB78-73175A28E98A}" dt="2026-04-22T10:44:56.499" v="11218" actId="14826"/>
          <ac:picMkLst>
            <pc:docMk/>
            <pc:sldMk cId="1842148543" sldId="278"/>
            <ac:picMk id="9" creationId="{CB5E335E-6719-D7FE-7FA8-17807A99FDA2}"/>
          </ac:picMkLst>
        </pc:picChg>
      </pc:sldChg>
      <pc:sldChg chg="modSp mod">
        <pc:chgData name="Andrea Esposito" userId="af663d4e0f6c8da9" providerId="LiveId" clId="{262502FB-FC54-43DB-AB78-73175A28E98A}" dt="2026-04-22T10:45:08.350" v="11219" actId="14826"/>
        <pc:sldMkLst>
          <pc:docMk/>
          <pc:sldMk cId="440999752" sldId="279"/>
        </pc:sldMkLst>
        <pc:spChg chg="mod">
          <ac:chgData name="Andrea Esposito" userId="af663d4e0f6c8da9" providerId="LiveId" clId="{262502FB-FC54-43DB-AB78-73175A28E98A}" dt="2026-04-08T18:08:36.042" v="9721" actId="20577"/>
          <ac:spMkLst>
            <pc:docMk/>
            <pc:sldMk cId="440999752" sldId="279"/>
            <ac:spMk id="2" creationId="{5D3C6E78-26E1-A896-00D8-72642E7B51CB}"/>
          </ac:spMkLst>
        </pc:spChg>
        <pc:picChg chg="mod">
          <ac:chgData name="Andrea Esposito" userId="af663d4e0f6c8da9" providerId="LiveId" clId="{262502FB-FC54-43DB-AB78-73175A28E98A}" dt="2026-04-22T10:45:08.350" v="11219" actId="14826"/>
          <ac:picMkLst>
            <pc:docMk/>
            <pc:sldMk cId="440999752" sldId="279"/>
            <ac:picMk id="5" creationId="{E5947B34-239C-979C-B779-56571887CEE4}"/>
          </ac:picMkLst>
        </pc:picChg>
      </pc:sldChg>
      <pc:sldChg chg="modSp mod">
        <pc:chgData name="Andrea Esposito" userId="af663d4e0f6c8da9" providerId="LiveId" clId="{262502FB-FC54-43DB-AB78-73175A28E98A}" dt="2026-04-22T10:45:24.629" v="11220" actId="14826"/>
        <pc:sldMkLst>
          <pc:docMk/>
          <pc:sldMk cId="1110123291" sldId="280"/>
        </pc:sldMkLst>
        <pc:spChg chg="mod">
          <ac:chgData name="Andrea Esposito" userId="af663d4e0f6c8da9" providerId="LiveId" clId="{262502FB-FC54-43DB-AB78-73175A28E98A}" dt="2026-04-08T18:08:26.989" v="9714" actId="20577"/>
          <ac:spMkLst>
            <pc:docMk/>
            <pc:sldMk cId="1110123291" sldId="280"/>
            <ac:spMk id="2" creationId="{55FC346D-60A1-0A4E-4785-3DF47D6A577B}"/>
          </ac:spMkLst>
        </pc:spChg>
        <pc:picChg chg="mod">
          <ac:chgData name="Andrea Esposito" userId="af663d4e0f6c8da9" providerId="LiveId" clId="{262502FB-FC54-43DB-AB78-73175A28E98A}" dt="2026-04-22T10:45:24.629" v="11220" actId="14826"/>
          <ac:picMkLst>
            <pc:docMk/>
            <pc:sldMk cId="1110123291" sldId="280"/>
            <ac:picMk id="8" creationId="{67C966C0-469A-C4F3-4E73-47707D821D59}"/>
          </ac:picMkLst>
        </pc:picChg>
      </pc:sldChg>
      <pc:sldChg chg="modSp mod">
        <pc:chgData name="Andrea Esposito" userId="af663d4e0f6c8da9" providerId="LiveId" clId="{262502FB-FC54-43DB-AB78-73175A28E98A}" dt="2026-04-20T13:28:50.630" v="10424" actId="14826"/>
        <pc:sldMkLst>
          <pc:docMk/>
          <pc:sldMk cId="4184518395" sldId="281"/>
        </pc:sldMkLst>
        <pc:spChg chg="mod">
          <ac:chgData name="Andrea Esposito" userId="af663d4e0f6c8da9" providerId="LiveId" clId="{262502FB-FC54-43DB-AB78-73175A28E98A}" dt="2026-04-08T18:09:13.913" v="9728" actId="20577"/>
          <ac:spMkLst>
            <pc:docMk/>
            <pc:sldMk cId="4184518395" sldId="281"/>
            <ac:spMk id="2" creationId="{648E4098-A90E-7297-148B-44D46EA7E70A}"/>
          </ac:spMkLst>
        </pc:spChg>
        <pc:picChg chg="mod">
          <ac:chgData name="Andrea Esposito" userId="af663d4e0f6c8da9" providerId="LiveId" clId="{262502FB-FC54-43DB-AB78-73175A28E98A}" dt="2026-04-20T13:28:50.630" v="10424" actId="14826"/>
          <ac:picMkLst>
            <pc:docMk/>
            <pc:sldMk cId="4184518395" sldId="281"/>
            <ac:picMk id="10" creationId="{63341522-CA2C-E841-596E-8D8409E83AF8}"/>
          </ac:picMkLst>
        </pc:picChg>
      </pc:sldChg>
      <pc:sldChg chg="addSp delSp modSp mod">
        <pc:chgData name="Andrea Esposito" userId="af663d4e0f6c8da9" providerId="LiveId" clId="{262502FB-FC54-43DB-AB78-73175A28E98A}" dt="2026-04-22T13:50:52.364" v="12271" actId="22"/>
        <pc:sldMkLst>
          <pc:docMk/>
          <pc:sldMk cId="1134298706" sldId="282"/>
        </pc:sldMkLst>
        <pc:spChg chg="mod">
          <ac:chgData name="Andrea Esposito" userId="af663d4e0f6c8da9" providerId="LiveId" clId="{262502FB-FC54-43DB-AB78-73175A28E98A}" dt="2026-04-08T18:09:32.778" v="9732" actId="20577"/>
          <ac:spMkLst>
            <pc:docMk/>
            <pc:sldMk cId="1134298706" sldId="282"/>
            <ac:spMk id="2" creationId="{5624EFCC-81B2-8263-6C91-786C4A2FA3BF}"/>
          </ac:spMkLst>
        </pc:spChg>
        <pc:spChg chg="mod">
          <ac:chgData name="Andrea Esposito" userId="af663d4e0f6c8da9" providerId="LiveId" clId="{262502FB-FC54-43DB-AB78-73175A28E98A}" dt="2026-03-25T11:34:29.538" v="3713" actId="1076"/>
          <ac:spMkLst>
            <pc:docMk/>
            <pc:sldMk cId="1134298706" sldId="282"/>
            <ac:spMk id="3" creationId="{9730B24D-B359-8564-AB53-48523D1FE038}"/>
          </ac:spMkLst>
        </pc:spChg>
        <pc:spChg chg="add del">
          <ac:chgData name="Andrea Esposito" userId="af663d4e0f6c8da9" providerId="LiveId" clId="{262502FB-FC54-43DB-AB78-73175A28E98A}" dt="2026-04-22T13:50:49.706" v="12269" actId="22"/>
          <ac:spMkLst>
            <pc:docMk/>
            <pc:sldMk cId="1134298706" sldId="282"/>
            <ac:spMk id="6" creationId="{AAAD07E0-6793-1B58-AEB7-4FA7363EB0CD}"/>
          </ac:spMkLst>
        </pc:spChg>
        <pc:spChg chg="add del">
          <ac:chgData name="Andrea Esposito" userId="af663d4e0f6c8da9" providerId="LiveId" clId="{262502FB-FC54-43DB-AB78-73175A28E98A}" dt="2026-04-22T13:50:52.364" v="12271" actId="22"/>
          <ac:spMkLst>
            <pc:docMk/>
            <pc:sldMk cId="1134298706" sldId="282"/>
            <ac:spMk id="8" creationId="{19250BBD-7F5A-AAF4-7991-8060F8A3D541}"/>
          </ac:spMkLst>
        </pc:spChg>
        <pc:picChg chg="mod modCrop">
          <ac:chgData name="Andrea Esposito" userId="af663d4e0f6c8da9" providerId="LiveId" clId="{262502FB-FC54-43DB-AB78-73175A28E98A}" dt="2026-04-22T10:45:40.021" v="11221" actId="14826"/>
          <ac:picMkLst>
            <pc:docMk/>
            <pc:sldMk cId="1134298706" sldId="282"/>
            <ac:picMk id="5" creationId="{18C5EB5E-FF25-E72D-9CB1-FCD0EF7FE3F3}"/>
          </ac:picMkLst>
        </pc:picChg>
      </pc:sldChg>
      <pc:sldChg chg="modSp mod">
        <pc:chgData name="Andrea Esposito" userId="af663d4e0f6c8da9" providerId="LiveId" clId="{262502FB-FC54-43DB-AB78-73175A28E98A}" dt="2026-04-22T10:45:51.765" v="11222" actId="14826"/>
        <pc:sldMkLst>
          <pc:docMk/>
          <pc:sldMk cId="2485517940" sldId="288"/>
        </pc:sldMkLst>
        <pc:picChg chg="mod">
          <ac:chgData name="Andrea Esposito" userId="af663d4e0f6c8da9" providerId="LiveId" clId="{262502FB-FC54-43DB-AB78-73175A28E98A}" dt="2026-04-22T10:45:51.765" v="11222" actId="14826"/>
          <ac:picMkLst>
            <pc:docMk/>
            <pc:sldMk cId="2485517940" sldId="288"/>
            <ac:picMk id="10" creationId="{08A9A256-706C-A8C7-C2E2-0279C8FE242F}"/>
          </ac:picMkLst>
        </pc:picChg>
      </pc:sldChg>
      <pc:sldChg chg="modSp mod">
        <pc:chgData name="Andrea Esposito" userId="af663d4e0f6c8da9" providerId="LiveId" clId="{262502FB-FC54-43DB-AB78-73175A28E98A}" dt="2026-04-22T10:45:59.496" v="11223" actId="14826"/>
        <pc:sldMkLst>
          <pc:docMk/>
          <pc:sldMk cId="3069440379" sldId="292"/>
        </pc:sldMkLst>
        <pc:picChg chg="mod">
          <ac:chgData name="Andrea Esposito" userId="af663d4e0f6c8da9" providerId="LiveId" clId="{262502FB-FC54-43DB-AB78-73175A28E98A}" dt="2026-04-22T10:45:59.496" v="11223" actId="14826"/>
          <ac:picMkLst>
            <pc:docMk/>
            <pc:sldMk cId="3069440379" sldId="292"/>
            <ac:picMk id="10" creationId="{08A9A256-706C-A8C7-C2E2-0279C8FE242F}"/>
          </ac:picMkLst>
        </pc:picChg>
      </pc:sldChg>
      <pc:sldChg chg="modSp add del mod">
        <pc:chgData name="Andrea Esposito" userId="af663d4e0f6c8da9" providerId="LiveId" clId="{262502FB-FC54-43DB-AB78-73175A28E98A}" dt="2026-04-22T10:43:48.806" v="11195" actId="47"/>
        <pc:sldMkLst>
          <pc:docMk/>
          <pc:sldMk cId="3973902408" sldId="293"/>
        </pc:sldMkLst>
      </pc:sldChg>
      <pc:sldChg chg="modSp add mod">
        <pc:chgData name="Andrea Esposito" userId="af663d4e0f6c8da9" providerId="LiveId" clId="{262502FB-FC54-43DB-AB78-73175A28E98A}" dt="2026-04-22T11:03:39.549" v="11450"/>
        <pc:sldMkLst>
          <pc:docMk/>
          <pc:sldMk cId="3166441129" sldId="294"/>
        </pc:sldMkLst>
        <pc:spChg chg="mod">
          <ac:chgData name="Andrea Esposito" userId="af663d4e0f6c8da9" providerId="LiveId" clId="{262502FB-FC54-43DB-AB78-73175A28E98A}" dt="2026-04-20T15:03:16.491" v="10573" actId="1076"/>
          <ac:spMkLst>
            <pc:docMk/>
            <pc:sldMk cId="3166441129" sldId="294"/>
            <ac:spMk id="2" creationId="{617C8136-7850-538E-9883-B67BE912C6DD}"/>
          </ac:spMkLst>
        </pc:spChg>
        <pc:graphicFrameChg chg="mod modGraphic">
          <ac:chgData name="Andrea Esposito" userId="af663d4e0f6c8da9" providerId="LiveId" clId="{262502FB-FC54-43DB-AB78-73175A28E98A}" dt="2026-04-22T11:03:39.549" v="11450"/>
          <ac:graphicFrameMkLst>
            <pc:docMk/>
            <pc:sldMk cId="3166441129" sldId="294"/>
            <ac:graphicFrameMk id="4" creationId="{BAD857C0-E0F1-F1CC-B2D0-DEBF4FD6D95E}"/>
          </ac:graphicFrameMkLst>
        </pc:graphicFrameChg>
      </pc:sldChg>
      <pc:sldChg chg="addSp delSp modSp add mod">
        <pc:chgData name="Andrea Esposito" userId="af663d4e0f6c8da9" providerId="LiveId" clId="{262502FB-FC54-43DB-AB78-73175A28E98A}" dt="2026-04-22T11:17:59.585" v="11588" actId="14734"/>
        <pc:sldMkLst>
          <pc:docMk/>
          <pc:sldMk cId="3502108603" sldId="295"/>
        </pc:sldMkLst>
        <pc:spChg chg="mod">
          <ac:chgData name="Andrea Esposito" userId="af663d4e0f6c8da9" providerId="LiveId" clId="{262502FB-FC54-43DB-AB78-73175A28E98A}" dt="2026-04-20T14:55:33.455" v="10494" actId="20577"/>
          <ac:spMkLst>
            <pc:docMk/>
            <pc:sldMk cId="3502108603" sldId="295"/>
            <ac:spMk id="2" creationId="{BFA34427-B7D7-B497-8AD8-72EF28BACA6D}"/>
          </ac:spMkLst>
        </pc:spChg>
        <pc:spChg chg="add mod">
          <ac:chgData name="Andrea Esposito" userId="af663d4e0f6c8da9" providerId="LiveId" clId="{262502FB-FC54-43DB-AB78-73175A28E98A}" dt="2026-04-20T15:06:32.044" v="10634" actId="478"/>
          <ac:spMkLst>
            <pc:docMk/>
            <pc:sldMk cId="3502108603" sldId="295"/>
            <ac:spMk id="6" creationId="{E7E954A7-E70F-5FA9-98CD-E0180B609318}"/>
          </ac:spMkLst>
        </pc:spChg>
        <pc:graphicFrameChg chg="add mod modGraphic">
          <ac:chgData name="Andrea Esposito" userId="af663d4e0f6c8da9" providerId="LiveId" clId="{262502FB-FC54-43DB-AB78-73175A28E98A}" dt="2026-04-22T11:17:59.585" v="11588" actId="14734"/>
          <ac:graphicFrameMkLst>
            <pc:docMk/>
            <pc:sldMk cId="3502108603" sldId="295"/>
            <ac:graphicFrameMk id="8" creationId="{BD7EC57A-77CB-7691-97A8-96D93D4DCB2E}"/>
          </ac:graphicFrameMkLst>
        </pc:graphicFrameChg>
      </pc:sldChg>
      <pc:sldChg chg="modSp add mod">
        <pc:chgData name="Andrea Esposito" userId="af663d4e0f6c8da9" providerId="LiveId" clId="{262502FB-FC54-43DB-AB78-73175A28E98A}" dt="2026-04-20T15:29:00.429" v="10855" actId="14734"/>
        <pc:sldMkLst>
          <pc:docMk/>
          <pc:sldMk cId="1628821381" sldId="296"/>
        </pc:sldMkLst>
        <pc:spChg chg="mod">
          <ac:chgData name="Andrea Esposito" userId="af663d4e0f6c8da9" providerId="LiveId" clId="{262502FB-FC54-43DB-AB78-73175A28E98A}" dt="2026-04-20T15:26:53.562" v="10837" actId="1076"/>
          <ac:spMkLst>
            <pc:docMk/>
            <pc:sldMk cId="1628821381" sldId="296"/>
            <ac:spMk id="2" creationId="{0756D2FA-E59E-53FE-29E3-116FD528BA9B}"/>
          </ac:spMkLst>
        </pc:spChg>
        <pc:graphicFrameChg chg="mod modGraphic">
          <ac:chgData name="Andrea Esposito" userId="af663d4e0f6c8da9" providerId="LiveId" clId="{262502FB-FC54-43DB-AB78-73175A28E98A}" dt="2026-04-20T15:29:00.429" v="10855" actId="14734"/>
          <ac:graphicFrameMkLst>
            <pc:docMk/>
            <pc:sldMk cId="1628821381" sldId="296"/>
            <ac:graphicFrameMk id="4" creationId="{BDCD3246-C1A1-4320-7932-F426D37C21D6}"/>
          </ac:graphicFrameMkLst>
        </pc:graphicFrameChg>
      </pc:sldChg>
      <pc:sldChg chg="modSp add mod">
        <pc:chgData name="Andrea Esposito" userId="af663d4e0f6c8da9" providerId="LiveId" clId="{262502FB-FC54-43DB-AB78-73175A28E98A}" dt="2026-04-22T12:43:04.786" v="11739" actId="20577"/>
        <pc:sldMkLst>
          <pc:docMk/>
          <pc:sldMk cId="142119940" sldId="297"/>
        </pc:sldMkLst>
        <pc:spChg chg="mod">
          <ac:chgData name="Andrea Esposito" userId="af663d4e0f6c8da9" providerId="LiveId" clId="{262502FB-FC54-43DB-AB78-73175A28E98A}" dt="2026-04-20T15:35:26.835" v="11118" actId="1076"/>
          <ac:spMkLst>
            <pc:docMk/>
            <pc:sldMk cId="142119940" sldId="297"/>
            <ac:spMk id="2" creationId="{6D92163E-1FE4-E06D-215F-84535B85473E}"/>
          </ac:spMkLst>
        </pc:spChg>
        <pc:graphicFrameChg chg="mod modGraphic">
          <ac:chgData name="Andrea Esposito" userId="af663d4e0f6c8da9" providerId="LiveId" clId="{262502FB-FC54-43DB-AB78-73175A28E98A}" dt="2026-04-22T12:43:04.786" v="11739" actId="20577"/>
          <ac:graphicFrameMkLst>
            <pc:docMk/>
            <pc:sldMk cId="142119940" sldId="297"/>
            <ac:graphicFrameMk id="4" creationId="{6F16AE86-EDE1-C0A8-8E64-9409A17DB1B4}"/>
          </ac:graphicFrameMkLst>
        </pc:graphicFrameChg>
      </pc:sldChg>
      <pc:sldChg chg="modSp add mod">
        <pc:chgData name="Andrea Esposito" userId="af663d4e0f6c8da9" providerId="LiveId" clId="{262502FB-FC54-43DB-AB78-73175A28E98A}" dt="2026-04-20T15:41:25.315" v="11170" actId="14734"/>
        <pc:sldMkLst>
          <pc:docMk/>
          <pc:sldMk cId="2917781208" sldId="298"/>
        </pc:sldMkLst>
        <pc:spChg chg="mod">
          <ac:chgData name="Andrea Esposito" userId="af663d4e0f6c8da9" providerId="LiveId" clId="{262502FB-FC54-43DB-AB78-73175A28E98A}" dt="2026-04-20T15:35:11.277" v="11116" actId="1076"/>
          <ac:spMkLst>
            <pc:docMk/>
            <pc:sldMk cId="2917781208" sldId="298"/>
            <ac:spMk id="2" creationId="{59074E40-F48A-B6FC-6E18-CFA507EE607B}"/>
          </ac:spMkLst>
        </pc:spChg>
        <pc:graphicFrameChg chg="mod modGraphic">
          <ac:chgData name="Andrea Esposito" userId="af663d4e0f6c8da9" providerId="LiveId" clId="{262502FB-FC54-43DB-AB78-73175A28E98A}" dt="2026-04-20T15:41:25.315" v="11170" actId="14734"/>
          <ac:graphicFrameMkLst>
            <pc:docMk/>
            <pc:sldMk cId="2917781208" sldId="298"/>
            <ac:graphicFrameMk id="4" creationId="{5CF9969C-6F90-D94F-F1EF-C618C23D3DB1}"/>
          </ac:graphicFrameMkLst>
        </pc:graphicFrameChg>
      </pc:sldChg>
      <pc:sldChg chg="modSp add mod">
        <pc:chgData name="Andrea Esposito" userId="af663d4e0f6c8da9" providerId="LiveId" clId="{262502FB-FC54-43DB-AB78-73175A28E98A}" dt="2026-04-22T13:07:04.603" v="11979"/>
        <pc:sldMkLst>
          <pc:docMk/>
          <pc:sldMk cId="3890071461" sldId="299"/>
        </pc:sldMkLst>
        <pc:spChg chg="mod">
          <ac:chgData name="Andrea Esposito" userId="af663d4e0f6c8da9" providerId="LiveId" clId="{262502FB-FC54-43DB-AB78-73175A28E98A}" dt="2026-04-20T15:17:46.385" v="10717" actId="20577"/>
          <ac:spMkLst>
            <pc:docMk/>
            <pc:sldMk cId="3890071461" sldId="299"/>
            <ac:spMk id="2" creationId="{17382A86-66DA-9690-E651-C27581367928}"/>
          </ac:spMkLst>
        </pc:spChg>
        <pc:graphicFrameChg chg="mod modGraphic">
          <ac:chgData name="Andrea Esposito" userId="af663d4e0f6c8da9" providerId="LiveId" clId="{262502FB-FC54-43DB-AB78-73175A28E98A}" dt="2026-04-22T13:07:04.603" v="11979"/>
          <ac:graphicFrameMkLst>
            <pc:docMk/>
            <pc:sldMk cId="3890071461" sldId="299"/>
            <ac:graphicFrameMk id="8" creationId="{D2B09CBE-3B6A-9CD6-B83A-9CE8AFF28815}"/>
          </ac:graphicFrameMkLst>
        </pc:graphicFrameChg>
      </pc:sldChg>
      <pc:sldChg chg="modSp add mod">
        <pc:chgData name="Andrea Esposito" userId="af663d4e0f6c8da9" providerId="LiveId" clId="{262502FB-FC54-43DB-AB78-73175A28E98A}" dt="2026-04-22T11:00:36.363" v="11435" actId="14100"/>
        <pc:sldMkLst>
          <pc:docMk/>
          <pc:sldMk cId="1207194062" sldId="300"/>
        </pc:sldMkLst>
        <pc:spChg chg="mod">
          <ac:chgData name="Andrea Esposito" userId="af663d4e0f6c8da9" providerId="LiveId" clId="{262502FB-FC54-43DB-AB78-73175A28E98A}" dt="2026-04-22T11:00:36.363" v="11435" actId="14100"/>
          <ac:spMkLst>
            <pc:docMk/>
            <pc:sldMk cId="1207194062" sldId="300"/>
            <ac:spMk id="2" creationId="{F04E146E-3F6C-3A25-3D79-C191C068AA26}"/>
          </ac:spMkLst>
        </pc:spChg>
        <pc:picChg chg="mod">
          <ac:chgData name="Andrea Esposito" userId="af663d4e0f6c8da9" providerId="LiveId" clId="{262502FB-FC54-43DB-AB78-73175A28E98A}" dt="2026-04-22T10:44:36.570" v="11217" actId="14826"/>
          <ac:picMkLst>
            <pc:docMk/>
            <pc:sldMk cId="1207194062" sldId="300"/>
            <ac:picMk id="9" creationId="{97988DCD-7FCD-D93F-FC38-C00CC5C8D2F2}"/>
          </ac:picMkLst>
        </pc:picChg>
      </pc:sldChg>
      <pc:sldChg chg="modSp new mod ord">
        <pc:chgData name="Andrea Esposito" userId="af663d4e0f6c8da9" providerId="LiveId" clId="{262502FB-FC54-43DB-AB78-73175A28E98A}" dt="2026-04-22T10:59:33.153" v="11414" actId="1076"/>
        <pc:sldMkLst>
          <pc:docMk/>
          <pc:sldMk cId="2441821937" sldId="301"/>
        </pc:sldMkLst>
        <pc:spChg chg="mod">
          <ac:chgData name="Andrea Esposito" userId="af663d4e0f6c8da9" providerId="LiveId" clId="{262502FB-FC54-43DB-AB78-73175A28E98A}" dt="2026-04-22T10:47:32.087" v="11269" actId="20577"/>
          <ac:spMkLst>
            <pc:docMk/>
            <pc:sldMk cId="2441821937" sldId="301"/>
            <ac:spMk id="2" creationId="{6D71EC6A-85A3-DD1A-52BE-A4F50052DDFF}"/>
          </ac:spMkLst>
        </pc:spChg>
        <pc:spChg chg="mod">
          <ac:chgData name="Andrea Esposito" userId="af663d4e0f6c8da9" providerId="LiveId" clId="{262502FB-FC54-43DB-AB78-73175A28E98A}" dt="2026-04-22T10:59:33.153" v="11414" actId="1076"/>
          <ac:spMkLst>
            <pc:docMk/>
            <pc:sldMk cId="2441821937" sldId="301"/>
            <ac:spMk id="3" creationId="{046E8376-D75F-4ACE-EA75-7A464208D2F0}"/>
          </ac:spMkLst>
        </pc:spChg>
      </pc:sldChg>
      <pc:sldChg chg="addSp modSp new mod">
        <pc:chgData name="Andrea Esposito" userId="af663d4e0f6c8da9" providerId="LiveId" clId="{262502FB-FC54-43DB-AB78-73175A28E98A}" dt="2026-04-22T12:40:40.563" v="11735" actId="2165"/>
        <pc:sldMkLst>
          <pc:docMk/>
          <pc:sldMk cId="2003704622" sldId="302"/>
        </pc:sldMkLst>
        <pc:spChg chg="mod">
          <ac:chgData name="Andrea Esposito" userId="af663d4e0f6c8da9" providerId="LiveId" clId="{262502FB-FC54-43DB-AB78-73175A28E98A}" dt="2026-04-22T10:58:56.673" v="11410" actId="14100"/>
          <ac:spMkLst>
            <pc:docMk/>
            <pc:sldMk cId="2003704622" sldId="302"/>
            <ac:spMk id="2" creationId="{E0D658D6-CF2B-F9ED-1E69-E0417031280A}"/>
          </ac:spMkLst>
        </pc:spChg>
        <pc:spChg chg="mod">
          <ac:chgData name="Andrea Esposito" userId="af663d4e0f6c8da9" providerId="LiveId" clId="{262502FB-FC54-43DB-AB78-73175A28E98A}" dt="2026-04-22T10:59:02.830" v="11411" actId="1076"/>
          <ac:spMkLst>
            <pc:docMk/>
            <pc:sldMk cId="2003704622" sldId="302"/>
            <ac:spMk id="3" creationId="{9C03B21B-BD47-10D5-E6D7-EA47501CE398}"/>
          </ac:spMkLst>
        </pc:spChg>
        <pc:graphicFrameChg chg="add mod modGraphic">
          <ac:chgData name="Andrea Esposito" userId="af663d4e0f6c8da9" providerId="LiveId" clId="{262502FB-FC54-43DB-AB78-73175A28E98A}" dt="2026-04-22T12:40:40.563" v="11735" actId="2165"/>
          <ac:graphicFrameMkLst>
            <pc:docMk/>
            <pc:sldMk cId="2003704622" sldId="302"/>
            <ac:graphicFrameMk id="4" creationId="{76AE0678-6C07-F8CE-647E-9DA164FFB60B}"/>
          </ac:graphicFrameMkLst>
        </pc:graphicFrameChg>
      </pc:sldChg>
      <pc:sldChg chg="addSp delSp modSp new mod">
        <pc:chgData name="Andrea Esposito" userId="af663d4e0f6c8da9" providerId="LiveId" clId="{262502FB-FC54-43DB-AB78-73175A28E98A}" dt="2026-04-22T11:12:40.279" v="11536"/>
        <pc:sldMkLst>
          <pc:docMk/>
          <pc:sldMk cId="2601912489" sldId="303"/>
        </pc:sldMkLst>
        <pc:spChg chg="mod">
          <ac:chgData name="Andrea Esposito" userId="af663d4e0f6c8da9" providerId="LiveId" clId="{262502FB-FC54-43DB-AB78-73175A28E98A}" dt="2026-04-22T11:11:48.449" v="11529" actId="1076"/>
          <ac:spMkLst>
            <pc:docMk/>
            <pc:sldMk cId="2601912489" sldId="303"/>
            <ac:spMk id="2" creationId="{FA845D0E-134A-5B56-94C1-A0348BBFF71D}"/>
          </ac:spMkLst>
        </pc:spChg>
        <pc:spChg chg="del">
          <ac:chgData name="Andrea Esposito" userId="af663d4e0f6c8da9" providerId="LiveId" clId="{262502FB-FC54-43DB-AB78-73175A28E98A}" dt="2026-04-22T11:08:36.073" v="11452" actId="22"/>
          <ac:spMkLst>
            <pc:docMk/>
            <pc:sldMk cId="2601912489" sldId="303"/>
            <ac:spMk id="3" creationId="{F47FAFA6-1383-9428-7BDE-1108E21953B2}"/>
          </ac:spMkLst>
        </pc:spChg>
        <pc:spChg chg="add del mod">
          <ac:chgData name="Andrea Esposito" userId="af663d4e0f6c8da9" providerId="LiveId" clId="{262502FB-FC54-43DB-AB78-73175A28E98A}" dt="2026-04-22T11:09:54.590" v="11483"/>
          <ac:spMkLst>
            <pc:docMk/>
            <pc:sldMk cId="2601912489" sldId="303"/>
            <ac:spMk id="8" creationId="{8ABE09F5-2AC4-EE25-D659-FB461CB88FD2}"/>
          </ac:spMkLst>
        </pc:spChg>
        <pc:spChg chg="add mod">
          <ac:chgData name="Andrea Esposito" userId="af663d4e0f6c8da9" providerId="LiveId" clId="{262502FB-FC54-43DB-AB78-73175A28E98A}" dt="2026-04-22T11:12:10.342" v="11534" actId="1076"/>
          <ac:spMkLst>
            <pc:docMk/>
            <pc:sldMk cId="2601912489" sldId="303"/>
            <ac:spMk id="11" creationId="{B786AA21-52D4-F098-9A10-9D42C069BE23}"/>
          </ac:spMkLst>
        </pc:spChg>
        <pc:spChg chg="add mod">
          <ac:chgData name="Andrea Esposito" userId="af663d4e0f6c8da9" providerId="LiveId" clId="{262502FB-FC54-43DB-AB78-73175A28E98A}" dt="2026-04-22T11:11:06.785" v="11522" actId="1076"/>
          <ac:spMkLst>
            <pc:docMk/>
            <pc:sldMk cId="2601912489" sldId="303"/>
            <ac:spMk id="16" creationId="{27BCA466-F5A8-C506-FBA1-A79FD4C3850B}"/>
          </ac:spMkLst>
        </pc:spChg>
        <pc:spChg chg="add mod">
          <ac:chgData name="Andrea Esposito" userId="af663d4e0f6c8da9" providerId="LiveId" clId="{262502FB-FC54-43DB-AB78-73175A28E98A}" dt="2026-04-22T11:12:40.279" v="11536"/>
          <ac:spMkLst>
            <pc:docMk/>
            <pc:sldMk cId="2601912489" sldId="303"/>
            <ac:spMk id="17" creationId="{F94081EB-5F8B-3B1E-3B02-49CDCC266BFB}"/>
          </ac:spMkLst>
        </pc:spChg>
        <pc:picChg chg="add mod ord modCrop">
          <ac:chgData name="Andrea Esposito" userId="af663d4e0f6c8da9" providerId="LiveId" clId="{262502FB-FC54-43DB-AB78-73175A28E98A}" dt="2026-04-22T11:11:59.401" v="11532" actId="1076"/>
          <ac:picMkLst>
            <pc:docMk/>
            <pc:sldMk cId="2601912489" sldId="303"/>
            <ac:picMk id="5" creationId="{9932A119-CA71-BA07-644D-085E7E9C1C79}"/>
          </ac:picMkLst>
        </pc:picChg>
        <pc:picChg chg="add mod">
          <ac:chgData name="Andrea Esposito" userId="af663d4e0f6c8da9" providerId="LiveId" clId="{262502FB-FC54-43DB-AB78-73175A28E98A}" dt="2026-04-22T11:11:06.785" v="11522" actId="1076"/>
          <ac:picMkLst>
            <pc:docMk/>
            <pc:sldMk cId="2601912489" sldId="303"/>
            <ac:picMk id="7" creationId="{3E7AA099-5DAE-6020-B35F-24B9BAEE7D5C}"/>
          </ac:picMkLst>
        </pc:picChg>
        <pc:picChg chg="add del">
          <ac:chgData name="Andrea Esposito" userId="af663d4e0f6c8da9" providerId="LiveId" clId="{262502FB-FC54-43DB-AB78-73175A28E98A}" dt="2026-04-22T11:09:56.615" v="11485" actId="22"/>
          <ac:picMkLst>
            <pc:docMk/>
            <pc:sldMk cId="2601912489" sldId="303"/>
            <ac:picMk id="10" creationId="{EB2E5427-2449-6320-6D12-E9D667B2E5AF}"/>
          </ac:picMkLst>
        </pc:picChg>
        <pc:picChg chg="add del">
          <ac:chgData name="Andrea Esposito" userId="af663d4e0f6c8da9" providerId="LiveId" clId="{262502FB-FC54-43DB-AB78-73175A28E98A}" dt="2026-04-22T11:10:19.104" v="11504" actId="22"/>
          <ac:picMkLst>
            <pc:docMk/>
            <pc:sldMk cId="2601912489" sldId="303"/>
            <ac:picMk id="13" creationId="{B0B9C7CA-E5D9-541D-B4F0-4149AA60ADCC}"/>
          </ac:picMkLst>
        </pc:picChg>
        <pc:picChg chg="add del">
          <ac:chgData name="Andrea Esposito" userId="af663d4e0f6c8da9" providerId="LiveId" clId="{262502FB-FC54-43DB-AB78-73175A28E98A}" dt="2026-04-22T11:10:24.067" v="11506" actId="478"/>
          <ac:picMkLst>
            <pc:docMk/>
            <pc:sldMk cId="2601912489" sldId="303"/>
            <ac:picMk id="15" creationId="{E33F9D1F-4C83-DB29-AA5D-B0663037A334}"/>
          </ac:picMkLst>
        </pc:picChg>
      </pc:sldChg>
      <pc:sldChg chg="new del">
        <pc:chgData name="Andrea Esposito" userId="af663d4e0f6c8da9" providerId="LiveId" clId="{262502FB-FC54-43DB-AB78-73175A28E98A}" dt="2026-04-22T11:17:44.280" v="11579" actId="47"/>
        <pc:sldMkLst>
          <pc:docMk/>
          <pc:sldMk cId="267756320" sldId="304"/>
        </pc:sldMkLst>
      </pc:sldChg>
      <pc:sldChg chg="addSp delSp modSp add mod">
        <pc:chgData name="Andrea Esposito" userId="af663d4e0f6c8da9" providerId="LiveId" clId="{262502FB-FC54-43DB-AB78-73175A28E98A}" dt="2026-04-22T11:25:16.873" v="11607" actId="1076"/>
        <pc:sldMkLst>
          <pc:docMk/>
          <pc:sldMk cId="2125049322" sldId="305"/>
        </pc:sldMkLst>
        <pc:spChg chg="mod">
          <ac:chgData name="Andrea Esposito" userId="af663d4e0f6c8da9" providerId="LiveId" clId="{262502FB-FC54-43DB-AB78-73175A28E98A}" dt="2026-04-22T11:17:49.728" v="11586" actId="20577"/>
          <ac:spMkLst>
            <pc:docMk/>
            <pc:sldMk cId="2125049322" sldId="305"/>
            <ac:spMk id="2" creationId="{E93F75F6-698F-22A0-BCE2-128112BE2555}"/>
          </ac:spMkLst>
        </pc:spChg>
        <pc:spChg chg="add del mod">
          <ac:chgData name="Andrea Esposito" userId="af663d4e0f6c8da9" providerId="LiveId" clId="{262502FB-FC54-43DB-AB78-73175A28E98A}" dt="2026-04-22T11:23:54.191" v="11598" actId="478"/>
          <ac:spMkLst>
            <pc:docMk/>
            <pc:sldMk cId="2125049322" sldId="305"/>
            <ac:spMk id="4" creationId="{5913BA4B-A9E7-D1AD-4613-12F33C8C3D61}"/>
          </ac:spMkLst>
        </pc:spChg>
        <pc:spChg chg="mod">
          <ac:chgData name="Andrea Esposito" userId="af663d4e0f6c8da9" providerId="LiveId" clId="{262502FB-FC54-43DB-AB78-73175A28E98A}" dt="2026-04-22T11:25:05.269" v="11605" actId="1076"/>
          <ac:spMkLst>
            <pc:docMk/>
            <pc:sldMk cId="2125049322" sldId="305"/>
            <ac:spMk id="11" creationId="{9D7BE31F-9814-1605-C5E0-E0F7F507BC22}"/>
          </ac:spMkLst>
        </pc:spChg>
        <pc:spChg chg="mod">
          <ac:chgData name="Andrea Esposito" userId="af663d4e0f6c8da9" providerId="LiveId" clId="{262502FB-FC54-43DB-AB78-73175A28E98A}" dt="2026-04-22T11:25:16.873" v="11607" actId="1076"/>
          <ac:spMkLst>
            <pc:docMk/>
            <pc:sldMk cId="2125049322" sldId="305"/>
            <ac:spMk id="16" creationId="{0F55DDF2-841B-88C1-1FA2-07DF8ABEF47B}"/>
          </ac:spMkLst>
        </pc:spChg>
        <pc:spChg chg="mod">
          <ac:chgData name="Andrea Esposito" userId="af663d4e0f6c8da9" providerId="LiveId" clId="{262502FB-FC54-43DB-AB78-73175A28E98A}" dt="2026-04-22T11:19:19.540" v="11592" actId="1076"/>
          <ac:spMkLst>
            <pc:docMk/>
            <pc:sldMk cId="2125049322" sldId="305"/>
            <ac:spMk id="17" creationId="{B8694250-221C-212D-367B-A9E99B593C16}"/>
          </ac:spMkLst>
        </pc:spChg>
        <pc:picChg chg="del mod">
          <ac:chgData name="Andrea Esposito" userId="af663d4e0f6c8da9" providerId="LiveId" clId="{262502FB-FC54-43DB-AB78-73175A28E98A}" dt="2026-04-22T11:23:29.036" v="11593" actId="478"/>
          <ac:picMkLst>
            <pc:docMk/>
            <pc:sldMk cId="2125049322" sldId="305"/>
            <ac:picMk id="5" creationId="{E8AD7FCE-4C89-A814-8642-60076FEC08F5}"/>
          </ac:picMkLst>
        </pc:picChg>
        <pc:picChg chg="del mod">
          <ac:chgData name="Andrea Esposito" userId="af663d4e0f6c8da9" providerId="LiveId" clId="{262502FB-FC54-43DB-AB78-73175A28E98A}" dt="2026-04-22T11:24:49.636" v="11600" actId="478"/>
          <ac:picMkLst>
            <pc:docMk/>
            <pc:sldMk cId="2125049322" sldId="305"/>
            <ac:picMk id="7" creationId="{83292C28-94E0-C408-C9C4-7DBF445E7AE2}"/>
          </ac:picMkLst>
        </pc:picChg>
        <pc:picChg chg="add mod">
          <ac:chgData name="Andrea Esposito" userId="af663d4e0f6c8da9" providerId="LiveId" clId="{262502FB-FC54-43DB-AB78-73175A28E98A}" dt="2026-04-22T11:25:11.156" v="11606" actId="1076"/>
          <ac:picMkLst>
            <pc:docMk/>
            <pc:sldMk cId="2125049322" sldId="305"/>
            <ac:picMk id="8" creationId="{11EA6160-0818-0294-468E-325E4FCCC29A}"/>
          </ac:picMkLst>
        </pc:picChg>
        <pc:picChg chg="add mod">
          <ac:chgData name="Andrea Esposito" userId="af663d4e0f6c8da9" providerId="LiveId" clId="{262502FB-FC54-43DB-AB78-73175A28E98A}" dt="2026-04-22T11:25:00.948" v="11604" actId="1076"/>
          <ac:picMkLst>
            <pc:docMk/>
            <pc:sldMk cId="2125049322" sldId="305"/>
            <ac:picMk id="10" creationId="{896DCC6E-AA4F-EBBF-0368-2E2194B6381D}"/>
          </ac:picMkLst>
        </pc:picChg>
      </pc:sldChg>
      <pc:sldChg chg="addSp delSp modSp add mod">
        <pc:chgData name="Andrea Esposito" userId="af663d4e0f6c8da9" providerId="LiveId" clId="{262502FB-FC54-43DB-AB78-73175A28E98A}" dt="2026-04-22T13:06:26.005" v="11977" actId="1076"/>
        <pc:sldMkLst>
          <pc:docMk/>
          <pc:sldMk cId="1140064749" sldId="306"/>
        </pc:sldMkLst>
        <pc:spChg chg="mod">
          <ac:chgData name="Andrea Esposito" userId="af663d4e0f6c8da9" providerId="LiveId" clId="{262502FB-FC54-43DB-AB78-73175A28E98A}" dt="2026-04-22T13:03:47.721" v="11966" actId="1076"/>
          <ac:spMkLst>
            <pc:docMk/>
            <pc:sldMk cId="1140064749" sldId="306"/>
            <ac:spMk id="2" creationId="{B49C2369-E17B-D3EF-7041-CC5324DE2F49}"/>
          </ac:spMkLst>
        </pc:spChg>
        <pc:spChg chg="mod">
          <ac:chgData name="Andrea Esposito" userId="af663d4e0f6c8da9" providerId="LiveId" clId="{262502FB-FC54-43DB-AB78-73175A28E98A}" dt="2026-04-22T13:06:18.943" v="11976" actId="1076"/>
          <ac:spMkLst>
            <pc:docMk/>
            <pc:sldMk cId="1140064749" sldId="306"/>
            <ac:spMk id="11" creationId="{9D15410E-1258-32ED-74D8-3B5BC52817DE}"/>
          </ac:spMkLst>
        </pc:spChg>
        <pc:spChg chg="mod">
          <ac:chgData name="Andrea Esposito" userId="af663d4e0f6c8da9" providerId="LiveId" clId="{262502FB-FC54-43DB-AB78-73175A28E98A}" dt="2026-04-22T13:06:18.943" v="11976" actId="1076"/>
          <ac:spMkLst>
            <pc:docMk/>
            <pc:sldMk cId="1140064749" sldId="306"/>
            <ac:spMk id="16" creationId="{0B32707A-2E9A-CC97-7BEC-2D01E52278B4}"/>
          </ac:spMkLst>
        </pc:spChg>
        <pc:spChg chg="mod">
          <ac:chgData name="Andrea Esposito" userId="af663d4e0f6c8da9" providerId="LiveId" clId="{262502FB-FC54-43DB-AB78-73175A28E98A}" dt="2026-04-22T13:06:26.005" v="11977" actId="1076"/>
          <ac:spMkLst>
            <pc:docMk/>
            <pc:sldMk cId="1140064749" sldId="306"/>
            <ac:spMk id="17" creationId="{F222B841-9F34-748F-00AD-BB138D40CB3E}"/>
          </ac:spMkLst>
        </pc:spChg>
        <pc:picChg chg="add del mod">
          <ac:chgData name="Andrea Esposito" userId="af663d4e0f6c8da9" providerId="LiveId" clId="{262502FB-FC54-43DB-AB78-73175A28E98A}" dt="2026-04-22T13:04:40.471" v="11968" actId="478"/>
          <ac:picMkLst>
            <pc:docMk/>
            <pc:sldMk cId="1140064749" sldId="306"/>
            <ac:picMk id="4" creationId="{38169467-548E-1DBA-A51E-6B6E4727A801}"/>
          </ac:picMkLst>
        </pc:picChg>
        <pc:picChg chg="add mod">
          <ac:chgData name="Andrea Esposito" userId="af663d4e0f6c8da9" providerId="LiveId" clId="{262502FB-FC54-43DB-AB78-73175A28E98A}" dt="2026-04-22T13:06:18.943" v="11976" actId="1076"/>
          <ac:picMkLst>
            <pc:docMk/>
            <pc:sldMk cId="1140064749" sldId="306"/>
            <ac:picMk id="5" creationId="{AAFDB692-9774-44E0-5AEE-8799BA4CBBE3}"/>
          </ac:picMkLst>
        </pc:picChg>
        <pc:picChg chg="add del mod">
          <ac:chgData name="Andrea Esposito" userId="af663d4e0f6c8da9" providerId="LiveId" clId="{262502FB-FC54-43DB-AB78-73175A28E98A}" dt="2026-04-22T13:04:45.569" v="11971" actId="478"/>
          <ac:picMkLst>
            <pc:docMk/>
            <pc:sldMk cId="1140064749" sldId="306"/>
            <ac:picMk id="6" creationId="{249954EC-432B-1BB2-565C-2796446FC98A}"/>
          </ac:picMkLst>
        </pc:picChg>
        <pc:picChg chg="add mod">
          <ac:chgData name="Andrea Esposito" userId="af663d4e0f6c8da9" providerId="LiveId" clId="{262502FB-FC54-43DB-AB78-73175A28E98A}" dt="2026-04-22T13:06:18.943" v="11976" actId="1076"/>
          <ac:picMkLst>
            <pc:docMk/>
            <pc:sldMk cId="1140064749" sldId="306"/>
            <ac:picMk id="8" creationId="{789C3771-8AAC-8E32-26A3-74CB8BBB09CD}"/>
          </ac:picMkLst>
        </pc:picChg>
        <pc:picChg chg="del mod">
          <ac:chgData name="Andrea Esposito" userId="af663d4e0f6c8da9" providerId="LiveId" clId="{262502FB-FC54-43DB-AB78-73175A28E98A}" dt="2026-04-22T11:38:17.743" v="11681" actId="478"/>
          <ac:picMkLst>
            <pc:docMk/>
            <pc:sldMk cId="1140064749" sldId="306"/>
            <ac:picMk id="8" creationId="{9EC08B0C-5FE2-685C-B0C7-5F2A662098C9}"/>
          </ac:picMkLst>
        </pc:picChg>
        <pc:picChg chg="del mod">
          <ac:chgData name="Andrea Esposito" userId="af663d4e0f6c8da9" providerId="LiveId" clId="{262502FB-FC54-43DB-AB78-73175A28E98A}" dt="2026-04-22T11:40:38.674" v="11691" actId="478"/>
          <ac:picMkLst>
            <pc:docMk/>
            <pc:sldMk cId="1140064749" sldId="306"/>
            <ac:picMk id="10" creationId="{B8E070F0-D705-9045-5826-BBC0F97BA9D4}"/>
          </ac:picMkLst>
        </pc:picChg>
      </pc:sldChg>
      <pc:sldChg chg="modSp new mod">
        <pc:chgData name="Andrea Esposito" userId="af663d4e0f6c8da9" providerId="LiveId" clId="{262502FB-FC54-43DB-AB78-73175A28E98A}" dt="2026-04-22T13:26:56.241" v="12163" actId="20577"/>
        <pc:sldMkLst>
          <pc:docMk/>
          <pc:sldMk cId="974836456" sldId="307"/>
        </pc:sldMkLst>
        <pc:spChg chg="mod">
          <ac:chgData name="Andrea Esposito" userId="af663d4e0f6c8da9" providerId="LiveId" clId="{262502FB-FC54-43DB-AB78-73175A28E98A}" dt="2026-04-22T13:00:10.887" v="11762" actId="20577"/>
          <ac:spMkLst>
            <pc:docMk/>
            <pc:sldMk cId="974836456" sldId="307"/>
            <ac:spMk id="2" creationId="{8425D6AF-97F3-F45D-0932-B74C49DB520D}"/>
          </ac:spMkLst>
        </pc:spChg>
        <pc:spChg chg="mod">
          <ac:chgData name="Andrea Esposito" userId="af663d4e0f6c8da9" providerId="LiveId" clId="{262502FB-FC54-43DB-AB78-73175A28E98A}" dt="2026-04-22T13:26:56.241" v="12163" actId="20577"/>
          <ac:spMkLst>
            <pc:docMk/>
            <pc:sldMk cId="974836456" sldId="307"/>
            <ac:spMk id="3" creationId="{5FCA241B-D2E5-3495-5374-A9041F696789}"/>
          </ac:spMkLst>
        </pc:spChg>
      </pc:sldChg>
      <pc:sldChg chg="new del">
        <pc:chgData name="Andrea Esposito" userId="af663d4e0f6c8da9" providerId="LiveId" clId="{262502FB-FC54-43DB-AB78-73175A28E98A}" dt="2026-04-22T13:00:03.096" v="11741" actId="47"/>
        <pc:sldMkLst>
          <pc:docMk/>
          <pc:sldMk cId="3735497022" sldId="307"/>
        </pc:sldMkLst>
      </pc:sldChg>
      <pc:sldChg chg="addSp delSp modSp new mod">
        <pc:chgData name="Andrea Esposito" userId="af663d4e0f6c8da9" providerId="LiveId" clId="{262502FB-FC54-43DB-AB78-73175A28E98A}" dt="2026-04-22T14:09:41.579" v="12564" actId="20577"/>
        <pc:sldMkLst>
          <pc:docMk/>
          <pc:sldMk cId="3559349616" sldId="308"/>
        </pc:sldMkLst>
        <pc:spChg chg="mod">
          <ac:chgData name="Andrea Esposito" userId="af663d4e0f6c8da9" providerId="LiveId" clId="{262502FB-FC54-43DB-AB78-73175A28E98A}" dt="2026-04-22T13:22:42.475" v="12158" actId="20577"/>
          <ac:spMkLst>
            <pc:docMk/>
            <pc:sldMk cId="3559349616" sldId="308"/>
            <ac:spMk id="2" creationId="{91A1C7E8-528E-0A97-9EDD-17D439CC3C6B}"/>
          </ac:spMkLst>
        </pc:spChg>
        <pc:spChg chg="add del mod">
          <ac:chgData name="Andrea Esposito" userId="af663d4e0f6c8da9" providerId="LiveId" clId="{262502FB-FC54-43DB-AB78-73175A28E98A}" dt="2026-04-22T14:09:41.579" v="12564" actId="20577"/>
          <ac:spMkLst>
            <pc:docMk/>
            <pc:sldMk cId="3559349616" sldId="308"/>
            <ac:spMk id="3" creationId="{7B1E2BBC-2608-2BA0-D32F-6239FFC6D173}"/>
          </ac:spMkLst>
        </pc:spChg>
        <pc:spChg chg="add mod">
          <ac:chgData name="Andrea Esposito" userId="af663d4e0f6c8da9" providerId="LiveId" clId="{262502FB-FC54-43DB-AB78-73175A28E98A}" dt="2026-04-22T13:46:46.465" v="12165"/>
          <ac:spMkLst>
            <pc:docMk/>
            <pc:sldMk cId="3559349616" sldId="308"/>
            <ac:spMk id="4" creationId="{D01AA98B-7C86-B510-A490-3D621BADAE17}"/>
          </ac:spMkLst>
        </pc:spChg>
      </pc:sldChg>
      <pc:sldChg chg="modSp add mod">
        <pc:chgData name="Andrea Esposito" userId="af663d4e0f6c8da9" providerId="LiveId" clId="{262502FB-FC54-43DB-AB78-73175A28E98A}" dt="2026-04-22T13:58:16.480" v="12402" actId="20577"/>
        <pc:sldMkLst>
          <pc:docMk/>
          <pc:sldMk cId="465473464" sldId="309"/>
        </pc:sldMkLst>
        <pc:spChg chg="mod">
          <ac:chgData name="Andrea Esposito" userId="af663d4e0f6c8da9" providerId="LiveId" clId="{262502FB-FC54-43DB-AB78-73175A28E98A}" dt="2026-04-22T13:57:38.315" v="12398" actId="1076"/>
          <ac:spMkLst>
            <pc:docMk/>
            <pc:sldMk cId="465473464" sldId="309"/>
            <ac:spMk id="2" creationId="{9DFFB2F1-D155-415A-13B6-6623A5FC00B4}"/>
          </ac:spMkLst>
        </pc:spChg>
        <pc:spChg chg="mod">
          <ac:chgData name="Andrea Esposito" userId="af663d4e0f6c8da9" providerId="LiveId" clId="{262502FB-FC54-43DB-AB78-73175A28E98A}" dt="2026-04-22T13:58:16.480" v="12402" actId="20577"/>
          <ac:spMkLst>
            <pc:docMk/>
            <pc:sldMk cId="465473464" sldId="309"/>
            <ac:spMk id="3" creationId="{1781588A-2475-5956-DA52-C27E6E5A5DDE}"/>
          </ac:spMkLst>
        </pc:spChg>
      </pc:sldChg>
      <pc:sldChg chg="modSp add mod">
        <pc:chgData name="Andrea Esposito" userId="af663d4e0f6c8da9" providerId="LiveId" clId="{262502FB-FC54-43DB-AB78-73175A28E98A}" dt="2026-04-22T14:02:55.755" v="12479" actId="1076"/>
        <pc:sldMkLst>
          <pc:docMk/>
          <pc:sldMk cId="1116250829" sldId="310"/>
        </pc:sldMkLst>
        <pc:spChg chg="mod">
          <ac:chgData name="Andrea Esposito" userId="af663d4e0f6c8da9" providerId="LiveId" clId="{262502FB-FC54-43DB-AB78-73175A28E98A}" dt="2026-04-22T13:58:49.389" v="12410" actId="20577"/>
          <ac:spMkLst>
            <pc:docMk/>
            <pc:sldMk cId="1116250829" sldId="310"/>
            <ac:spMk id="2" creationId="{298EAC75-F0BF-36E7-428F-608522C5810F}"/>
          </ac:spMkLst>
        </pc:spChg>
        <pc:spChg chg="mod">
          <ac:chgData name="Andrea Esposito" userId="af663d4e0f6c8da9" providerId="LiveId" clId="{262502FB-FC54-43DB-AB78-73175A28E98A}" dt="2026-04-22T14:02:55.755" v="12479" actId="1076"/>
          <ac:spMkLst>
            <pc:docMk/>
            <pc:sldMk cId="1116250829" sldId="310"/>
            <ac:spMk id="3" creationId="{5D247256-6E39-B8C2-C7D1-6069CB43A22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AB00D7-A12E-4179-B4FE-A225F398F237}" type="datetimeFigureOut">
              <a:rPr lang="it-IT" smtClean="0"/>
              <a:t>22/04/2026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C78ED9-3A5F-4DBF-BCF4-7D8596C097D4}" type="slidenum">
              <a:rPr lang="it-IT" smtClean="0"/>
              <a:t>‹N›</a:t>
            </a:fld>
            <a:endParaRPr lang="it-IT"/>
          </a:p>
        </p:txBody>
      </p:sp>
    </p:spTree>
    <p:extLst>
      <p:ext uri="{BB962C8B-B14F-4D97-AF65-F5344CB8AC3E}">
        <p14:creationId xmlns:p14="http://schemas.microsoft.com/office/powerpoint/2010/main" val="862365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7.jpeg"/><Relationship Id="rId5" Type="http://schemas.openxmlformats.org/officeDocument/2006/relationships/image" Target="../media/image6.svg"/><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8463732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634040190"/>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5542382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A1E45834-53BD-4C8F-B791-CD5378F4150E}"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7042902"/>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A1E45834-53BD-4C8F-B791-CD5378F4150E}"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716422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7" name="Date Placeholder 2"/>
          <p:cNvSpPr>
            <a:spLocks noGrp="1"/>
          </p:cNvSpPr>
          <p:nvPr>
            <p:ph type="dt" sz="half" idx="10"/>
          </p:nvPr>
        </p:nvSpPr>
        <p:spPr/>
        <p:txBody>
          <a:bodyPr/>
          <a:lstStyle/>
          <a:p>
            <a:fld id="{A1E45834-53BD-4C8F-B791-CD5378F4150E}" type="datetimeFigureOut">
              <a:rPr lang="en-US" smtClean="0"/>
              <a:t>4/22/2026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595317005"/>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1E45834-53BD-4C8F-B791-CD5378F4150E}" type="datetimeFigureOut">
              <a:rPr lang="en-US" smtClean="0"/>
              <a:t>4/22/2026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796584199"/>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7" name="Date Placeholder 4"/>
          <p:cNvSpPr>
            <a:spLocks noGrp="1"/>
          </p:cNvSpPr>
          <p:nvPr>
            <p:ph type="dt" sz="half" idx="10"/>
          </p:nvPr>
        </p:nvSpPr>
        <p:spPr/>
        <p:txBody>
          <a:bodyPr/>
          <a:lstStyle/>
          <a:p>
            <a:fld id="{A1E45834-53BD-4C8F-B791-CD5378F4150E}" type="datetimeFigureOut">
              <a:rPr lang="en-US" smtClean="0"/>
              <a:t>4/22/2026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61703015"/>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74977999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914836460"/>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it-IT"/>
              <a:t>Fare clic per modificare lo stile del titolo dello schema</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571180846"/>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it-IT"/>
              <a:t>Fare clic per modificare lo stile del titolo dello schema</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04865668"/>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0573745"/>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4/22/2026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104861816"/>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4/22/2026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85804596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nchorCtr="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2112452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1792622"/>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ImageColumns">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3F9BDAF-97BD-B7E8-E596-FA7F78EF37EB}"/>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p:custDataLst>
              <p:tags r:id="rId1"/>
            </p:custDataLst>
          </p:nvPr>
        </p:nvSpPr>
        <p:spPr>
          <a:xfrm>
            <a:off x="588000" y="5858302"/>
            <a:ext cx="11016000" cy="415498"/>
          </a:xfrm>
        </p:spPr>
        <p:txBody>
          <a:bodyPr lIns="0" tIns="0" rIns="0" bIns="0" anchor="b" anchorCtr="0">
            <a:noAutofit/>
          </a:bodyPr>
          <a:lstStyle>
            <a:lvl1pPr marL="0" indent="0" algn="ctr">
              <a:lnSpc>
                <a:spcPct val="120000"/>
              </a:lnSpc>
              <a:spcBef>
                <a:spcPts val="0"/>
              </a:spcBef>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5" name="Subtitle Placeholder">
            <a:extLst>
              <a:ext uri="{FF2B5EF4-FFF2-40B4-BE49-F238E27FC236}">
                <a16:creationId xmlns:a16="http://schemas.microsoft.com/office/drawing/2014/main" id="{7C98F59F-A6C9-2B50-6862-5346466525A4}"/>
              </a:ext>
            </a:extLst>
          </p:cNvPr>
          <p:cNvSpPr>
            <a:spLocks noGrp="1"/>
          </p:cNvSpPr>
          <p:nvPr>
            <p:ph type="title" hasCustomPrompt="1"/>
            <p:custDataLst>
              <p:tags r:id="rId2"/>
            </p:custDataLst>
          </p:nvPr>
        </p:nvSpPr>
        <p:spPr>
          <a:xfrm>
            <a:off x="597207" y="1309407"/>
            <a:ext cx="11007418" cy="276999"/>
          </a:xfrm>
          <a:prstGeom prst="rect">
            <a:avLst/>
          </a:prstGeom>
        </p:spPr>
        <p:txBody>
          <a:bodyPr vert="horz" wrap="square" lIns="0" tIns="0" rIns="0" bIns="0" rtlCol="0" anchor="t" anchorCtr="0">
            <a:noAutofit/>
          </a:bodyPr>
          <a:lstStyle>
            <a:lvl1pPr>
              <a:defRPr sz="2000" spc="0">
                <a:latin typeface="+mj-lt"/>
              </a:defRPr>
            </a:lvl1pPr>
          </a:lstStyle>
          <a:p>
            <a:pPr lvl="0"/>
            <a:r>
              <a:rPr lang="en-US" dirty="0"/>
              <a:t>CLICK TO EDIT MASTER TEXT STYLES</a:t>
            </a:r>
            <a:endParaRPr lang="ru-RU" dirty="0"/>
          </a:p>
        </p:txBody>
      </p:sp>
      <p:sp>
        <p:nvSpPr>
          <p:cNvPr id="12" name="Picture Placeholder 11">
            <a:extLst>
              <a:ext uri="{FF2B5EF4-FFF2-40B4-BE49-F238E27FC236}">
                <a16:creationId xmlns:a16="http://schemas.microsoft.com/office/drawing/2014/main" id="{779F6F6C-B0C0-FD55-BA23-AAC3C485E665}"/>
              </a:ext>
            </a:extLst>
          </p:cNvPr>
          <p:cNvSpPr>
            <a:spLocks noGrp="1"/>
          </p:cNvSpPr>
          <p:nvPr>
            <p:ph type="pic" sz="quarter" idx="27"/>
          </p:nvPr>
        </p:nvSpPr>
        <p:spPr>
          <a:xfrm>
            <a:off x="587375" y="1802406"/>
            <a:ext cx="11017250" cy="3839898"/>
          </a:xfrm>
          <a:prstGeom prst="round2SameRect">
            <a:avLst>
              <a:gd name="adj1" fmla="val 11543"/>
              <a:gd name="adj2" fmla="val 0"/>
            </a:avLst>
          </a:prstGeom>
        </p:spPr>
        <p:txBody>
          <a:bodyPr/>
          <a:lstStyle/>
          <a:p>
            <a:endParaRPr lang="ru-RU"/>
          </a:p>
        </p:txBody>
      </p:sp>
      <p:pic>
        <p:nvPicPr>
          <p:cNvPr id="2" name="Graphic" descr="Портфель со сплошной заливкой">
            <a:extLst>
              <a:ext uri="{FF2B5EF4-FFF2-40B4-BE49-F238E27FC236}">
                <a16:creationId xmlns:a16="http://schemas.microsoft.com/office/drawing/2014/main" id="{989A2208-4E6D-1AD6-32D2-AB05C3649BD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54328" y="480357"/>
            <a:ext cx="360000" cy="360000"/>
          </a:xfrm>
          <a:prstGeom prst="rect">
            <a:avLst/>
          </a:prstGeom>
        </p:spPr>
      </p:pic>
      <p:sp>
        <p:nvSpPr>
          <p:cNvPr id="4" name="Footer Placeholder">
            <a:extLst>
              <a:ext uri="{FF2B5EF4-FFF2-40B4-BE49-F238E27FC236}">
                <a16:creationId xmlns:a16="http://schemas.microsoft.com/office/drawing/2014/main" id="{1D2D3368-569E-CC8A-A8A7-FA642F931BBB}"/>
              </a:ext>
            </a:extLst>
          </p:cNvPr>
          <p:cNvSpPr>
            <a:spLocks noGrp="1"/>
          </p:cNvSpPr>
          <p:nvPr>
            <p:ph type="body" sz="quarter" idx="22" hasCustomPrompt="1"/>
            <p:custDataLst>
              <p:tags r:id="rId3"/>
            </p:custDataLst>
          </p:nvPr>
        </p:nvSpPr>
        <p:spPr>
          <a:xfrm>
            <a:off x="1087588" y="572328"/>
            <a:ext cx="4900462"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pic>
        <p:nvPicPr>
          <p:cNvPr id="8" name="Free Badge"/>
          <p:cNvPicPr>
            <a:picLocks noChangeAspect="1"/>
          </p:cNvPicPr>
          <p:nvPr userDrawn="1"/>
        </p:nvPicPr>
        <p:blipFill>
          <a:blip r:embed="rId6"/>
          <a:stretch>
            <a:fillRect/>
          </a:stretch>
        </p:blipFill>
        <p:spPr>
          <a:xfrm>
            <a:off x="10526400" y="6429600"/>
            <a:ext cx="1134000" cy="273600"/>
          </a:xfrm>
          <a:prstGeom prst="rect">
            <a:avLst/>
          </a:prstGeom>
        </p:spPr>
      </p:pic>
    </p:spTree>
    <p:extLst>
      <p:ext uri="{BB962C8B-B14F-4D97-AF65-F5344CB8AC3E}">
        <p14:creationId xmlns:p14="http://schemas.microsoft.com/office/powerpoint/2010/main" val="15880196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B49AF0BE-EA0C-C2AF-FCBA-EAA6664E50DD}"/>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pic>
        <p:nvPicPr>
          <p:cNvPr id="6" name="Graphic" descr="Портфель со сплошной заливкой">
            <a:extLst>
              <a:ext uri="{FF2B5EF4-FFF2-40B4-BE49-F238E27FC236}">
                <a16:creationId xmlns:a16="http://schemas.microsoft.com/office/drawing/2014/main" id="{1D2A880B-8363-6BB1-EDBC-9D9AC3A0FD4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4328" y="480357"/>
            <a:ext cx="360000" cy="360000"/>
          </a:xfrm>
          <a:prstGeom prst="rect">
            <a:avLst/>
          </a:prstGeom>
        </p:spPr>
      </p:pic>
      <p:sp>
        <p:nvSpPr>
          <p:cNvPr id="4" name="Subtitle Placeholder">
            <a:extLst>
              <a:ext uri="{FF2B5EF4-FFF2-40B4-BE49-F238E27FC236}">
                <a16:creationId xmlns:a16="http://schemas.microsoft.com/office/drawing/2014/main" id="{4B9E17C6-8EFF-03D0-72BA-CAC2B146B711}"/>
              </a:ext>
            </a:extLst>
          </p:cNvPr>
          <p:cNvSpPr>
            <a:spLocks noGrp="1"/>
          </p:cNvSpPr>
          <p:nvPr>
            <p:ph type="body" idx="26" hasCustomPrompt="1"/>
            <p:custDataLst>
              <p:tags r:id="rId1"/>
            </p:custDataLst>
          </p:nvPr>
        </p:nvSpPr>
        <p:spPr>
          <a:xfrm>
            <a:off x="561811" y="1065937"/>
            <a:ext cx="11007418" cy="525886"/>
          </a:xfrm>
        </p:spPr>
        <p:txBody>
          <a:bodyPr wrap="square" lIns="36000" tIns="0" rIns="0" bIns="216000" anchor="t" anchorCtr="0">
            <a:spAutoFit/>
          </a:bodyPr>
          <a:lstStyle>
            <a:lvl1pPr marL="0" indent="0" algn="l">
              <a:spcBef>
                <a:spcPts val="600"/>
              </a:spcBef>
              <a:buNone/>
              <a:defRPr sz="2000" spc="0" baseline="0">
                <a:solidFill>
                  <a:schemeClr val="tx1"/>
                </a:solidFill>
                <a:latin typeface="Bahnschrift"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 name="Name Date Placeholder">
            <a:extLst>
              <a:ext uri="{FF2B5EF4-FFF2-40B4-BE49-F238E27FC236}">
                <a16:creationId xmlns:a16="http://schemas.microsoft.com/office/drawing/2014/main" id="{C28C2C46-CCA7-9BC1-5A92-7E912F07EDAD}"/>
              </a:ext>
            </a:extLst>
          </p:cNvPr>
          <p:cNvSpPr>
            <a:spLocks noGrp="1"/>
          </p:cNvSpPr>
          <p:nvPr>
            <p:ph type="body" sz="quarter" idx="22"/>
          </p:nvPr>
        </p:nvSpPr>
        <p:spPr>
          <a:xfrm>
            <a:off x="1087588" y="572328"/>
            <a:ext cx="7708750"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styles</a:t>
            </a:r>
            <a:endParaRPr lang="ru-RU" dirty="0"/>
          </a:p>
        </p:txBody>
      </p:sp>
      <p:sp>
        <p:nvSpPr>
          <p:cNvPr id="5" name="Picture 19">
            <a:extLst>
              <a:ext uri="{FF2B5EF4-FFF2-40B4-BE49-F238E27FC236}">
                <a16:creationId xmlns:a16="http://schemas.microsoft.com/office/drawing/2014/main" id="{3133F166-DAE8-2B28-90E9-242BCBB4093C}"/>
              </a:ext>
            </a:extLst>
          </p:cNvPr>
          <p:cNvSpPr>
            <a:spLocks noGrp="1"/>
          </p:cNvSpPr>
          <p:nvPr>
            <p:ph type="pic" sz="quarter" idx="12"/>
          </p:nvPr>
        </p:nvSpPr>
        <p:spPr>
          <a:xfrm>
            <a:off x="587375" y="3077439"/>
            <a:ext cx="11017250" cy="3780560"/>
          </a:xfrm>
          <a:prstGeom prst="round2SameRect">
            <a:avLst>
              <a:gd name="adj1" fmla="val 13573"/>
              <a:gd name="adj2" fmla="val 0"/>
            </a:avLst>
          </a:prstGeom>
        </p:spPr>
        <p:txBody>
          <a:bodyPr/>
          <a:lstStyle/>
          <a:p>
            <a:endParaRPr lang="ru-RU"/>
          </a:p>
        </p:txBody>
      </p:sp>
      <p:sp>
        <p:nvSpPr>
          <p:cNvPr id="8" name="Title Placeholder">
            <a:extLst>
              <a:ext uri="{FF2B5EF4-FFF2-40B4-BE49-F238E27FC236}">
                <a16:creationId xmlns:a16="http://schemas.microsoft.com/office/drawing/2014/main" id="{381312CE-2C3B-2F5A-EA24-F624616A4902}"/>
              </a:ext>
            </a:extLst>
          </p:cNvPr>
          <p:cNvSpPr>
            <a:spLocks noGrp="1"/>
          </p:cNvSpPr>
          <p:nvPr>
            <p:ph type="title" hasCustomPrompt="1"/>
            <p:custDataLst>
              <p:tags r:id="rId2"/>
            </p:custDataLst>
          </p:nvPr>
        </p:nvSpPr>
        <p:spPr>
          <a:xfrm>
            <a:off x="561811" y="1605712"/>
            <a:ext cx="11007418" cy="1255728"/>
          </a:xfrm>
          <a:prstGeom prst="rect">
            <a:avLst/>
          </a:prstGeom>
        </p:spPr>
        <p:txBody>
          <a:bodyPr vert="horz" wrap="square" lIns="0" tIns="0" rIns="0" bIns="0" rtlCol="0" anchor="ctr" anchorCtr="0">
            <a:noAutofit/>
          </a:bodyPr>
          <a:lstStyle>
            <a:lvl1pPr algn="l">
              <a:lnSpc>
                <a:spcPct val="85000"/>
              </a:lnSpc>
              <a:defRPr sz="4800" b="1" spc="0">
                <a:solidFill>
                  <a:schemeClr val="tx1"/>
                </a:solidFill>
                <a:latin typeface="Bahnschrift" panose="020B0502040204020203" pitchFamily="34" charset="0"/>
              </a:defRPr>
            </a:lvl1pPr>
          </a:lstStyle>
          <a:p>
            <a:pPr lvl="0"/>
            <a:r>
              <a:rPr lang="en-US" dirty="0"/>
              <a:t>CLICK TO EDIT MASTER TEXT</a:t>
            </a:r>
            <a:r>
              <a:rPr lang="ru-RU" dirty="0"/>
              <a:t> </a:t>
            </a:r>
            <a:r>
              <a:rPr lang="en-US" dirty="0"/>
              <a:t>STYLES</a:t>
            </a:r>
            <a:endParaRPr lang="ru-RU" dirty="0"/>
          </a:p>
        </p:txBody>
      </p:sp>
    </p:spTree>
    <p:extLst>
      <p:ext uri="{BB962C8B-B14F-4D97-AF65-F5344CB8AC3E}">
        <p14:creationId xmlns:p14="http://schemas.microsoft.com/office/powerpoint/2010/main" val="4209657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ags" Target="../tags/tag2.xml"/><Relationship Id="rId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1E45834-53BD-4C8F-B791-CD5378F4150E}" type="datetimeFigureOut">
              <a:rPr lang="en-US" smtClean="0"/>
              <a:t>4/22/2026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19D7796-F675-488F-AC46-C88938C80352}" type="slidenum">
              <a:rPr lang="en-US" smtClean="0"/>
              <a:t>‹N›</a:t>
            </a:fld>
            <a:endParaRPr lang="en-US"/>
          </a:p>
        </p:txBody>
      </p:sp>
    </p:spTree>
    <p:extLst>
      <p:ext uri="{BB962C8B-B14F-4D97-AF65-F5344CB8AC3E}">
        <p14:creationId xmlns:p14="http://schemas.microsoft.com/office/powerpoint/2010/main" val="21958989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spd="slow">
    <p:wipe/>
  </p:transition>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BC626-9493-4173-4785-B4E4251F3E76}"/>
              </a:ext>
            </a:extLst>
          </p:cNvPr>
          <p:cNvSpPr>
            <a:spLocks noGrp="1"/>
          </p:cNvSpPr>
          <p:nvPr>
            <p:ph type="title"/>
            <p:custDataLst>
              <p:tags r:id="rId4"/>
            </p:custDataLst>
          </p:nvPr>
        </p:nvSpPr>
        <p:spPr>
          <a:xfrm>
            <a:off x="597207" y="566333"/>
            <a:ext cx="11007418" cy="757130"/>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Text Placeholder 2">
            <a:extLst>
              <a:ext uri="{FF2B5EF4-FFF2-40B4-BE49-F238E27FC236}">
                <a16:creationId xmlns:a16="http://schemas.microsoft.com/office/drawing/2014/main" id="{32DC0C7E-C392-88D5-6F37-5427AF82E737}"/>
              </a:ext>
            </a:extLst>
          </p:cNvPr>
          <p:cNvSpPr>
            <a:spLocks noGrp="1"/>
          </p:cNvSpPr>
          <p:nvPr>
            <p:ph type="body" idx="1"/>
            <p:custDataLst>
              <p:tags r:id="rId5"/>
            </p:custDataLst>
          </p:nvPr>
        </p:nvSpPr>
        <p:spPr>
          <a:xfrm>
            <a:off x="597207" y="1825625"/>
            <a:ext cx="11007418"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Slide Number Placeholder">
            <a:extLst>
              <a:ext uri="{FF2B5EF4-FFF2-40B4-BE49-F238E27FC236}">
                <a16:creationId xmlns:a16="http://schemas.microsoft.com/office/drawing/2014/main" id="{E09F05A8-3E39-B0B1-3CD9-3F55B5F2E712}"/>
              </a:ext>
            </a:extLst>
          </p:cNvPr>
          <p:cNvSpPr txBox="1">
            <a:spLocks/>
          </p:cNvSpPr>
          <p:nvPr userDrawn="1"/>
        </p:nvSpPr>
        <p:spPr>
          <a:xfrm>
            <a:off x="11000187" y="572328"/>
            <a:ext cx="594606" cy="200055"/>
          </a:xfrm>
          <a:prstGeom prst="rect">
            <a:avLst/>
          </a:prstGeom>
        </p:spPr>
        <p:txBody>
          <a:bodyPr wrap="square" lIns="0" tIns="0" rIns="0" bIns="0">
            <a:noAutofit/>
          </a:bodyPr>
          <a:lstStyle>
            <a:lvl1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kern="1200">
                <a:solidFill>
                  <a:schemeClr val="accent2"/>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CF6F24BE-8BEB-403A-BDCC-38E201D0662D}" type="slidenum">
              <a:rPr lang="en-ID" smtClean="0">
                <a:solidFill>
                  <a:schemeClr val="tx1">
                    <a:alpha val="35000"/>
                  </a:schemeClr>
                </a:solidFill>
              </a:rPr>
              <a:pPr/>
              <a:t>‹N›</a:t>
            </a:fld>
            <a:endParaRPr lang="en-ID" dirty="0">
              <a:solidFill>
                <a:schemeClr val="tx1">
                  <a:alpha val="35000"/>
                </a:schemeClr>
              </a:solidFill>
            </a:endParaRPr>
          </a:p>
        </p:txBody>
      </p:sp>
    </p:spTree>
    <p:extLst>
      <p:ext uri="{BB962C8B-B14F-4D97-AF65-F5344CB8AC3E}">
        <p14:creationId xmlns:p14="http://schemas.microsoft.com/office/powerpoint/2010/main" val="2145507585"/>
      </p:ext>
    </p:extLst>
  </p:cSld>
  <p:clrMap bg1="lt1" tx1="dk1" bg2="lt2" tx2="dk2" accent1="accent1" accent2="accent2" accent3="accent3" accent4="accent4" accent5="accent5" accent6="accent6" hlink="hlink" folHlink="folHlink"/>
  <p:sldLayoutIdLst>
    <p:sldLayoutId id="2147483946" r:id="rId1"/>
    <p:sldLayoutId id="2147483871" r:id="rId2"/>
  </p:sldLayoutIdLst>
  <p:hf hdr="0" ftr="0" dt="0"/>
  <p:txStyles>
    <p:titleStyle>
      <a:lvl1pPr algn="l" defTabSz="914400" rtl="0" eaLnBrk="1" latinLnBrk="0" hangingPunct="1">
        <a:lnSpc>
          <a:spcPct val="90000"/>
        </a:lnSpc>
        <a:spcBef>
          <a:spcPct val="0"/>
        </a:spcBef>
        <a:buNone/>
        <a:defRPr sz="4800" kern="1200" spc="-8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70" userDrawn="1">
          <p15:clr>
            <a:srgbClr val="F26B43"/>
          </p15:clr>
        </p15:guide>
        <p15:guide id="4" pos="7310" userDrawn="1">
          <p15:clr>
            <a:srgbClr val="F26B43"/>
          </p15:clr>
        </p15:guide>
        <p15:guide id="5" orient="horz" pos="368" userDrawn="1">
          <p15:clr>
            <a:srgbClr val="F26B43"/>
          </p15:clr>
        </p15:guide>
        <p15:guide id="6" orient="horz" pos="3952" userDrawn="1">
          <p15:clr>
            <a:srgbClr val="F26B43"/>
          </p15:clr>
        </p15:guide>
        <p15:guide id="12" pos="2003" userDrawn="1">
          <p15:clr>
            <a:srgbClr val="A4A3A4"/>
          </p15:clr>
        </p15:guide>
        <p15:guide id="13" pos="2139" userDrawn="1">
          <p15:clr>
            <a:srgbClr val="A4A3A4"/>
          </p15:clr>
        </p15:guide>
        <p15:guide id="14" pos="5541" userDrawn="1">
          <p15:clr>
            <a:srgbClr val="A4A3A4"/>
          </p15:clr>
        </p15:guide>
        <p15:guide id="15" pos="5677" userDrawn="1">
          <p15:clr>
            <a:srgbClr val="A4A3A4"/>
          </p15:clr>
        </p15:guide>
        <p15:guide id="16" pos="3772" userDrawn="1">
          <p15:clr>
            <a:srgbClr val="A4A3A4"/>
          </p15:clr>
        </p15:guide>
        <p15:guide id="17" pos="3908" userDrawn="1">
          <p15:clr>
            <a:srgbClr val="A4A3A4"/>
          </p15:clr>
        </p15:guide>
        <p15:guide id="18" pos="2593" userDrawn="1">
          <p15:clr>
            <a:srgbClr val="9FCC3B"/>
          </p15:clr>
        </p15:guide>
        <p15:guide id="19" pos="2729" userDrawn="1">
          <p15:clr>
            <a:srgbClr val="9FCC3B"/>
          </p15:clr>
        </p15:guide>
        <p15:guide id="20" pos="4951" userDrawn="1">
          <p15:clr>
            <a:srgbClr val="9FCC3B"/>
          </p15:clr>
        </p15:guide>
        <p15:guide id="21" pos="5087" userDrawn="1">
          <p15:clr>
            <a:srgbClr val="9FCC3B"/>
          </p15:clr>
        </p15:guide>
        <p15:guide id="22" orient="horz" pos="82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228C0E-4B44-AE91-0AC0-2C2B2924078C}"/>
              </a:ext>
            </a:extLst>
          </p:cNvPr>
          <p:cNvPicPr>
            <a:picLocks noChangeAspect="1"/>
          </p:cNvPicPr>
          <p:nvPr/>
        </p:nvPicPr>
        <p:blipFill>
          <a:blip r:embed="rId2">
            <a:alphaModFix amt="60000"/>
          </a:blip>
          <a:srcRect/>
          <a:stretch>
            <a:fillRect/>
          </a:stretch>
        </p:blipFill>
        <p:spPr>
          <a:xfrm>
            <a:off x="20" y="10"/>
            <a:ext cx="12191980" cy="6857990"/>
          </a:xfrm>
          <a:prstGeom prst="rect">
            <a:avLst/>
          </a:prstGeom>
        </p:spPr>
      </p:pic>
      <p:sp>
        <p:nvSpPr>
          <p:cNvPr id="2" name="Titolo 1">
            <a:extLst>
              <a:ext uri="{FF2B5EF4-FFF2-40B4-BE49-F238E27FC236}">
                <a16:creationId xmlns:a16="http://schemas.microsoft.com/office/drawing/2014/main" id="{36589F58-A08D-CE97-7557-37E4EE640150}"/>
              </a:ext>
            </a:extLst>
          </p:cNvPr>
          <p:cNvSpPr>
            <a:spLocks noGrp="1"/>
          </p:cNvSpPr>
          <p:nvPr>
            <p:ph type="ctrTitle"/>
          </p:nvPr>
        </p:nvSpPr>
        <p:spPr>
          <a:xfrm>
            <a:off x="281354" y="641546"/>
            <a:ext cx="11723833" cy="4564027"/>
          </a:xfrm>
        </p:spPr>
        <p:txBody>
          <a:bodyPr anchor="t">
            <a:normAutofit/>
          </a:bodyPr>
          <a:lstStyle/>
          <a:p>
            <a:r>
              <a:rPr lang="it-IT" sz="8000" dirty="0">
                <a:solidFill>
                  <a:srgbClr val="FFFFFF"/>
                </a:solidFill>
              </a:rPr>
              <a:t>LLM PER SO</a:t>
            </a:r>
            <a:br>
              <a:rPr lang="it-IT" sz="8000" dirty="0">
                <a:solidFill>
                  <a:srgbClr val="FFFFFF"/>
                </a:solidFill>
              </a:rPr>
            </a:br>
            <a:r>
              <a:rPr lang="it-IT" sz="8000" dirty="0">
                <a:solidFill>
                  <a:srgbClr val="FFFFFF"/>
                </a:solidFill>
              </a:rPr>
              <a:t>ESPERIMENTO 1.0</a:t>
            </a:r>
            <a:br>
              <a:rPr lang="it-IT" sz="8000" dirty="0">
                <a:solidFill>
                  <a:srgbClr val="FFFFFF"/>
                </a:solidFill>
              </a:rPr>
            </a:br>
            <a:r>
              <a:rPr lang="it-IT" sz="8000" dirty="0">
                <a:solidFill>
                  <a:srgbClr val="FFFFFF"/>
                </a:solidFill>
              </a:rPr>
              <a:t>(Risultati finali ES.5)</a:t>
            </a:r>
          </a:p>
        </p:txBody>
      </p:sp>
      <p:sp>
        <p:nvSpPr>
          <p:cNvPr id="3" name="Sottotitolo 2">
            <a:extLst>
              <a:ext uri="{FF2B5EF4-FFF2-40B4-BE49-F238E27FC236}">
                <a16:creationId xmlns:a16="http://schemas.microsoft.com/office/drawing/2014/main" id="{CE09D758-365D-156A-5234-C3086A49026E}"/>
              </a:ext>
            </a:extLst>
          </p:cNvPr>
          <p:cNvSpPr>
            <a:spLocks noGrp="1"/>
          </p:cNvSpPr>
          <p:nvPr>
            <p:ph type="subTitle" idx="1"/>
          </p:nvPr>
        </p:nvSpPr>
        <p:spPr>
          <a:xfrm>
            <a:off x="471949" y="4953406"/>
            <a:ext cx="9257512" cy="1263047"/>
          </a:xfrm>
        </p:spPr>
        <p:txBody>
          <a:bodyPr anchor="b">
            <a:normAutofit/>
          </a:bodyPr>
          <a:lstStyle/>
          <a:p>
            <a:r>
              <a:rPr lang="it-IT" dirty="0">
                <a:solidFill>
                  <a:srgbClr val="FFFFFF"/>
                </a:solidFill>
              </a:rPr>
              <a:t>Tesi di laurea magistrale in Software Security </a:t>
            </a:r>
          </a:p>
          <a:p>
            <a:r>
              <a:rPr lang="it-IT" dirty="0">
                <a:solidFill>
                  <a:srgbClr val="FFFFFF"/>
                </a:solidFill>
              </a:rPr>
              <a:t>Andrea Esposito, M63001650</a:t>
            </a:r>
          </a:p>
        </p:txBody>
      </p:sp>
      <p:sp>
        <p:nvSpPr>
          <p:cNvPr id="5" name="CasellaDiTesto 4">
            <a:extLst>
              <a:ext uri="{FF2B5EF4-FFF2-40B4-BE49-F238E27FC236}">
                <a16:creationId xmlns:a16="http://schemas.microsoft.com/office/drawing/2014/main" id="{5F7A069C-CC32-2115-EB4B-3687677A3594}"/>
              </a:ext>
            </a:extLst>
          </p:cNvPr>
          <p:cNvSpPr txBox="1"/>
          <p:nvPr/>
        </p:nvSpPr>
        <p:spPr>
          <a:xfrm>
            <a:off x="8904093" y="5847121"/>
            <a:ext cx="310109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(22/04/2026)</a:t>
            </a:r>
          </a:p>
        </p:txBody>
      </p:sp>
    </p:spTree>
    <p:extLst>
      <p:ext uri="{BB962C8B-B14F-4D97-AF65-F5344CB8AC3E}">
        <p14:creationId xmlns:p14="http://schemas.microsoft.com/office/powerpoint/2010/main" val="126348803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425D6AF-97F3-F45D-0932-B74C49DB520D}"/>
              </a:ext>
            </a:extLst>
          </p:cNvPr>
          <p:cNvSpPr>
            <a:spLocks noGrp="1"/>
          </p:cNvSpPr>
          <p:nvPr>
            <p:ph type="title"/>
          </p:nvPr>
        </p:nvSpPr>
        <p:spPr/>
        <p:txBody>
          <a:bodyPr/>
          <a:lstStyle/>
          <a:p>
            <a:r>
              <a:rPr lang="it-IT" dirty="0"/>
              <a:t>Modifiche effettuate</a:t>
            </a:r>
          </a:p>
        </p:txBody>
      </p:sp>
      <p:sp>
        <p:nvSpPr>
          <p:cNvPr id="3" name="Segnaposto contenuto 2">
            <a:extLst>
              <a:ext uri="{FF2B5EF4-FFF2-40B4-BE49-F238E27FC236}">
                <a16:creationId xmlns:a16="http://schemas.microsoft.com/office/drawing/2014/main" id="{5FCA241B-D2E5-3495-5374-A9041F696789}"/>
              </a:ext>
            </a:extLst>
          </p:cNvPr>
          <p:cNvSpPr>
            <a:spLocks noGrp="1"/>
          </p:cNvSpPr>
          <p:nvPr>
            <p:ph idx="1"/>
          </p:nvPr>
        </p:nvSpPr>
        <p:spPr>
          <a:xfrm>
            <a:off x="875201" y="1551473"/>
            <a:ext cx="8946541" cy="4195481"/>
          </a:xfrm>
        </p:spPr>
        <p:txBody>
          <a:bodyPr/>
          <a:lstStyle/>
          <a:p>
            <a:r>
              <a:rPr lang="it-IT" dirty="0"/>
              <a:t>Analisi statica eseguita esclusivamente sugli esercizi che superano i test dinamici. In caso di </a:t>
            </a:r>
            <a:r>
              <a:rPr lang="it-IT" dirty="0" err="1"/>
              <a:t>dynamic</a:t>
            </a:r>
            <a:r>
              <a:rPr lang="it-IT" dirty="0"/>
              <a:t> </a:t>
            </a:r>
            <a:r>
              <a:rPr lang="it-IT" dirty="0" err="1"/>
              <a:t>failure</a:t>
            </a:r>
            <a:r>
              <a:rPr lang="it-IT" dirty="0"/>
              <a:t>, </a:t>
            </a:r>
            <a:r>
              <a:rPr lang="it-IT" dirty="0" err="1"/>
              <a:t>timeout</a:t>
            </a:r>
            <a:r>
              <a:rPr lang="it-IT" dirty="0"/>
              <a:t>, crash o </a:t>
            </a:r>
            <a:r>
              <a:rPr lang="it-IT" dirty="0" err="1"/>
              <a:t>ipc_leak</a:t>
            </a:r>
            <a:r>
              <a:rPr lang="it-IT" dirty="0"/>
              <a:t>, le regole di analisi statica non vengono eseguite.</a:t>
            </a:r>
          </a:p>
          <a:p>
            <a:r>
              <a:rPr lang="it-IT" dirty="0"/>
              <a:t>Print </a:t>
            </a:r>
            <a:r>
              <a:rPr lang="it-IT" dirty="0" err="1"/>
              <a:t>perl</a:t>
            </a:r>
            <a:r>
              <a:rPr lang="it-IT" dirty="0"/>
              <a:t> aggiornate come suggerito per i casi descritti.</a:t>
            </a:r>
          </a:p>
          <a:p>
            <a:r>
              <a:rPr lang="it-IT" dirty="0"/>
              <a:t>Calcolo statistiche per esercitazione ed esercizi.</a:t>
            </a:r>
          </a:p>
          <a:p>
            <a:r>
              <a:rPr lang="it-IT" dirty="0"/>
              <a:t>Miglioramento grafici con label più chiare.</a:t>
            </a:r>
          </a:p>
          <a:p>
            <a:endParaRPr lang="it-IT" dirty="0"/>
          </a:p>
        </p:txBody>
      </p:sp>
    </p:spTree>
    <p:extLst>
      <p:ext uri="{BB962C8B-B14F-4D97-AF65-F5344CB8AC3E}">
        <p14:creationId xmlns:p14="http://schemas.microsoft.com/office/powerpoint/2010/main" val="974836456"/>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8D121-F1C6-C6D9-1684-FA1ED6E0ECC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17C8136-7850-538E-9883-B67BE912C6DD}"/>
              </a:ext>
            </a:extLst>
          </p:cNvPr>
          <p:cNvSpPr>
            <a:spLocks noGrp="1"/>
          </p:cNvSpPr>
          <p:nvPr>
            <p:ph type="title"/>
          </p:nvPr>
        </p:nvSpPr>
        <p:spPr>
          <a:xfrm>
            <a:off x="117986" y="0"/>
            <a:ext cx="11572567" cy="1016072"/>
          </a:xfrm>
        </p:spPr>
        <p:txBody>
          <a:bodyPr/>
          <a:lstStyle/>
          <a:p>
            <a:r>
              <a:rPr lang="it-IT" sz="2400" dirty="0"/>
              <a:t>Esempio di risultato (</a:t>
            </a:r>
            <a:r>
              <a:rPr lang="it-IT" sz="2400" dirty="0" err="1"/>
              <a:t>dynamic_failure</a:t>
            </a:r>
            <a:r>
              <a:rPr lang="it-IT" sz="2400" dirty="0"/>
              <a:t>):</a:t>
            </a:r>
          </a:p>
        </p:txBody>
      </p:sp>
      <p:graphicFrame>
        <p:nvGraphicFramePr>
          <p:cNvPr id="4" name="Segnaposto contenuto 3">
            <a:extLst>
              <a:ext uri="{FF2B5EF4-FFF2-40B4-BE49-F238E27FC236}">
                <a16:creationId xmlns:a16="http://schemas.microsoft.com/office/drawing/2014/main" id="{BAD857C0-E0F1-F1CC-B2D0-DEBF4FD6D95E}"/>
              </a:ext>
            </a:extLst>
          </p:cNvPr>
          <p:cNvGraphicFramePr>
            <a:graphicFrameLocks noGrp="1"/>
          </p:cNvGraphicFramePr>
          <p:nvPr>
            <p:ph idx="1"/>
            <p:extLst>
              <p:ext uri="{D42A27DB-BD31-4B8C-83A1-F6EECF244321}">
                <p14:modId xmlns:p14="http://schemas.microsoft.com/office/powerpoint/2010/main" val="2112513698"/>
              </p:ext>
            </p:extLst>
          </p:nvPr>
        </p:nvGraphicFramePr>
        <p:xfrm>
          <a:off x="117986" y="476373"/>
          <a:ext cx="11916698" cy="6263640"/>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226142">
                  <a:extLst>
                    <a:ext uri="{9D8B030D-6E8A-4147-A177-3AD203B41FA5}">
                      <a16:colId xmlns:a16="http://schemas.microsoft.com/office/drawing/2014/main" val="3324487126"/>
                    </a:ext>
                  </a:extLst>
                </a:gridCol>
                <a:gridCol w="208280">
                  <a:extLst>
                    <a:ext uri="{9D8B030D-6E8A-4147-A177-3AD203B41FA5}">
                      <a16:colId xmlns:a16="http://schemas.microsoft.com/office/drawing/2014/main" val="2402471246"/>
                    </a:ext>
                  </a:extLst>
                </a:gridCol>
                <a:gridCol w="814275">
                  <a:extLst>
                    <a:ext uri="{9D8B030D-6E8A-4147-A177-3AD203B41FA5}">
                      <a16:colId xmlns:a16="http://schemas.microsoft.com/office/drawing/2014/main" val="3564228665"/>
                    </a:ext>
                  </a:extLst>
                </a:gridCol>
                <a:gridCol w="462116">
                  <a:extLst>
                    <a:ext uri="{9D8B030D-6E8A-4147-A177-3AD203B41FA5}">
                      <a16:colId xmlns:a16="http://schemas.microsoft.com/office/drawing/2014/main" val="1079194908"/>
                    </a:ext>
                  </a:extLst>
                </a:gridCol>
                <a:gridCol w="452284">
                  <a:extLst>
                    <a:ext uri="{9D8B030D-6E8A-4147-A177-3AD203B41FA5}">
                      <a16:colId xmlns:a16="http://schemas.microsoft.com/office/drawing/2014/main" val="457757330"/>
                    </a:ext>
                  </a:extLst>
                </a:gridCol>
                <a:gridCol w="511277">
                  <a:extLst>
                    <a:ext uri="{9D8B030D-6E8A-4147-A177-3AD203B41FA5}">
                      <a16:colId xmlns:a16="http://schemas.microsoft.com/office/drawing/2014/main" val="75598170"/>
                    </a:ext>
                  </a:extLst>
                </a:gridCol>
                <a:gridCol w="1484671">
                  <a:extLst>
                    <a:ext uri="{9D8B030D-6E8A-4147-A177-3AD203B41FA5}">
                      <a16:colId xmlns:a16="http://schemas.microsoft.com/office/drawing/2014/main" val="963411808"/>
                    </a:ext>
                  </a:extLst>
                </a:gridCol>
                <a:gridCol w="688258">
                  <a:extLst>
                    <a:ext uri="{9D8B030D-6E8A-4147-A177-3AD203B41FA5}">
                      <a16:colId xmlns:a16="http://schemas.microsoft.com/office/drawing/2014/main" val="27591704"/>
                    </a:ext>
                  </a:extLst>
                </a:gridCol>
                <a:gridCol w="1415846">
                  <a:extLst>
                    <a:ext uri="{9D8B030D-6E8A-4147-A177-3AD203B41FA5}">
                      <a16:colId xmlns:a16="http://schemas.microsoft.com/office/drawing/2014/main" val="228824343"/>
                    </a:ext>
                  </a:extLst>
                </a:gridCol>
                <a:gridCol w="1474838">
                  <a:extLst>
                    <a:ext uri="{9D8B030D-6E8A-4147-A177-3AD203B41FA5}">
                      <a16:colId xmlns:a16="http://schemas.microsoft.com/office/drawing/2014/main" val="2134066566"/>
                    </a:ext>
                  </a:extLst>
                </a:gridCol>
                <a:gridCol w="1622323">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a:t>prezi0sa03</a:t>
                      </a:r>
                    </a:p>
                  </a:txBody>
                  <a:tcPr/>
                </a:tc>
                <a:tc>
                  <a:txBody>
                    <a:bodyPr/>
                    <a:lstStyle/>
                    <a:p>
                      <a:pPr algn="l"/>
                      <a:r>
                        <a:rPr lang="it-IT" sz="1050" dirty="0" err="1"/>
                        <a:t>un_primo_esempio_di_server_multithread</a:t>
                      </a:r>
                      <a:endParaRPr lang="it-IT" sz="1050" dirty="0"/>
                    </a:p>
                  </a:txBody>
                  <a:tcPr/>
                </a:tc>
                <a:tc>
                  <a:txBody>
                    <a:bodyPr/>
                    <a:lstStyle/>
                    <a:p>
                      <a:pPr algn="l"/>
                      <a:r>
                        <a:rPr lang="it-IT" sz="1050" dirty="0"/>
                        <a:t>ad75d4997439208955f5fd1ab745aa3ab72ebeb5</a:t>
                      </a:r>
                    </a:p>
                  </a:txBody>
                  <a:tcPr/>
                </a:tc>
                <a:tc>
                  <a:txBody>
                    <a:bodyPr/>
                    <a:lstStyle/>
                    <a:p>
                      <a:pPr algn="l"/>
                      <a:r>
                        <a:rPr lang="it-IT" sz="1050" dirty="0" err="1"/>
                        <a:t>dynamic_failure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primo esempio di server </a:t>
                      </a:r>
                      <a:r>
                        <a:rPr lang="it-IT" sz="1050" dirty="0" err="1"/>
                        <a:t>multithreadL'esercizio</a:t>
                      </a:r>
                      <a:r>
                        <a:rPr lang="it-IT" sz="1050" dirty="0"/>
                        <a:t> non è ancora stato svolto </a:t>
                      </a:r>
                      <a:r>
                        <a:rPr lang="it-IT" sz="1050" dirty="0" err="1"/>
                        <a:t>correttamente.L'esecuzione</a:t>
                      </a:r>
                      <a:r>
                        <a:rPr lang="it-IT" sz="1050" dirty="0"/>
                        <a:t> non è corretta: Il valore del messaggio di risposta non corrisponde agli operandi del messaggio di richiesta.</a:t>
                      </a:r>
                    </a:p>
                  </a:txBody>
                  <a:tcPr/>
                </a:tc>
                <a:tc>
                  <a:txBody>
                    <a:bodyPr/>
                    <a:lstStyle/>
                    <a:p>
                      <a:pPr algn="l"/>
                      <a:r>
                        <a:rPr lang="it-IT" sz="1050" dirty="0"/>
                        <a:t>Richiesta 0 Inviata (78, 83) [PID=2395505]\n\</a:t>
                      </a:r>
                      <a:r>
                        <a:rPr lang="it-IT" sz="1050" dirty="0" err="1"/>
                        <a:t>nRisposta</a:t>
                      </a:r>
                      <a:r>
                        <a:rPr lang="it-IT" sz="1050" dirty="0"/>
                        <a:t> 0 Ricevuta (78) [PID=2395505] CONTINUA)…</a:t>
                      </a:r>
                    </a:p>
                  </a:txBody>
                  <a:tcPr/>
                </a:tc>
                <a:tc>
                  <a:txBody>
                    <a:bodyPr/>
                    <a:lstStyle/>
                    <a:p>
                      <a:pPr algn="l"/>
                      <a:r>
                        <a:rPr lang="it-IT" sz="1050" dirty="0"/>
                        <a:t> </a:t>
                      </a:r>
                    </a:p>
                  </a:txBody>
                  <a:tcPr/>
                </a:tc>
                <a:tc>
                  <a:txBody>
                    <a:bodyPr/>
                    <a:lstStyle/>
                    <a:p>
                      <a:pPr algn="l"/>
                      <a:r>
                        <a:rPr lang="it-IT" sz="1050" b="1" dirty="0"/>
                        <a:t>NO</a:t>
                      </a:r>
                    </a:p>
                  </a:txBody>
                  <a:tcPr/>
                </a:tc>
                <a:tc>
                  <a:txBody>
                    <a:bodyPr/>
                    <a:lstStyle/>
                    <a:p>
                      <a:pPr algn="l"/>
                      <a:r>
                        <a:rPr lang="en-US" sz="1050" dirty="0"/>
                        <a:t>The output shows mismatched request and response values. For example, \"Richiesta 0 </a:t>
                      </a:r>
                      <a:r>
                        <a:rPr lang="en-US" sz="1050" dirty="0" err="1"/>
                        <a:t>Inviata</a:t>
                      </a:r>
                      <a:r>
                        <a:rPr lang="en-US" sz="1050" dirty="0"/>
                        <a:t> (6, 42) [PID=65800]\" expects a product of 252, but the response is \"</a:t>
                      </a:r>
                      <a:r>
                        <a:rPr lang="en-US" sz="1050" dirty="0" err="1"/>
                        <a:t>Risposta</a:t>
                      </a:r>
                      <a:r>
                        <a:rPr lang="en-US" sz="1050" dirty="0"/>
                        <a:t> 0 </a:t>
                      </a:r>
                      <a:r>
                        <a:rPr lang="en-US" sz="1050" dirty="0" err="1"/>
                        <a:t>Ricevuta</a:t>
                      </a:r>
                      <a:r>
                        <a:rPr lang="en-US" sz="1050" dirty="0"/>
                        <a:t> (6) [PID=65800]\". Similar mismatches occur for other requests, where the response values do not match the expected product of the two integers in the corresponding request. This indicates a visible protocol or computation error in the request/reply interaction.</a:t>
                      </a:r>
                      <a:endParaRPr lang="it-IT" sz="1050" dirty="0"/>
                    </a:p>
                  </a:txBody>
                  <a:tcPr/>
                </a:tc>
                <a:tc>
                  <a:txBody>
                    <a:bodyPr/>
                    <a:lstStyle/>
                    <a:p>
                      <a:pPr algn="l"/>
                      <a:r>
                        <a:rPr lang="it-IT" sz="1050" b="1" dirty="0"/>
                        <a:t>NO</a:t>
                      </a:r>
                    </a:p>
                  </a:txBody>
                  <a:tcPr/>
                </a:tc>
                <a:tc>
                  <a:txBody>
                    <a:bodyPr/>
                    <a:lstStyle/>
                    <a:p>
                      <a:pPr algn="l"/>
                      <a:r>
                        <a:rPr lang="en-US" sz="1050" dirty="0"/>
                        <a:t>The defect lies in FILE: </a:t>
                      </a:r>
                      <a:r>
                        <a:rPr lang="en-US" sz="1050" dirty="0" err="1"/>
                        <a:t>Client.c</a:t>
                      </a:r>
                      <a:r>
                        <a:rPr lang="en-US" sz="1050" dirty="0"/>
                        <a:t>, line 45, where </a:t>
                      </a:r>
                      <a:r>
                        <a:rPr lang="en-US" sz="1050" dirty="0" err="1"/>
                        <a:t>msgrcv</a:t>
                      </a:r>
                      <a:r>
                        <a:rPr lang="en-US" sz="1050" dirty="0"/>
                        <a:t> is called with a </a:t>
                      </a:r>
                      <a:r>
                        <a:rPr lang="en-US" sz="1050" dirty="0" err="1"/>
                        <a:t>msgtyp</a:t>
                      </a:r>
                      <a:r>
                        <a:rPr lang="en-US" sz="1050" dirty="0"/>
                        <a:t> parameter of 0. This causes the client to receive any message from the queue, not specifically the one matching its PID. As a result, responses may not match the corresponding requests, leading to the observed mismatched request and response values. The correct behavior requires setting </a:t>
                      </a:r>
                      <a:r>
                        <a:rPr lang="en-US" sz="1050" dirty="0" err="1"/>
                        <a:t>msgtyp</a:t>
                      </a:r>
                      <a:r>
                        <a:rPr lang="en-US" sz="1050" dirty="0"/>
                        <a:t> to the client's PID to ensure proper protocol matching between requests and responses.</a:t>
                      </a:r>
                      <a:endParaRPr lang="it-IT" sz="1050" dirty="0"/>
                    </a:p>
                  </a:txBody>
                  <a:tcPr/>
                </a:tc>
                <a:tc>
                  <a:txBody>
                    <a:bodyPr/>
                    <a:lstStyle/>
                    <a:p>
                      <a:pPr algn="l"/>
                      <a:r>
                        <a:rPr lang="it-IT" sz="1050" b="1" dirty="0"/>
                        <a:t>YES</a:t>
                      </a:r>
                      <a:r>
                        <a:rPr lang="it-IT" sz="1050" dirty="0"/>
                        <a:t>, </a:t>
                      </a:r>
                      <a:r>
                        <a:rPr lang="en-US" sz="1050" dirty="0"/>
                        <a:t>The diagnosis correctly identifies the same failure as the ground truth: a mismatch between the request and response values, specifically that the response does not correspond to the expected computation based on the request. This aligns with the ground truth's statement about incorrect execution and mismatched response values.</a:t>
                      </a:r>
                      <a:endParaRPr lang="it-IT" sz="1050" dirty="0"/>
                    </a:p>
                  </a:txBody>
                  <a:tcPr/>
                </a:tc>
                <a:tc>
                  <a:txBody>
                    <a:bodyPr/>
                    <a:lstStyle/>
                    <a:p>
                      <a:pPr algn="l"/>
                      <a:r>
                        <a:rPr lang="it-IT" sz="1050" b="1" dirty="0"/>
                        <a:t>YES</a:t>
                      </a:r>
                      <a:r>
                        <a:rPr lang="it-IT" sz="1050" dirty="0"/>
                        <a:t>, </a:t>
                      </a:r>
                      <a:r>
                        <a:rPr lang="en-US" sz="1050" dirty="0"/>
                        <a:t>The diagnosis correctly identifies the defect in </a:t>
                      </a:r>
                      <a:r>
                        <a:rPr lang="en-US" sz="1050" dirty="0" err="1"/>
                        <a:t>Client.c</a:t>
                      </a:r>
                      <a:r>
                        <a:rPr lang="en-US" sz="1050" dirty="0"/>
                        <a:t>, line 45, where the </a:t>
                      </a:r>
                      <a:r>
                        <a:rPr lang="en-US" sz="1050" dirty="0" err="1"/>
                        <a:t>msgtyp</a:t>
                      </a:r>
                      <a:r>
                        <a:rPr lang="en-US" sz="1050" dirty="0"/>
                        <a:t> parameter of </a:t>
                      </a:r>
                      <a:r>
                        <a:rPr lang="en-US" sz="1050" dirty="0" err="1"/>
                        <a:t>msgrcv</a:t>
                      </a:r>
                      <a:r>
                        <a:rPr lang="en-US" sz="1050" dirty="0"/>
                        <a:t> is set to 0 instead of the client's PID. This matches the observed failure of mismatched request and response values and is supported by the diff, which shows the solution uses </a:t>
                      </a:r>
                      <a:r>
                        <a:rPr lang="en-US" sz="1050" dirty="0" err="1"/>
                        <a:t>getpid</a:t>
                      </a:r>
                      <a:r>
                        <a:rPr lang="en-US" sz="1050" dirty="0"/>
                        <a:t>() for </a:t>
                      </a:r>
                      <a:r>
                        <a:rPr lang="en-US" sz="1050" dirty="0" err="1"/>
                        <a:t>msgtyp</a:t>
                      </a:r>
                      <a:r>
                        <a:rPr lang="en-US" sz="1050" dirty="0"/>
                        <a:t> to ensure proper protocol matching. The diagnosis does not introduce unrelated or speculative issues and aligns with the visible structural difference and feedback.</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316644112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A845D0E-134A-5B56-94C1-A0348BBFF71D}"/>
              </a:ext>
            </a:extLst>
          </p:cNvPr>
          <p:cNvSpPr>
            <a:spLocks noGrp="1"/>
          </p:cNvSpPr>
          <p:nvPr>
            <p:ph type="title"/>
          </p:nvPr>
        </p:nvSpPr>
        <p:spPr>
          <a:xfrm>
            <a:off x="646111" y="193360"/>
            <a:ext cx="9404723" cy="793495"/>
          </a:xfrm>
        </p:spPr>
        <p:txBody>
          <a:bodyPr/>
          <a:lstStyle/>
          <a:p>
            <a:r>
              <a:rPr lang="it-IT" dirty="0"/>
              <a:t>Esempio </a:t>
            </a:r>
            <a:r>
              <a:rPr lang="it-IT" dirty="0" err="1"/>
              <a:t>dynamic_failure</a:t>
            </a:r>
            <a:endParaRPr lang="it-IT" dirty="0"/>
          </a:p>
        </p:txBody>
      </p:sp>
      <p:pic>
        <p:nvPicPr>
          <p:cNvPr id="5" name="Segnaposto contenuto 4">
            <a:extLst>
              <a:ext uri="{FF2B5EF4-FFF2-40B4-BE49-F238E27FC236}">
                <a16:creationId xmlns:a16="http://schemas.microsoft.com/office/drawing/2014/main" id="{9932A119-CA71-BA07-644D-085E7E9C1C79}"/>
              </a:ext>
            </a:extLst>
          </p:cNvPr>
          <p:cNvPicPr>
            <a:picLocks noGrp="1" noChangeAspect="1"/>
          </p:cNvPicPr>
          <p:nvPr>
            <p:ph idx="1"/>
          </p:nvPr>
        </p:nvPicPr>
        <p:blipFill>
          <a:blip r:embed="rId2"/>
          <a:srcRect t="-36400"/>
          <a:stretch>
            <a:fillRect/>
          </a:stretch>
        </p:blipFill>
        <p:spPr>
          <a:xfrm>
            <a:off x="739564" y="3301217"/>
            <a:ext cx="7811177" cy="831568"/>
          </a:xfrm>
          <a:prstGeom prst="rect">
            <a:avLst/>
          </a:prstGeom>
        </p:spPr>
      </p:pic>
      <p:pic>
        <p:nvPicPr>
          <p:cNvPr id="7" name="Immagine 6">
            <a:extLst>
              <a:ext uri="{FF2B5EF4-FFF2-40B4-BE49-F238E27FC236}">
                <a16:creationId xmlns:a16="http://schemas.microsoft.com/office/drawing/2014/main" id="{3E7AA099-5DAE-6020-B35F-24B9BAEE7D5C}"/>
              </a:ext>
            </a:extLst>
          </p:cNvPr>
          <p:cNvPicPr>
            <a:picLocks noChangeAspect="1"/>
          </p:cNvPicPr>
          <p:nvPr/>
        </p:nvPicPr>
        <p:blipFill>
          <a:blip r:embed="rId3"/>
          <a:stretch>
            <a:fillRect/>
          </a:stretch>
        </p:blipFill>
        <p:spPr>
          <a:xfrm>
            <a:off x="739564" y="5003214"/>
            <a:ext cx="7338696" cy="609653"/>
          </a:xfrm>
          <a:prstGeom prst="rect">
            <a:avLst/>
          </a:prstGeom>
        </p:spPr>
      </p:pic>
      <p:sp>
        <p:nvSpPr>
          <p:cNvPr id="11" name="CasellaDiTesto 10">
            <a:extLst>
              <a:ext uri="{FF2B5EF4-FFF2-40B4-BE49-F238E27FC236}">
                <a16:creationId xmlns:a16="http://schemas.microsoft.com/office/drawing/2014/main" id="{B786AA21-52D4-F098-9A10-9D42C069BE23}"/>
              </a:ext>
            </a:extLst>
          </p:cNvPr>
          <p:cNvSpPr txBox="1"/>
          <p:nvPr/>
        </p:nvSpPr>
        <p:spPr>
          <a:xfrm>
            <a:off x="646111" y="3002067"/>
            <a:ext cx="7811177" cy="369332"/>
          </a:xfrm>
          <a:prstGeom prst="rect">
            <a:avLst/>
          </a:prstGeom>
          <a:noFill/>
        </p:spPr>
        <p:txBody>
          <a:bodyPr wrap="square" rtlCol="0">
            <a:spAutoFit/>
          </a:bodyPr>
          <a:lstStyle/>
          <a:p>
            <a:r>
              <a:rPr lang="it-IT" dirty="0"/>
              <a:t>Codice studente:</a:t>
            </a:r>
          </a:p>
        </p:txBody>
      </p:sp>
      <p:sp>
        <p:nvSpPr>
          <p:cNvPr id="16" name="CasellaDiTesto 15">
            <a:extLst>
              <a:ext uri="{FF2B5EF4-FFF2-40B4-BE49-F238E27FC236}">
                <a16:creationId xmlns:a16="http://schemas.microsoft.com/office/drawing/2014/main" id="{27BCA466-F5A8-C506-FBA1-A79FD4C3850B}"/>
              </a:ext>
            </a:extLst>
          </p:cNvPr>
          <p:cNvSpPr txBox="1"/>
          <p:nvPr/>
        </p:nvSpPr>
        <p:spPr>
          <a:xfrm>
            <a:off x="646111" y="4520894"/>
            <a:ext cx="7811177" cy="369332"/>
          </a:xfrm>
          <a:prstGeom prst="rect">
            <a:avLst/>
          </a:prstGeom>
          <a:noFill/>
        </p:spPr>
        <p:txBody>
          <a:bodyPr wrap="square" rtlCol="0">
            <a:spAutoFit/>
          </a:bodyPr>
          <a:lstStyle/>
          <a:p>
            <a:r>
              <a:rPr lang="it-IT" dirty="0"/>
              <a:t>Codice soluzione:</a:t>
            </a:r>
          </a:p>
        </p:txBody>
      </p:sp>
      <p:sp>
        <p:nvSpPr>
          <p:cNvPr id="17" name="CasellaDiTesto 16">
            <a:extLst>
              <a:ext uri="{FF2B5EF4-FFF2-40B4-BE49-F238E27FC236}">
                <a16:creationId xmlns:a16="http://schemas.microsoft.com/office/drawing/2014/main" id="{F94081EB-5F8B-3B1E-3B02-49CDCC266BFB}"/>
              </a:ext>
            </a:extLst>
          </p:cNvPr>
          <p:cNvSpPr txBox="1"/>
          <p:nvPr/>
        </p:nvSpPr>
        <p:spPr>
          <a:xfrm>
            <a:off x="646111" y="1155408"/>
            <a:ext cx="10591935" cy="1754326"/>
          </a:xfrm>
          <a:prstGeom prst="rect">
            <a:avLst/>
          </a:prstGeom>
          <a:noFill/>
        </p:spPr>
        <p:txBody>
          <a:bodyPr wrap="square" rtlCol="0">
            <a:spAutoFit/>
          </a:bodyPr>
          <a:lstStyle/>
          <a:p>
            <a:r>
              <a:rPr lang="it-IT" dirty="0"/>
              <a:t>Il difetto si trova in FILE: </a:t>
            </a:r>
            <a:r>
              <a:rPr lang="it-IT" dirty="0" err="1"/>
              <a:t>Client.c</a:t>
            </a:r>
            <a:r>
              <a:rPr lang="it-IT" dirty="0"/>
              <a:t>, riga 45, dove </a:t>
            </a:r>
            <a:r>
              <a:rPr lang="it-IT" dirty="0" err="1"/>
              <a:t>msgrcv</a:t>
            </a:r>
            <a:r>
              <a:rPr lang="it-IT" dirty="0"/>
              <a:t> viene chiamato con un parametro </a:t>
            </a:r>
            <a:r>
              <a:rPr lang="it-IT" dirty="0" err="1"/>
              <a:t>msgtyp</a:t>
            </a:r>
            <a:r>
              <a:rPr lang="it-IT" dirty="0"/>
              <a:t> pari a 0. Questo fa sì che il client riceva qualsiasi messaggio dalla coda, e non specificamente quello corrispondente al suo PID. Di conseguenza, le risposte potrebbero non corrispondere alle richieste corrispondenti, portando ai valori di richiesta e risposta non corrispondenti osservati. Il comportamento corretto richiede di impostare </a:t>
            </a:r>
            <a:r>
              <a:rPr lang="it-IT" dirty="0" err="1"/>
              <a:t>msgtyp</a:t>
            </a:r>
            <a:r>
              <a:rPr lang="it-IT" dirty="0"/>
              <a:t> sul PID del client per garantire un corretto abbinamento del protocollo tra richieste e risposte.</a:t>
            </a:r>
          </a:p>
        </p:txBody>
      </p:sp>
    </p:spTree>
    <p:extLst>
      <p:ext uri="{BB962C8B-B14F-4D97-AF65-F5344CB8AC3E}">
        <p14:creationId xmlns:p14="http://schemas.microsoft.com/office/powerpoint/2010/main" val="2601912489"/>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58E65-FFFD-3B17-2CC7-767D120258E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FA34427-B7D7-B497-8AD8-72EF28BACA6D}"/>
              </a:ext>
            </a:extLst>
          </p:cNvPr>
          <p:cNvSpPr>
            <a:spLocks noGrp="1"/>
          </p:cNvSpPr>
          <p:nvPr>
            <p:ph type="title"/>
          </p:nvPr>
        </p:nvSpPr>
        <p:spPr>
          <a:xfrm>
            <a:off x="117986" y="86324"/>
            <a:ext cx="11572567" cy="1016072"/>
          </a:xfrm>
        </p:spPr>
        <p:txBody>
          <a:bodyPr/>
          <a:lstStyle/>
          <a:p>
            <a:r>
              <a:rPr lang="it-IT" sz="2400" dirty="0"/>
              <a:t>Esempio di risultato (</a:t>
            </a:r>
            <a:r>
              <a:rPr lang="it-IT" sz="2400" dirty="0" err="1"/>
              <a:t>timeout</a:t>
            </a:r>
            <a:r>
              <a:rPr lang="it-IT" sz="2400" dirty="0"/>
              <a:t>):</a:t>
            </a:r>
          </a:p>
        </p:txBody>
      </p:sp>
      <p:sp>
        <p:nvSpPr>
          <p:cNvPr id="6" name="Segnaposto contenuto 5">
            <a:extLst>
              <a:ext uri="{FF2B5EF4-FFF2-40B4-BE49-F238E27FC236}">
                <a16:creationId xmlns:a16="http://schemas.microsoft.com/office/drawing/2014/main" id="{E7E954A7-E70F-5FA9-98CD-E0180B609318}"/>
              </a:ext>
            </a:extLst>
          </p:cNvPr>
          <p:cNvSpPr>
            <a:spLocks noGrp="1"/>
          </p:cNvSpPr>
          <p:nvPr>
            <p:ph idx="1"/>
          </p:nvPr>
        </p:nvSpPr>
        <p:spPr/>
        <p:txBody>
          <a:bodyPr/>
          <a:lstStyle/>
          <a:p>
            <a:endParaRPr lang="it-IT"/>
          </a:p>
        </p:txBody>
      </p:sp>
      <p:graphicFrame>
        <p:nvGraphicFramePr>
          <p:cNvPr id="8" name="Segnaposto contenuto 3">
            <a:extLst>
              <a:ext uri="{FF2B5EF4-FFF2-40B4-BE49-F238E27FC236}">
                <a16:creationId xmlns:a16="http://schemas.microsoft.com/office/drawing/2014/main" id="{BD7EC57A-77CB-7691-97A8-96D93D4DCB2E}"/>
              </a:ext>
            </a:extLst>
          </p:cNvPr>
          <p:cNvGraphicFramePr>
            <a:graphicFrameLocks/>
          </p:cNvGraphicFramePr>
          <p:nvPr>
            <p:extLst>
              <p:ext uri="{D42A27DB-BD31-4B8C-83A1-F6EECF244321}">
                <p14:modId xmlns:p14="http://schemas.microsoft.com/office/powerpoint/2010/main" val="3028161486"/>
              </p:ext>
            </p:extLst>
          </p:nvPr>
        </p:nvGraphicFramePr>
        <p:xfrm>
          <a:off x="117986" y="476373"/>
          <a:ext cx="11916698" cy="6285487"/>
        </p:xfrm>
        <a:graphic>
          <a:graphicData uri="http://schemas.openxmlformats.org/drawingml/2006/table">
            <a:tbl>
              <a:tblPr firstRow="1" bandRow="1">
                <a:tableStyleId>{5C22544A-7EE6-4342-B048-85BDC9FD1C3A}</a:tableStyleId>
              </a:tblPr>
              <a:tblGrid>
                <a:gridCol w="412956">
                  <a:extLst>
                    <a:ext uri="{9D8B030D-6E8A-4147-A177-3AD203B41FA5}">
                      <a16:colId xmlns:a16="http://schemas.microsoft.com/office/drawing/2014/main" val="1875058376"/>
                    </a:ext>
                  </a:extLst>
                </a:gridCol>
                <a:gridCol w="442452">
                  <a:extLst>
                    <a:ext uri="{9D8B030D-6E8A-4147-A177-3AD203B41FA5}">
                      <a16:colId xmlns:a16="http://schemas.microsoft.com/office/drawing/2014/main" val="2729272592"/>
                    </a:ext>
                  </a:extLst>
                </a:gridCol>
                <a:gridCol w="432619">
                  <a:extLst>
                    <a:ext uri="{9D8B030D-6E8A-4147-A177-3AD203B41FA5}">
                      <a16:colId xmlns:a16="http://schemas.microsoft.com/office/drawing/2014/main" val="2911452443"/>
                    </a:ext>
                  </a:extLst>
                </a:gridCol>
                <a:gridCol w="353961">
                  <a:extLst>
                    <a:ext uri="{9D8B030D-6E8A-4147-A177-3AD203B41FA5}">
                      <a16:colId xmlns:a16="http://schemas.microsoft.com/office/drawing/2014/main" val="2479012610"/>
                    </a:ext>
                  </a:extLst>
                </a:gridCol>
                <a:gridCol w="344129">
                  <a:extLst>
                    <a:ext uri="{9D8B030D-6E8A-4147-A177-3AD203B41FA5}">
                      <a16:colId xmlns:a16="http://schemas.microsoft.com/office/drawing/2014/main" val="2959452781"/>
                    </a:ext>
                  </a:extLst>
                </a:gridCol>
                <a:gridCol w="324465">
                  <a:extLst>
                    <a:ext uri="{9D8B030D-6E8A-4147-A177-3AD203B41FA5}">
                      <a16:colId xmlns:a16="http://schemas.microsoft.com/office/drawing/2014/main" val="1078437898"/>
                    </a:ext>
                  </a:extLst>
                </a:gridCol>
                <a:gridCol w="285135">
                  <a:extLst>
                    <a:ext uri="{9D8B030D-6E8A-4147-A177-3AD203B41FA5}">
                      <a16:colId xmlns:a16="http://schemas.microsoft.com/office/drawing/2014/main" val="3324487126"/>
                    </a:ext>
                  </a:extLst>
                </a:gridCol>
                <a:gridCol w="255639">
                  <a:extLst>
                    <a:ext uri="{9D8B030D-6E8A-4147-A177-3AD203B41FA5}">
                      <a16:colId xmlns:a16="http://schemas.microsoft.com/office/drawing/2014/main" val="2402471246"/>
                    </a:ext>
                  </a:extLst>
                </a:gridCol>
                <a:gridCol w="727587">
                  <a:extLst>
                    <a:ext uri="{9D8B030D-6E8A-4147-A177-3AD203B41FA5}">
                      <a16:colId xmlns:a16="http://schemas.microsoft.com/office/drawing/2014/main" val="3564228665"/>
                    </a:ext>
                  </a:extLst>
                </a:gridCol>
                <a:gridCol w="580103">
                  <a:extLst>
                    <a:ext uri="{9D8B030D-6E8A-4147-A177-3AD203B41FA5}">
                      <a16:colId xmlns:a16="http://schemas.microsoft.com/office/drawing/2014/main" val="1079194908"/>
                    </a:ext>
                  </a:extLst>
                </a:gridCol>
                <a:gridCol w="344129">
                  <a:extLst>
                    <a:ext uri="{9D8B030D-6E8A-4147-A177-3AD203B41FA5}">
                      <a16:colId xmlns:a16="http://schemas.microsoft.com/office/drawing/2014/main" val="457757330"/>
                    </a:ext>
                  </a:extLst>
                </a:gridCol>
                <a:gridCol w="373626">
                  <a:extLst>
                    <a:ext uri="{9D8B030D-6E8A-4147-A177-3AD203B41FA5}">
                      <a16:colId xmlns:a16="http://schemas.microsoft.com/office/drawing/2014/main" val="75598170"/>
                    </a:ext>
                  </a:extLst>
                </a:gridCol>
                <a:gridCol w="1671484">
                  <a:extLst>
                    <a:ext uri="{9D8B030D-6E8A-4147-A177-3AD203B41FA5}">
                      <a16:colId xmlns:a16="http://schemas.microsoft.com/office/drawing/2014/main" val="963411808"/>
                    </a:ext>
                  </a:extLst>
                </a:gridCol>
                <a:gridCol w="442452">
                  <a:extLst>
                    <a:ext uri="{9D8B030D-6E8A-4147-A177-3AD203B41FA5}">
                      <a16:colId xmlns:a16="http://schemas.microsoft.com/office/drawing/2014/main" val="27591704"/>
                    </a:ext>
                  </a:extLst>
                </a:gridCol>
                <a:gridCol w="2035277">
                  <a:extLst>
                    <a:ext uri="{9D8B030D-6E8A-4147-A177-3AD203B41FA5}">
                      <a16:colId xmlns:a16="http://schemas.microsoft.com/office/drawing/2014/main" val="228824343"/>
                    </a:ext>
                  </a:extLst>
                </a:gridCol>
                <a:gridCol w="1268361">
                  <a:extLst>
                    <a:ext uri="{9D8B030D-6E8A-4147-A177-3AD203B41FA5}">
                      <a16:colId xmlns:a16="http://schemas.microsoft.com/office/drawing/2014/main" val="2134066566"/>
                    </a:ext>
                  </a:extLst>
                </a:gridCol>
                <a:gridCol w="1622323">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valeannu</a:t>
                      </a:r>
                      <a:endParaRPr lang="it-IT" sz="1050" dirty="0"/>
                    </a:p>
                  </a:txBody>
                  <a:tcPr/>
                </a:tc>
                <a:tc>
                  <a:txBody>
                    <a:bodyPr/>
                    <a:lstStyle/>
                    <a:p>
                      <a:pPr algn="l"/>
                      <a:r>
                        <a:rPr lang="it-IT" sz="1050" dirty="0" err="1"/>
                        <a:t>remote_procedure_call</a:t>
                      </a:r>
                      <a:endParaRPr lang="it-IT" sz="1050" dirty="0"/>
                    </a:p>
                  </a:txBody>
                  <a:tcPr/>
                </a:tc>
                <a:tc>
                  <a:txBody>
                    <a:bodyPr/>
                    <a:lstStyle/>
                    <a:p>
                      <a:pPr algn="l"/>
                      <a:r>
                        <a:rPr lang="it-IT" sz="1050" dirty="0"/>
                        <a:t>949114e9b82feb9838ca9efe9310937f4798557d</a:t>
                      </a:r>
                    </a:p>
                  </a:txBody>
                  <a:tcPr/>
                </a:tc>
                <a:tc>
                  <a:txBody>
                    <a:bodyPr/>
                    <a:lstStyle/>
                    <a:p>
                      <a:pPr algn="l"/>
                      <a:r>
                        <a:rPr lang="it-IT" sz="1050" dirty="0" err="1"/>
                        <a:t>timeout</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remote procedure call. L'esercizio non è ancora stato svolto correttamente. L'esecuzione del programma è andata in </a:t>
                      </a:r>
                      <a:r>
                        <a:rPr lang="it-IT" sz="1050" dirty="0" err="1"/>
                        <a:t>timeout</a:t>
                      </a:r>
                      <a:endParaRPr lang="it-IT" sz="1050" dirty="0"/>
                    </a:p>
                  </a:txBody>
                  <a:tcPr/>
                </a:tc>
                <a:tc>
                  <a:txBody>
                    <a:bodyPr/>
                    <a:lstStyle/>
                    <a:p>
                      <a:pPr algn="l"/>
                      <a:r>
                        <a:rPr lang="it-IT" sz="1050" dirty="0"/>
                        <a:t>(CONTINUA)…Errore, tipo di richiesta </a:t>
                      </a:r>
                      <a:r>
                        <a:rPr lang="it-IT" sz="1050" dirty="0" err="1"/>
                        <a:t>sconosciutatimeout</a:t>
                      </a:r>
                      <a:r>
                        <a:rPr lang="it-IT" sz="1050" dirty="0"/>
                        <a:t>: </a:t>
                      </a:r>
                      <a:r>
                        <a:rPr lang="it-IT" sz="1050" dirty="0" err="1"/>
                        <a:t>sending</a:t>
                      </a:r>
                      <a:r>
                        <a:rPr lang="it-IT" sz="1050" dirty="0"/>
                        <a:t> </a:t>
                      </a:r>
                      <a:r>
                        <a:rPr lang="it-IT" sz="1050" dirty="0" err="1"/>
                        <a:t>signal</a:t>
                      </a:r>
                      <a:r>
                        <a:rPr lang="it-IT" sz="1050" dirty="0"/>
                        <a:t> TERM to </a:t>
                      </a:r>
                      <a:r>
                        <a:rPr lang="it-IT" sz="1050" dirty="0" err="1"/>
                        <a:t>command</a:t>
                      </a:r>
                      <a:r>
                        <a:rPr lang="it-IT" sz="1050" dirty="0"/>
                        <a:t> ‘./start’</a:t>
                      </a:r>
                    </a:p>
                  </a:txBody>
                  <a:tcPr/>
                </a:tc>
                <a:tc>
                  <a:txBody>
                    <a:bodyPr/>
                    <a:lstStyle/>
                    <a:p>
                      <a:pPr algn="l"/>
                      <a:endParaRPr lang="it-IT" sz="1050" dirty="0"/>
                    </a:p>
                  </a:txBody>
                  <a:tcPr/>
                </a:tc>
                <a:tc>
                  <a:txBody>
                    <a:bodyPr/>
                    <a:lstStyle/>
                    <a:p>
                      <a:pPr algn="l"/>
                      <a:r>
                        <a:rPr lang="it-IT" sz="1050" b="1" dirty="0"/>
                        <a:t>NO</a:t>
                      </a:r>
                    </a:p>
                  </a:txBody>
                  <a:tcPr/>
                </a:tc>
                <a:tc>
                  <a:txBody>
                    <a:bodyPr/>
                    <a:lstStyle/>
                    <a:p>
                      <a:pPr algn="l"/>
                      <a:r>
                        <a:rPr lang="en-US" sz="1050" dirty="0"/>
                        <a:t>The output shows an error \"</a:t>
                      </a:r>
                      <a:r>
                        <a:rPr lang="en-US" sz="1050" dirty="0" err="1"/>
                        <a:t>Errore</a:t>
                      </a:r>
                      <a:r>
                        <a:rPr lang="en-US" sz="1050" dirty="0"/>
                        <a:t> </a:t>
                      </a:r>
                      <a:r>
                        <a:rPr lang="en-US" sz="1050" dirty="0" err="1"/>
                        <a:t>msgsnd</a:t>
                      </a:r>
                      <a:r>
                        <a:rPr lang="en-US" sz="1050" dirty="0"/>
                        <a:t>: Invalid argument, \" indicating a failure in sending a message. Additionally, the trace includes a \"timeout\" termination message, confirming incomplete execution. The worker logs show an \"</a:t>
                      </a:r>
                      <a:r>
                        <a:rPr lang="en-US" sz="1050" dirty="0" err="1"/>
                        <a:t>Errore</a:t>
                      </a:r>
                      <a:r>
                        <a:rPr lang="en-US" sz="1050" dirty="0"/>
                        <a:t>, </a:t>
                      </a:r>
                      <a:r>
                        <a:rPr lang="en-US" sz="1050" dirty="0" err="1"/>
                        <a:t>tipo</a:t>
                      </a:r>
                      <a:r>
                        <a:rPr lang="en-US" sz="1050" dirty="0"/>
                        <a:t> di </a:t>
                      </a:r>
                      <a:r>
                        <a:rPr lang="en-US" sz="1050" dirty="0" err="1"/>
                        <a:t>richiesta</a:t>
                      </a:r>
                      <a:r>
                        <a:rPr lang="en-US" sz="1050" dirty="0"/>
                        <a:t> </a:t>
                      </a:r>
                      <a:r>
                        <a:rPr lang="en-US" sz="1050" dirty="0" err="1"/>
                        <a:t>sconosciuta</a:t>
                      </a:r>
                      <a:r>
                        <a:rPr lang="en-US" sz="1050" dirty="0"/>
                        <a:t>, \" suggesting an unrecognized request type. No concrete evidence of correct request/reply pairing, value propagation, or completion of the expected producer/consumer interactions is visible. The trace is incomplete and does not validate the central RPC protocol or operation counts.</a:t>
                      </a:r>
                      <a:endParaRPr lang="it-IT" sz="1050" dirty="0"/>
                    </a:p>
                  </a:txBody>
                  <a:tcPr/>
                </a:tc>
                <a:tc>
                  <a:txBody>
                    <a:bodyPr/>
                    <a:lstStyle/>
                    <a:p>
                      <a:pPr algn="l"/>
                      <a:r>
                        <a:rPr lang="it-IT" sz="1050" b="1" dirty="0"/>
                        <a:t>NO</a:t>
                      </a:r>
                    </a:p>
                  </a:txBody>
                  <a:tcPr/>
                </a:tc>
                <a:tc>
                  <a:txBody>
                    <a:bodyPr/>
                    <a:lstStyle/>
                    <a:p>
                      <a:pPr algn="l"/>
                      <a:r>
                        <a:rPr lang="en-US" sz="1050" dirty="0"/>
                        <a:t>In FILE: </a:t>
                      </a:r>
                      <a:r>
                        <a:rPr lang="en-US" sz="1050" dirty="0" err="1"/>
                        <a:t>server.c</a:t>
                      </a:r>
                      <a:r>
                        <a:rPr lang="en-US" sz="1050" dirty="0"/>
                        <a:t>, function main, the </a:t>
                      </a:r>
                      <a:r>
                        <a:rPr lang="en-US" sz="1050" dirty="0" err="1"/>
                        <a:t>pthread_create</a:t>
                      </a:r>
                      <a:r>
                        <a:rPr lang="en-US" sz="1050" dirty="0"/>
                        <a:t> call at line 61 incorrectly frees the struct param pointer p immediately after creating the thread. This causes a use-after-free error when the worker thread accesses the struct param data in worker at line 80. This defect leads to undefined behavior, potentially corrupting the queue IDs passed to the worker threads. This explains the observed runtime errors, including \"</a:t>
                      </a:r>
                      <a:r>
                        <a:rPr lang="en-US" sz="1050" dirty="0" err="1"/>
                        <a:t>Errore</a:t>
                      </a:r>
                      <a:r>
                        <a:rPr lang="en-US" sz="1050" dirty="0"/>
                        <a:t> </a:t>
                      </a:r>
                      <a:r>
                        <a:rPr lang="en-US" sz="1050" dirty="0" err="1"/>
                        <a:t>msgsnd</a:t>
                      </a:r>
                      <a:r>
                        <a:rPr lang="en-US" sz="1050" dirty="0"/>
                        <a:t>: Invalid argument\" and unrecognized request types, as the worker threads may receive invalid or corrupted parameters. The premature free(p) violates the ownership/lifetime invariant.</a:t>
                      </a:r>
                      <a:endParaRPr lang="it-IT" sz="1050" dirty="0"/>
                    </a:p>
                  </a:txBody>
                  <a:tcPr/>
                </a:tc>
                <a:tc>
                  <a:txBody>
                    <a:bodyPr/>
                    <a:lstStyle/>
                    <a:p>
                      <a:pPr algn="l"/>
                      <a:r>
                        <a:rPr lang="it-IT" sz="1050" b="1" dirty="0"/>
                        <a:t>YES</a:t>
                      </a:r>
                      <a:r>
                        <a:rPr lang="it-IT" sz="1050" dirty="0"/>
                        <a:t>, </a:t>
                      </a:r>
                      <a:r>
                        <a:rPr lang="en-US" sz="1050" dirty="0"/>
                        <a:t>The diagnosis aligns with the ground truth by identifying a timeout and incomplete execution, which matches the ground truth's statement that the exercise was not completed correctly and the program execution timed out. The additional details about specific errors and missing interactions enrich the generic ground truth without contradicting it.</a:t>
                      </a:r>
                      <a:endParaRPr lang="it-IT" sz="1050" dirty="0"/>
                    </a:p>
                  </a:txBody>
                  <a:tcPr/>
                </a:tc>
                <a:tc>
                  <a:txBody>
                    <a:bodyPr/>
                    <a:lstStyle/>
                    <a:p>
                      <a:pPr algn="l"/>
                      <a:r>
                        <a:rPr lang="it-IT" sz="1050" b="1" dirty="0"/>
                        <a:t>YES</a:t>
                      </a:r>
                      <a:r>
                        <a:rPr lang="it-IT" sz="1050" dirty="0"/>
                        <a:t>, </a:t>
                      </a:r>
                      <a:r>
                        <a:rPr lang="en-US" sz="1050" dirty="0"/>
                        <a:t>The diagnosis correctly identifies the premature free(p) in the student's code after the </a:t>
                      </a:r>
                      <a:r>
                        <a:rPr lang="en-US" sz="1050" dirty="0" err="1"/>
                        <a:t>pthread_create</a:t>
                      </a:r>
                      <a:r>
                        <a:rPr lang="en-US" sz="1050" dirty="0"/>
                        <a:t> call, which is visible in the diff. This matches the described use-after-free defect and aligns with the observed runtime errors. The diagnosis is specific, consistent with the diff, and does not introduce unrelated issues.</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350210860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F0EFD-3D5E-E7DE-F7EC-5D5BD6741F7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93F75F6-698F-22A0-BCE2-128112BE2555}"/>
              </a:ext>
            </a:extLst>
          </p:cNvPr>
          <p:cNvSpPr>
            <a:spLocks noGrp="1"/>
          </p:cNvSpPr>
          <p:nvPr>
            <p:ph type="title"/>
          </p:nvPr>
        </p:nvSpPr>
        <p:spPr>
          <a:xfrm>
            <a:off x="646111" y="193360"/>
            <a:ext cx="9404723" cy="793495"/>
          </a:xfrm>
        </p:spPr>
        <p:txBody>
          <a:bodyPr/>
          <a:lstStyle/>
          <a:p>
            <a:r>
              <a:rPr lang="it-IT" dirty="0"/>
              <a:t>Esempio </a:t>
            </a:r>
            <a:r>
              <a:rPr lang="it-IT" dirty="0" err="1"/>
              <a:t>timeout</a:t>
            </a:r>
            <a:endParaRPr lang="it-IT" dirty="0"/>
          </a:p>
        </p:txBody>
      </p:sp>
      <p:sp>
        <p:nvSpPr>
          <p:cNvPr id="11" name="CasellaDiTesto 10">
            <a:extLst>
              <a:ext uri="{FF2B5EF4-FFF2-40B4-BE49-F238E27FC236}">
                <a16:creationId xmlns:a16="http://schemas.microsoft.com/office/drawing/2014/main" id="{9D7BE31F-9814-1605-C5E0-E0F7F507BC22}"/>
              </a:ext>
            </a:extLst>
          </p:cNvPr>
          <p:cNvSpPr txBox="1"/>
          <p:nvPr/>
        </p:nvSpPr>
        <p:spPr>
          <a:xfrm>
            <a:off x="498627" y="3348580"/>
            <a:ext cx="7811177" cy="369332"/>
          </a:xfrm>
          <a:prstGeom prst="rect">
            <a:avLst/>
          </a:prstGeom>
          <a:noFill/>
        </p:spPr>
        <p:txBody>
          <a:bodyPr wrap="square" rtlCol="0">
            <a:spAutoFit/>
          </a:bodyPr>
          <a:lstStyle/>
          <a:p>
            <a:r>
              <a:rPr lang="it-IT" dirty="0"/>
              <a:t>Codice studente:</a:t>
            </a:r>
          </a:p>
        </p:txBody>
      </p:sp>
      <p:sp>
        <p:nvSpPr>
          <p:cNvPr id="16" name="CasellaDiTesto 15">
            <a:extLst>
              <a:ext uri="{FF2B5EF4-FFF2-40B4-BE49-F238E27FC236}">
                <a16:creationId xmlns:a16="http://schemas.microsoft.com/office/drawing/2014/main" id="{0F55DDF2-841B-88C1-1FA2-07DF8ABEF47B}"/>
              </a:ext>
            </a:extLst>
          </p:cNvPr>
          <p:cNvSpPr txBox="1"/>
          <p:nvPr/>
        </p:nvSpPr>
        <p:spPr>
          <a:xfrm>
            <a:off x="498626" y="4947827"/>
            <a:ext cx="7811177" cy="369332"/>
          </a:xfrm>
          <a:prstGeom prst="rect">
            <a:avLst/>
          </a:prstGeom>
          <a:noFill/>
        </p:spPr>
        <p:txBody>
          <a:bodyPr wrap="square" rtlCol="0">
            <a:spAutoFit/>
          </a:bodyPr>
          <a:lstStyle/>
          <a:p>
            <a:r>
              <a:rPr lang="it-IT" dirty="0"/>
              <a:t>Codice soluzione:</a:t>
            </a:r>
          </a:p>
        </p:txBody>
      </p:sp>
      <p:sp>
        <p:nvSpPr>
          <p:cNvPr id="17" name="CasellaDiTesto 16">
            <a:extLst>
              <a:ext uri="{FF2B5EF4-FFF2-40B4-BE49-F238E27FC236}">
                <a16:creationId xmlns:a16="http://schemas.microsoft.com/office/drawing/2014/main" id="{B8694250-221C-212D-367B-A9E99B593C16}"/>
              </a:ext>
            </a:extLst>
          </p:cNvPr>
          <p:cNvSpPr txBox="1"/>
          <p:nvPr/>
        </p:nvSpPr>
        <p:spPr>
          <a:xfrm>
            <a:off x="646111" y="1031717"/>
            <a:ext cx="10591935" cy="2308324"/>
          </a:xfrm>
          <a:prstGeom prst="rect">
            <a:avLst/>
          </a:prstGeom>
          <a:noFill/>
        </p:spPr>
        <p:txBody>
          <a:bodyPr wrap="square" rtlCol="0">
            <a:spAutoFit/>
          </a:bodyPr>
          <a:lstStyle/>
          <a:p>
            <a:r>
              <a:rPr lang="it-IT" dirty="0"/>
              <a:t>Nel FILE: </a:t>
            </a:r>
            <a:r>
              <a:rPr lang="it-IT" dirty="0" err="1"/>
              <a:t>server.c</a:t>
            </a:r>
            <a:r>
              <a:rPr lang="it-IT" dirty="0"/>
              <a:t>, nella funzione </a:t>
            </a:r>
            <a:r>
              <a:rPr lang="it-IT" dirty="0" err="1"/>
              <a:t>main</a:t>
            </a:r>
            <a:r>
              <a:rPr lang="it-IT" dirty="0"/>
              <a:t>, la chiamata </a:t>
            </a:r>
            <a:r>
              <a:rPr lang="it-IT" dirty="0" err="1"/>
              <a:t>pthread_create</a:t>
            </a:r>
            <a:r>
              <a:rPr lang="it-IT" dirty="0"/>
              <a:t> alla riga 61 libera erroneamente il puntatore </a:t>
            </a:r>
            <a:r>
              <a:rPr lang="it-IT" dirty="0" err="1"/>
              <a:t>struct</a:t>
            </a:r>
            <a:r>
              <a:rPr lang="it-IT" dirty="0"/>
              <a:t> </a:t>
            </a:r>
            <a:r>
              <a:rPr lang="it-IT" dirty="0" err="1"/>
              <a:t>param</a:t>
            </a:r>
            <a:r>
              <a:rPr lang="it-IT" dirty="0"/>
              <a:t> p immediatamente dopo la creazione del </a:t>
            </a:r>
            <a:r>
              <a:rPr lang="it-IT" dirty="0" err="1"/>
              <a:t>thread</a:t>
            </a:r>
            <a:r>
              <a:rPr lang="it-IT" dirty="0"/>
              <a:t>. Questo causa un errore di uso-dopo-liberazione quando il </a:t>
            </a:r>
            <a:r>
              <a:rPr lang="it-IT" dirty="0" err="1"/>
              <a:t>thread</a:t>
            </a:r>
            <a:r>
              <a:rPr lang="it-IT" dirty="0"/>
              <a:t> worker accede ai dati di </a:t>
            </a:r>
            <a:r>
              <a:rPr lang="it-IT" dirty="0" err="1"/>
              <a:t>struct</a:t>
            </a:r>
            <a:r>
              <a:rPr lang="it-IT" dirty="0"/>
              <a:t> </a:t>
            </a:r>
            <a:r>
              <a:rPr lang="it-IT" dirty="0" err="1"/>
              <a:t>param</a:t>
            </a:r>
            <a:r>
              <a:rPr lang="it-IT" dirty="0"/>
              <a:t> in worker alla riga 80. Questo difetto porta a comportamenti indefiniti, potenzialmente corrompendo gli ID delle code passati ai </a:t>
            </a:r>
            <a:r>
              <a:rPr lang="it-IT" dirty="0" err="1"/>
              <a:t>thread</a:t>
            </a:r>
            <a:r>
              <a:rPr lang="it-IT" dirty="0"/>
              <a:t> worker. Questo spiega gli errori di </a:t>
            </a:r>
            <a:r>
              <a:rPr lang="it-IT" dirty="0" err="1"/>
              <a:t>runtime</a:t>
            </a:r>
            <a:r>
              <a:rPr lang="it-IT" dirty="0"/>
              <a:t> osservati, inclusi "Errore </a:t>
            </a:r>
            <a:r>
              <a:rPr lang="it-IT" dirty="0" err="1"/>
              <a:t>msgsnd</a:t>
            </a:r>
            <a:r>
              <a:rPr lang="it-IT" dirty="0"/>
              <a:t>: </a:t>
            </a:r>
            <a:r>
              <a:rPr lang="it-IT" dirty="0" err="1"/>
              <a:t>Invalid</a:t>
            </a:r>
            <a:r>
              <a:rPr lang="it-IT" dirty="0"/>
              <a:t> </a:t>
            </a:r>
            <a:r>
              <a:rPr lang="it-IT" dirty="0" err="1"/>
              <a:t>argument</a:t>
            </a:r>
            <a:r>
              <a:rPr lang="it-IT" dirty="0"/>
              <a:t>" e tipi di richiesta non riconosciuti, poiché i </a:t>
            </a:r>
            <a:r>
              <a:rPr lang="it-IT" dirty="0" err="1"/>
              <a:t>thread</a:t>
            </a:r>
            <a:r>
              <a:rPr lang="it-IT" dirty="0"/>
              <a:t> worker possono ricevere parametri non validi o corrotti. Il free(p) prematuro viola l'invariante di proprietà/durata.</a:t>
            </a:r>
          </a:p>
        </p:txBody>
      </p:sp>
      <p:pic>
        <p:nvPicPr>
          <p:cNvPr id="8" name="Immagine 7">
            <a:extLst>
              <a:ext uri="{FF2B5EF4-FFF2-40B4-BE49-F238E27FC236}">
                <a16:creationId xmlns:a16="http://schemas.microsoft.com/office/drawing/2014/main" id="{11EA6160-0818-0294-468E-325E4FCCC29A}"/>
              </a:ext>
            </a:extLst>
          </p:cNvPr>
          <p:cNvPicPr>
            <a:picLocks noChangeAspect="1"/>
          </p:cNvPicPr>
          <p:nvPr/>
        </p:nvPicPr>
        <p:blipFill>
          <a:blip r:embed="rId2"/>
          <a:stretch>
            <a:fillRect/>
          </a:stretch>
        </p:blipFill>
        <p:spPr>
          <a:xfrm>
            <a:off x="675978" y="3677702"/>
            <a:ext cx="5420022" cy="1310335"/>
          </a:xfrm>
          <a:prstGeom prst="rect">
            <a:avLst/>
          </a:prstGeom>
        </p:spPr>
      </p:pic>
      <p:pic>
        <p:nvPicPr>
          <p:cNvPr id="10" name="Immagine 9">
            <a:extLst>
              <a:ext uri="{FF2B5EF4-FFF2-40B4-BE49-F238E27FC236}">
                <a16:creationId xmlns:a16="http://schemas.microsoft.com/office/drawing/2014/main" id="{896DCC6E-AA4F-EBBF-0368-2E2194B6381D}"/>
              </a:ext>
            </a:extLst>
          </p:cNvPr>
          <p:cNvPicPr>
            <a:picLocks noChangeAspect="1"/>
          </p:cNvPicPr>
          <p:nvPr/>
        </p:nvPicPr>
        <p:blipFill>
          <a:blip r:embed="rId3"/>
          <a:stretch>
            <a:fillRect/>
          </a:stretch>
        </p:blipFill>
        <p:spPr>
          <a:xfrm>
            <a:off x="646111" y="5337055"/>
            <a:ext cx="5843179" cy="1327585"/>
          </a:xfrm>
          <a:prstGeom prst="rect">
            <a:avLst/>
          </a:prstGeom>
        </p:spPr>
      </p:pic>
    </p:spTree>
    <p:extLst>
      <p:ext uri="{BB962C8B-B14F-4D97-AF65-F5344CB8AC3E}">
        <p14:creationId xmlns:p14="http://schemas.microsoft.com/office/powerpoint/2010/main" val="2125049322"/>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A40BA-12B8-ED18-6E6F-9A12DF180DD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7382A86-66DA-9690-E651-C27581367928}"/>
              </a:ext>
            </a:extLst>
          </p:cNvPr>
          <p:cNvSpPr>
            <a:spLocks noGrp="1"/>
          </p:cNvSpPr>
          <p:nvPr>
            <p:ph type="title"/>
          </p:nvPr>
        </p:nvSpPr>
        <p:spPr>
          <a:xfrm>
            <a:off x="117986" y="86324"/>
            <a:ext cx="11572567" cy="1016072"/>
          </a:xfrm>
        </p:spPr>
        <p:txBody>
          <a:bodyPr/>
          <a:lstStyle/>
          <a:p>
            <a:r>
              <a:rPr lang="it-IT" sz="2400" dirty="0"/>
              <a:t>Esempio di risultato (</a:t>
            </a:r>
            <a:r>
              <a:rPr lang="it-IT" sz="2400" dirty="0" err="1"/>
              <a:t>dynamic_failure</a:t>
            </a:r>
            <a:r>
              <a:rPr lang="it-IT" sz="2400" dirty="0"/>
              <a:t>):</a:t>
            </a:r>
          </a:p>
        </p:txBody>
      </p:sp>
      <p:sp>
        <p:nvSpPr>
          <p:cNvPr id="6" name="Segnaposto contenuto 5">
            <a:extLst>
              <a:ext uri="{FF2B5EF4-FFF2-40B4-BE49-F238E27FC236}">
                <a16:creationId xmlns:a16="http://schemas.microsoft.com/office/drawing/2014/main" id="{2E95C59C-7A15-4ACD-C9F3-F76BA98D1F3D}"/>
              </a:ext>
            </a:extLst>
          </p:cNvPr>
          <p:cNvSpPr>
            <a:spLocks noGrp="1"/>
          </p:cNvSpPr>
          <p:nvPr>
            <p:ph idx="1"/>
          </p:nvPr>
        </p:nvSpPr>
        <p:spPr/>
        <p:txBody>
          <a:bodyPr/>
          <a:lstStyle/>
          <a:p>
            <a:endParaRPr lang="it-IT"/>
          </a:p>
        </p:txBody>
      </p:sp>
      <p:graphicFrame>
        <p:nvGraphicFramePr>
          <p:cNvPr id="8" name="Segnaposto contenuto 3">
            <a:extLst>
              <a:ext uri="{FF2B5EF4-FFF2-40B4-BE49-F238E27FC236}">
                <a16:creationId xmlns:a16="http://schemas.microsoft.com/office/drawing/2014/main" id="{D2B09CBE-3B6A-9CD6-B83A-9CE8AFF28815}"/>
              </a:ext>
            </a:extLst>
          </p:cNvPr>
          <p:cNvGraphicFramePr>
            <a:graphicFrameLocks/>
          </p:cNvGraphicFramePr>
          <p:nvPr>
            <p:extLst>
              <p:ext uri="{D42A27DB-BD31-4B8C-83A1-F6EECF244321}">
                <p14:modId xmlns:p14="http://schemas.microsoft.com/office/powerpoint/2010/main" val="2247716229"/>
              </p:ext>
            </p:extLst>
          </p:nvPr>
        </p:nvGraphicFramePr>
        <p:xfrm>
          <a:off x="117986" y="476373"/>
          <a:ext cx="11916698" cy="6125467"/>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226142">
                  <a:extLst>
                    <a:ext uri="{9D8B030D-6E8A-4147-A177-3AD203B41FA5}">
                      <a16:colId xmlns:a16="http://schemas.microsoft.com/office/drawing/2014/main" val="3324487126"/>
                    </a:ext>
                  </a:extLst>
                </a:gridCol>
                <a:gridCol w="208280">
                  <a:extLst>
                    <a:ext uri="{9D8B030D-6E8A-4147-A177-3AD203B41FA5}">
                      <a16:colId xmlns:a16="http://schemas.microsoft.com/office/drawing/2014/main" val="2402471246"/>
                    </a:ext>
                  </a:extLst>
                </a:gridCol>
                <a:gridCol w="961759">
                  <a:extLst>
                    <a:ext uri="{9D8B030D-6E8A-4147-A177-3AD203B41FA5}">
                      <a16:colId xmlns:a16="http://schemas.microsoft.com/office/drawing/2014/main" val="3564228665"/>
                    </a:ext>
                  </a:extLst>
                </a:gridCol>
                <a:gridCol w="560439">
                  <a:extLst>
                    <a:ext uri="{9D8B030D-6E8A-4147-A177-3AD203B41FA5}">
                      <a16:colId xmlns:a16="http://schemas.microsoft.com/office/drawing/2014/main" val="1079194908"/>
                    </a:ext>
                  </a:extLst>
                </a:gridCol>
                <a:gridCol w="442451">
                  <a:extLst>
                    <a:ext uri="{9D8B030D-6E8A-4147-A177-3AD203B41FA5}">
                      <a16:colId xmlns:a16="http://schemas.microsoft.com/office/drawing/2014/main" val="457757330"/>
                    </a:ext>
                  </a:extLst>
                </a:gridCol>
                <a:gridCol w="363794">
                  <a:extLst>
                    <a:ext uri="{9D8B030D-6E8A-4147-A177-3AD203B41FA5}">
                      <a16:colId xmlns:a16="http://schemas.microsoft.com/office/drawing/2014/main" val="75598170"/>
                    </a:ext>
                  </a:extLst>
                </a:gridCol>
                <a:gridCol w="1710813">
                  <a:extLst>
                    <a:ext uri="{9D8B030D-6E8A-4147-A177-3AD203B41FA5}">
                      <a16:colId xmlns:a16="http://schemas.microsoft.com/office/drawing/2014/main" val="963411808"/>
                    </a:ext>
                  </a:extLst>
                </a:gridCol>
                <a:gridCol w="383458">
                  <a:extLst>
                    <a:ext uri="{9D8B030D-6E8A-4147-A177-3AD203B41FA5}">
                      <a16:colId xmlns:a16="http://schemas.microsoft.com/office/drawing/2014/main" val="27591704"/>
                    </a:ext>
                  </a:extLst>
                </a:gridCol>
                <a:gridCol w="1651819">
                  <a:extLst>
                    <a:ext uri="{9D8B030D-6E8A-4147-A177-3AD203B41FA5}">
                      <a16:colId xmlns:a16="http://schemas.microsoft.com/office/drawing/2014/main" val="228824343"/>
                    </a:ext>
                  </a:extLst>
                </a:gridCol>
                <a:gridCol w="1740310">
                  <a:extLst>
                    <a:ext uri="{9D8B030D-6E8A-4147-A177-3AD203B41FA5}">
                      <a16:colId xmlns:a16="http://schemas.microsoft.com/office/drawing/2014/main" val="2134066566"/>
                    </a:ext>
                  </a:extLst>
                </a:gridCol>
                <a:gridCol w="1111045">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chia</a:t>
                      </a:r>
                      <a:r>
                        <a:rPr lang="it-IT" sz="1050" dirty="0"/>
                        <a:t>-me</a:t>
                      </a:r>
                    </a:p>
                  </a:txBody>
                  <a:tcPr/>
                </a:tc>
                <a:tc>
                  <a:txBody>
                    <a:bodyPr/>
                    <a:lstStyle/>
                    <a:p>
                      <a:pPr algn="l"/>
                      <a:r>
                        <a:rPr lang="it-IT" sz="1050" dirty="0" err="1"/>
                        <a:t>remote_procedure_call</a:t>
                      </a:r>
                      <a:endParaRPr lang="it-IT" sz="1050" dirty="0"/>
                    </a:p>
                  </a:txBody>
                  <a:tcPr/>
                </a:tc>
                <a:tc>
                  <a:txBody>
                    <a:bodyPr/>
                    <a:lstStyle/>
                    <a:p>
                      <a:pPr algn="l"/>
                      <a:r>
                        <a:rPr lang="it-IT" sz="1050" dirty="0"/>
                        <a:t>262d99f3d29992606d89b32c0edd36d04185d0c2</a:t>
                      </a:r>
                    </a:p>
                  </a:txBody>
                  <a:tcPr/>
                </a:tc>
                <a:tc>
                  <a:txBody>
                    <a:bodyPr/>
                    <a:lstStyle/>
                    <a:p>
                      <a:pPr algn="l"/>
                      <a:r>
                        <a:rPr lang="it-IT" sz="1050" dirty="0" err="1"/>
                        <a:t>dynamic_failure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remote procedure call. L'esercizio non è ancora stato svolto </a:t>
                      </a:r>
                      <a:r>
                        <a:rPr lang="it-IT" sz="1050" dirty="0" err="1"/>
                        <a:t>correttamente.L'esecuzione</a:t>
                      </a:r>
                      <a:r>
                        <a:rPr lang="it-IT" sz="1050" dirty="0"/>
                        <a:t> non è corretta: Errore nel valore di PRODUCI CON SOMMA ricevuto dal server. Il numero totale di messaggi non corrisponde a quello richiesto dalla traccia</a:t>
                      </a:r>
                    </a:p>
                  </a:txBody>
                  <a:tcPr/>
                </a:tc>
                <a:tc>
                  <a:txBody>
                    <a:bodyPr/>
                    <a:lstStyle/>
                    <a:p>
                      <a:pPr algn="l"/>
                      <a:r>
                        <a:rPr lang="it-IT" sz="1050" dirty="0"/>
                        <a:t>[Produttore] Chiamo PRODUCI CON SOMMA(4, 8, 8)\n[Client] Invio richiesta PRODUCI_CON_SOMMA(4, 8, 8) (CONTINUA)…</a:t>
                      </a:r>
                    </a:p>
                  </a:txBody>
                  <a:tcPr/>
                </a:tc>
                <a:tc>
                  <a:txBody>
                    <a:bodyPr/>
                    <a:lstStyle/>
                    <a:p>
                      <a:pPr algn="l"/>
                      <a:r>
                        <a:rPr lang="it-IT" sz="1050" dirty="0"/>
                        <a:t> </a:t>
                      </a:r>
                    </a:p>
                  </a:txBody>
                  <a:tcPr/>
                </a:tc>
                <a:tc>
                  <a:txBody>
                    <a:bodyPr/>
                    <a:lstStyle/>
                    <a:p>
                      <a:pPr algn="l"/>
                      <a:r>
                        <a:rPr lang="it-IT" sz="1050" b="1" dirty="0"/>
                        <a:t>NO</a:t>
                      </a:r>
                    </a:p>
                  </a:txBody>
                  <a:tcPr/>
                </a:tc>
                <a:tc>
                  <a:txBody>
                    <a:bodyPr/>
                    <a:lstStyle/>
                    <a:p>
                      <a:pPr algn="l"/>
                      <a:r>
                        <a:rPr lang="en-US" sz="1050" dirty="0"/>
                        <a:t>The client-visible responses for CONSUMA operations are incorrect. The first CONSUMA request receives a result of 9 with an error of 9, which contradicts the worker log showing a result of 9 and an error of 0. Similarly, the second and third CONSUMA requests receive results of 5 with errors of 5, while the worker logs show results of 5 with errors of 0. This mismatch in error values violates the request/reply protocol coherence.</a:t>
                      </a:r>
                      <a:endParaRPr lang="it-IT" sz="1050" dirty="0"/>
                    </a:p>
                  </a:txBody>
                  <a:tcPr/>
                </a:tc>
                <a:tc>
                  <a:txBody>
                    <a:bodyPr/>
                    <a:lstStyle/>
                    <a:p>
                      <a:pPr algn="l"/>
                      <a:r>
                        <a:rPr lang="it-IT" sz="1050" b="1" dirty="0"/>
                        <a:t>NO</a:t>
                      </a:r>
                    </a:p>
                  </a:txBody>
                  <a:tcPr/>
                </a:tc>
                <a:tc>
                  <a:txBody>
                    <a:bodyPr/>
                    <a:lstStyle/>
                    <a:p>
                      <a:pPr algn="l"/>
                      <a:r>
                        <a:rPr lang="en-US" sz="1050" dirty="0"/>
                        <a:t>In FILE: </a:t>
                      </a:r>
                      <a:r>
                        <a:rPr lang="en-US" sz="1050" dirty="0" err="1"/>
                        <a:t>prodcons_client.c</a:t>
                      </a:r>
                      <a:r>
                        <a:rPr lang="en-US" sz="1050" dirty="0"/>
                        <a:t>, function </a:t>
                      </a:r>
                      <a:r>
                        <a:rPr lang="en-US" sz="1050" dirty="0" err="1"/>
                        <a:t>consuma</a:t>
                      </a:r>
                      <a:r>
                        <a:rPr lang="en-US" sz="1050" dirty="0"/>
                        <a:t>, the error field is incorrectly assigned the value of </a:t>
                      </a:r>
                      <a:r>
                        <a:rPr lang="en-US" sz="1050" dirty="0" err="1"/>
                        <a:t>aconsuma.risultato</a:t>
                      </a:r>
                      <a:r>
                        <a:rPr lang="en-US" sz="1050" dirty="0"/>
                        <a:t> at line 109. This causes the client to misinterpret the worker's response, as seen in the runtime output where the error field matches the result field instead of being 0. This violates the request/reply protocol coherence, where the error field should reflect actual errors (if any) and not the result value. The correct assignment should be </a:t>
                      </a:r>
                      <a:r>
                        <a:rPr lang="en-US" sz="1050" dirty="0" err="1"/>
                        <a:t>errore</a:t>
                      </a:r>
                      <a:r>
                        <a:rPr lang="en-US" sz="1050" dirty="0"/>
                        <a:t> = </a:t>
                      </a:r>
                      <a:r>
                        <a:rPr lang="en-US" sz="1050" dirty="0" err="1"/>
                        <a:t>aconsuma.errore</a:t>
                      </a:r>
                      <a:r>
                        <a:rPr lang="en-US" sz="1050" dirty="0"/>
                        <a:t>.</a:t>
                      </a:r>
                      <a:endParaRPr lang="it-IT" sz="1050" dirty="0"/>
                    </a:p>
                  </a:txBody>
                  <a:tcPr/>
                </a:tc>
                <a:tc>
                  <a:txBody>
                    <a:bodyPr/>
                    <a:lstStyle/>
                    <a:p>
                      <a:pPr algn="l"/>
                      <a:r>
                        <a:rPr lang="it-IT" sz="1050" b="1" dirty="0"/>
                        <a:t>YES</a:t>
                      </a:r>
                      <a:r>
                        <a:rPr lang="it-IT" sz="1050" dirty="0"/>
                        <a:t>, </a:t>
                      </a:r>
                      <a:r>
                        <a:rPr lang="en-US" sz="1050" dirty="0"/>
                        <a:t>The diagnosis identifies a mismatch in error values for CONSUMA operations, which aligns with the ground truth's statement about incorrect execution and errors in the PRODUCI CON SOMMA values. Both point to protocol coherence issues in the output, making the diagnosis a valid enrichment of the generic ground truth failure.</a:t>
                      </a:r>
                      <a:endParaRPr lang="it-IT" sz="1050" dirty="0"/>
                    </a:p>
                  </a:txBody>
                  <a:tcPr/>
                </a:tc>
                <a:tc>
                  <a:txBody>
                    <a:bodyPr/>
                    <a:lstStyle/>
                    <a:p>
                      <a:pPr algn="l"/>
                      <a:r>
                        <a:rPr lang="it-IT" sz="1050" b="1" dirty="0"/>
                        <a:t>YES</a:t>
                      </a:r>
                      <a:r>
                        <a:rPr lang="it-IT" sz="1050" dirty="0"/>
                        <a:t>, </a:t>
                      </a:r>
                      <a:r>
                        <a:rPr lang="en-US" sz="1050" dirty="0"/>
                        <a:t>The diagnosis correctly identifies the concrete issue in the diff: the student assigns </a:t>
                      </a:r>
                      <a:r>
                        <a:rPr lang="en-US" sz="1050" dirty="0" err="1"/>
                        <a:t>aconsuma.risultato</a:t>
                      </a:r>
                      <a:r>
                        <a:rPr lang="en-US" sz="1050" dirty="0"/>
                        <a:t> to the </a:t>
                      </a:r>
                      <a:r>
                        <a:rPr lang="en-US" sz="1050" dirty="0" err="1"/>
                        <a:t>errore</a:t>
                      </a:r>
                      <a:r>
                        <a:rPr lang="en-US" sz="1050" dirty="0"/>
                        <a:t> variable at line 109, instead of using </a:t>
                      </a:r>
                      <a:r>
                        <a:rPr lang="en-US" sz="1050" dirty="0" err="1"/>
                        <a:t>aconsuma.errore</a:t>
                      </a:r>
                      <a:r>
                        <a:rPr lang="en-US" sz="1050" dirty="0"/>
                        <a:t> as in the solution. This matches the observed failure and the protocol violation described.</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3890071461"/>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EF52F-CCBC-CE4D-4AEF-1EB964E1B33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49C2369-E17B-D3EF-7041-CC5324DE2F49}"/>
              </a:ext>
            </a:extLst>
          </p:cNvPr>
          <p:cNvSpPr>
            <a:spLocks noGrp="1"/>
          </p:cNvSpPr>
          <p:nvPr>
            <p:ph type="title"/>
          </p:nvPr>
        </p:nvSpPr>
        <p:spPr>
          <a:xfrm>
            <a:off x="521109" y="117158"/>
            <a:ext cx="9404723" cy="793495"/>
          </a:xfrm>
        </p:spPr>
        <p:txBody>
          <a:bodyPr/>
          <a:lstStyle/>
          <a:p>
            <a:r>
              <a:rPr lang="it-IT" dirty="0"/>
              <a:t>Esempio </a:t>
            </a:r>
            <a:r>
              <a:rPr lang="it-IT" dirty="0" err="1"/>
              <a:t>dynamic_failure</a:t>
            </a:r>
            <a:r>
              <a:rPr lang="it-IT" dirty="0"/>
              <a:t> (2)</a:t>
            </a:r>
          </a:p>
        </p:txBody>
      </p:sp>
      <p:sp>
        <p:nvSpPr>
          <p:cNvPr id="11" name="CasellaDiTesto 10">
            <a:extLst>
              <a:ext uri="{FF2B5EF4-FFF2-40B4-BE49-F238E27FC236}">
                <a16:creationId xmlns:a16="http://schemas.microsoft.com/office/drawing/2014/main" id="{9D15410E-1258-32ED-74D8-3B5BC52817DE}"/>
              </a:ext>
            </a:extLst>
          </p:cNvPr>
          <p:cNvSpPr txBox="1"/>
          <p:nvPr/>
        </p:nvSpPr>
        <p:spPr>
          <a:xfrm>
            <a:off x="852588" y="3944134"/>
            <a:ext cx="2205245" cy="369332"/>
          </a:xfrm>
          <a:prstGeom prst="rect">
            <a:avLst/>
          </a:prstGeom>
          <a:noFill/>
        </p:spPr>
        <p:txBody>
          <a:bodyPr wrap="square" rtlCol="0">
            <a:spAutoFit/>
          </a:bodyPr>
          <a:lstStyle/>
          <a:p>
            <a:r>
              <a:rPr lang="it-IT" dirty="0"/>
              <a:t>Codice studente:</a:t>
            </a:r>
          </a:p>
        </p:txBody>
      </p:sp>
      <p:sp>
        <p:nvSpPr>
          <p:cNvPr id="16" name="CasellaDiTesto 15">
            <a:extLst>
              <a:ext uri="{FF2B5EF4-FFF2-40B4-BE49-F238E27FC236}">
                <a16:creationId xmlns:a16="http://schemas.microsoft.com/office/drawing/2014/main" id="{0B32707A-2E9A-CC97-7BEC-2D01E52278B4}"/>
              </a:ext>
            </a:extLst>
          </p:cNvPr>
          <p:cNvSpPr txBox="1"/>
          <p:nvPr/>
        </p:nvSpPr>
        <p:spPr>
          <a:xfrm>
            <a:off x="852588" y="5700640"/>
            <a:ext cx="2205245" cy="369332"/>
          </a:xfrm>
          <a:prstGeom prst="rect">
            <a:avLst/>
          </a:prstGeom>
          <a:noFill/>
        </p:spPr>
        <p:txBody>
          <a:bodyPr wrap="square" rtlCol="0">
            <a:spAutoFit/>
          </a:bodyPr>
          <a:lstStyle/>
          <a:p>
            <a:r>
              <a:rPr lang="it-IT" dirty="0"/>
              <a:t>Codice soluzione:</a:t>
            </a:r>
          </a:p>
        </p:txBody>
      </p:sp>
      <p:sp>
        <p:nvSpPr>
          <p:cNvPr id="17" name="CasellaDiTesto 16">
            <a:extLst>
              <a:ext uri="{FF2B5EF4-FFF2-40B4-BE49-F238E27FC236}">
                <a16:creationId xmlns:a16="http://schemas.microsoft.com/office/drawing/2014/main" id="{F222B841-9F34-748F-00AD-BB138D40CB3E}"/>
              </a:ext>
            </a:extLst>
          </p:cNvPr>
          <p:cNvSpPr txBox="1"/>
          <p:nvPr/>
        </p:nvSpPr>
        <p:spPr>
          <a:xfrm>
            <a:off x="521109" y="1420664"/>
            <a:ext cx="11444748" cy="1754326"/>
          </a:xfrm>
          <a:prstGeom prst="rect">
            <a:avLst/>
          </a:prstGeom>
          <a:noFill/>
        </p:spPr>
        <p:txBody>
          <a:bodyPr wrap="square" rtlCol="0">
            <a:spAutoFit/>
          </a:bodyPr>
          <a:lstStyle/>
          <a:p>
            <a:r>
              <a:rPr lang="it-IT" dirty="0"/>
              <a:t>In FILE: </a:t>
            </a:r>
            <a:r>
              <a:rPr lang="it-IT" dirty="0" err="1"/>
              <a:t>prodcons_client.c</a:t>
            </a:r>
            <a:r>
              <a:rPr lang="it-IT" dirty="0"/>
              <a:t>, funzione consuma, il campo errore è assegnato in modo errato al valore di </a:t>
            </a:r>
            <a:r>
              <a:rPr lang="it-IT" dirty="0" err="1"/>
              <a:t>aconsuma.risultato</a:t>
            </a:r>
            <a:r>
              <a:rPr lang="it-IT" dirty="0"/>
              <a:t> alla linea 109. Questo causa il client a interpretare erroneamente la risposta del worker, come si vede nell'output </a:t>
            </a:r>
            <a:r>
              <a:rPr lang="it-IT" dirty="0" err="1"/>
              <a:t>runtime</a:t>
            </a:r>
            <a:r>
              <a:rPr lang="it-IT" dirty="0"/>
              <a:t> dove il campo errore corrisponde al campo risultato invece di essere 0. Ciò viola la coerenza del protocollo richiesta/risposta, dove il campo errore dovrebbe riflettere eventuali errori reali (se presenti) e non il valore del risultato. L'assegnazione corretta dovrebbe essere errore = </a:t>
            </a:r>
            <a:r>
              <a:rPr lang="it-IT" dirty="0" err="1"/>
              <a:t>aconsuma.errore</a:t>
            </a:r>
            <a:r>
              <a:rPr lang="it-IT" dirty="0"/>
              <a:t>.</a:t>
            </a:r>
          </a:p>
        </p:txBody>
      </p:sp>
      <p:pic>
        <p:nvPicPr>
          <p:cNvPr id="5" name="Immagine 4">
            <a:extLst>
              <a:ext uri="{FF2B5EF4-FFF2-40B4-BE49-F238E27FC236}">
                <a16:creationId xmlns:a16="http://schemas.microsoft.com/office/drawing/2014/main" id="{AAFDB692-9774-44E0-5AEE-8799BA4CBBE3}"/>
              </a:ext>
            </a:extLst>
          </p:cNvPr>
          <p:cNvPicPr>
            <a:picLocks noChangeAspect="1"/>
          </p:cNvPicPr>
          <p:nvPr/>
        </p:nvPicPr>
        <p:blipFill>
          <a:blip r:embed="rId2"/>
          <a:stretch>
            <a:fillRect/>
          </a:stretch>
        </p:blipFill>
        <p:spPr>
          <a:xfrm>
            <a:off x="3185375" y="3956718"/>
            <a:ext cx="4900085" cy="480102"/>
          </a:xfrm>
          <a:prstGeom prst="rect">
            <a:avLst/>
          </a:prstGeom>
        </p:spPr>
      </p:pic>
      <p:pic>
        <p:nvPicPr>
          <p:cNvPr id="8" name="Immagine 7">
            <a:extLst>
              <a:ext uri="{FF2B5EF4-FFF2-40B4-BE49-F238E27FC236}">
                <a16:creationId xmlns:a16="http://schemas.microsoft.com/office/drawing/2014/main" id="{789C3771-8AAC-8E32-26A3-74CB8BBB09CD}"/>
              </a:ext>
            </a:extLst>
          </p:cNvPr>
          <p:cNvPicPr>
            <a:picLocks noChangeAspect="1"/>
          </p:cNvPicPr>
          <p:nvPr/>
        </p:nvPicPr>
        <p:blipFill>
          <a:blip r:embed="rId3"/>
          <a:stretch>
            <a:fillRect/>
          </a:stretch>
        </p:blipFill>
        <p:spPr>
          <a:xfrm>
            <a:off x="3185375" y="5700640"/>
            <a:ext cx="5070836" cy="369332"/>
          </a:xfrm>
          <a:prstGeom prst="rect">
            <a:avLst/>
          </a:prstGeom>
        </p:spPr>
      </p:pic>
    </p:spTree>
    <p:extLst>
      <p:ext uri="{BB962C8B-B14F-4D97-AF65-F5344CB8AC3E}">
        <p14:creationId xmlns:p14="http://schemas.microsoft.com/office/powerpoint/2010/main" val="114006474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83107-CEDE-C997-614F-C7C43C8855D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756D2FA-E59E-53FE-29E3-116FD528BA9B}"/>
              </a:ext>
            </a:extLst>
          </p:cNvPr>
          <p:cNvSpPr>
            <a:spLocks noGrp="1"/>
          </p:cNvSpPr>
          <p:nvPr>
            <p:ph type="title"/>
          </p:nvPr>
        </p:nvSpPr>
        <p:spPr>
          <a:xfrm>
            <a:off x="117986" y="0"/>
            <a:ext cx="11572567" cy="1016072"/>
          </a:xfrm>
        </p:spPr>
        <p:txBody>
          <a:bodyPr/>
          <a:lstStyle/>
          <a:p>
            <a:r>
              <a:rPr lang="it-IT" sz="2400" dirty="0"/>
              <a:t>Esempio di risultato (</a:t>
            </a:r>
            <a:r>
              <a:rPr lang="it-IT" sz="2400" dirty="0" err="1"/>
              <a:t>static_failure</a:t>
            </a:r>
            <a:r>
              <a:rPr lang="it-IT" sz="2400" dirty="0"/>
              <a:t>):</a:t>
            </a:r>
          </a:p>
        </p:txBody>
      </p:sp>
      <p:graphicFrame>
        <p:nvGraphicFramePr>
          <p:cNvPr id="4" name="Segnaposto contenuto 3">
            <a:extLst>
              <a:ext uri="{FF2B5EF4-FFF2-40B4-BE49-F238E27FC236}">
                <a16:creationId xmlns:a16="http://schemas.microsoft.com/office/drawing/2014/main" id="{BDCD3246-C1A1-4320-7932-F426D37C21D6}"/>
              </a:ext>
            </a:extLst>
          </p:cNvPr>
          <p:cNvGraphicFramePr>
            <a:graphicFrameLocks noGrp="1"/>
          </p:cNvGraphicFramePr>
          <p:nvPr>
            <p:ph idx="1"/>
            <p:extLst>
              <p:ext uri="{D42A27DB-BD31-4B8C-83A1-F6EECF244321}">
                <p14:modId xmlns:p14="http://schemas.microsoft.com/office/powerpoint/2010/main" val="4217670997"/>
              </p:ext>
            </p:extLst>
          </p:nvPr>
        </p:nvGraphicFramePr>
        <p:xfrm>
          <a:off x="117986" y="434340"/>
          <a:ext cx="11916698" cy="6263640"/>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285136">
                  <a:extLst>
                    <a:ext uri="{9D8B030D-6E8A-4147-A177-3AD203B41FA5}">
                      <a16:colId xmlns:a16="http://schemas.microsoft.com/office/drawing/2014/main" val="3324487126"/>
                    </a:ext>
                  </a:extLst>
                </a:gridCol>
                <a:gridCol w="255638">
                  <a:extLst>
                    <a:ext uri="{9D8B030D-6E8A-4147-A177-3AD203B41FA5}">
                      <a16:colId xmlns:a16="http://schemas.microsoft.com/office/drawing/2014/main" val="2402471246"/>
                    </a:ext>
                  </a:extLst>
                </a:gridCol>
                <a:gridCol w="786581">
                  <a:extLst>
                    <a:ext uri="{9D8B030D-6E8A-4147-A177-3AD203B41FA5}">
                      <a16:colId xmlns:a16="http://schemas.microsoft.com/office/drawing/2014/main" val="3564228665"/>
                    </a:ext>
                  </a:extLst>
                </a:gridCol>
                <a:gridCol w="589936">
                  <a:extLst>
                    <a:ext uri="{9D8B030D-6E8A-4147-A177-3AD203B41FA5}">
                      <a16:colId xmlns:a16="http://schemas.microsoft.com/office/drawing/2014/main" val="1079194908"/>
                    </a:ext>
                  </a:extLst>
                </a:gridCol>
                <a:gridCol w="1101212">
                  <a:extLst>
                    <a:ext uri="{9D8B030D-6E8A-4147-A177-3AD203B41FA5}">
                      <a16:colId xmlns:a16="http://schemas.microsoft.com/office/drawing/2014/main" val="457757330"/>
                    </a:ext>
                  </a:extLst>
                </a:gridCol>
                <a:gridCol w="363794">
                  <a:extLst>
                    <a:ext uri="{9D8B030D-6E8A-4147-A177-3AD203B41FA5}">
                      <a16:colId xmlns:a16="http://schemas.microsoft.com/office/drawing/2014/main" val="75598170"/>
                    </a:ext>
                  </a:extLst>
                </a:gridCol>
                <a:gridCol w="1386348">
                  <a:extLst>
                    <a:ext uri="{9D8B030D-6E8A-4147-A177-3AD203B41FA5}">
                      <a16:colId xmlns:a16="http://schemas.microsoft.com/office/drawing/2014/main" val="963411808"/>
                    </a:ext>
                  </a:extLst>
                </a:gridCol>
                <a:gridCol w="383458">
                  <a:extLst>
                    <a:ext uri="{9D8B030D-6E8A-4147-A177-3AD203B41FA5}">
                      <a16:colId xmlns:a16="http://schemas.microsoft.com/office/drawing/2014/main" val="27591704"/>
                    </a:ext>
                  </a:extLst>
                </a:gridCol>
                <a:gridCol w="1710813">
                  <a:extLst>
                    <a:ext uri="{9D8B030D-6E8A-4147-A177-3AD203B41FA5}">
                      <a16:colId xmlns:a16="http://schemas.microsoft.com/office/drawing/2014/main" val="228824343"/>
                    </a:ext>
                  </a:extLst>
                </a:gridCol>
                <a:gridCol w="904568">
                  <a:extLst>
                    <a:ext uri="{9D8B030D-6E8A-4147-A177-3AD203B41FA5}">
                      <a16:colId xmlns:a16="http://schemas.microsoft.com/office/drawing/2014/main" val="2134066566"/>
                    </a:ext>
                  </a:extLst>
                </a:gridCol>
                <a:gridCol w="1592826">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a:t>amezak1</a:t>
                      </a:r>
                    </a:p>
                  </a:txBody>
                  <a:tcPr/>
                </a:tc>
                <a:tc>
                  <a:txBody>
                    <a:bodyPr/>
                    <a:lstStyle/>
                    <a:p>
                      <a:pPr algn="l"/>
                      <a:r>
                        <a:rPr lang="it-IT" sz="1050" dirty="0" err="1"/>
                        <a:t>un_primo_esempio_di_server_multithread</a:t>
                      </a:r>
                      <a:endParaRPr lang="it-IT" sz="1050" dirty="0"/>
                    </a:p>
                  </a:txBody>
                  <a:tcPr/>
                </a:tc>
                <a:tc>
                  <a:txBody>
                    <a:bodyPr/>
                    <a:lstStyle/>
                    <a:p>
                      <a:pPr algn="l"/>
                      <a:r>
                        <a:rPr lang="it-IT" sz="1050" dirty="0"/>
                        <a:t>eb3316a2bd3d9354d2aecd8e4c45d9aeb57f3f4d</a:t>
                      </a:r>
                    </a:p>
                  </a:txBody>
                  <a:tcPr/>
                </a:tc>
                <a:tc>
                  <a:txBody>
                    <a:bodyPr/>
                    <a:lstStyle/>
                    <a:p>
                      <a:pPr algn="l"/>
                      <a:r>
                        <a:rPr lang="it-IT" sz="1050" dirty="0" err="1"/>
                        <a:t>static_failure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primo esempio di server </a:t>
                      </a:r>
                      <a:r>
                        <a:rPr lang="it-IT" sz="1050" dirty="0" err="1"/>
                        <a:t>multithreadL'esercizio</a:t>
                      </a:r>
                      <a:r>
                        <a:rPr lang="it-IT" sz="1050" dirty="0"/>
                        <a:t> non è ancora stato svolto correttamente. Anche se il programma esegue, sono stati riscontrati i seguenti difetti all'interno del codice (</a:t>
                      </a:r>
                      <a:r>
                        <a:rPr lang="it-IT" sz="1050" dirty="0" err="1"/>
                        <a:t>Server.c</a:t>
                      </a:r>
                      <a:r>
                        <a:rPr lang="it-IT" sz="1050" dirty="0"/>
                        <a:t>)</a:t>
                      </a:r>
                    </a:p>
                  </a:txBody>
                  <a:tcPr/>
                </a:tc>
                <a:tc>
                  <a:txBody>
                    <a:bodyPr/>
                    <a:lstStyle/>
                    <a:p>
                      <a:pPr algn="l"/>
                      <a:r>
                        <a:rPr lang="it-IT" sz="1050" dirty="0"/>
                        <a:t>Richiesta 0 Inviata (62, 17) [PID=2230209]\n\</a:t>
                      </a:r>
                      <a:r>
                        <a:rPr lang="it-IT" sz="1050" dirty="0" err="1"/>
                        <a:t>nRisposta</a:t>
                      </a:r>
                      <a:r>
                        <a:rPr lang="it-IT" sz="1050" dirty="0"/>
                        <a:t> 0 Ricevuta (1054) [PID=2230209]\n\</a:t>
                      </a:r>
                      <a:r>
                        <a:rPr lang="it-IT" sz="1050" dirty="0" err="1"/>
                        <a:t>nRichiesta</a:t>
                      </a:r>
                      <a:r>
                        <a:rPr lang="it-IT" sz="1050" dirty="0"/>
                        <a:t> 1 Inviata (26, 67) [PID=2230209](CONTINUA)…</a:t>
                      </a:r>
                    </a:p>
                  </a:txBody>
                  <a:tcPr/>
                </a:tc>
                <a:tc>
                  <a:txBody>
                    <a:bodyPr/>
                    <a:lstStyle/>
                    <a:p>
                      <a:pPr algn="l"/>
                      <a:r>
                        <a:rPr lang="it-IT" sz="1050" dirty="0"/>
                        <a:t> {                "file": "</a:t>
                      </a:r>
                      <a:r>
                        <a:rPr lang="it-IT" sz="1050" dirty="0" err="1"/>
                        <a:t>Server.c</a:t>
                      </a:r>
                      <a:r>
                        <a:rPr lang="it-IT" sz="1050" dirty="0"/>
                        <a:t>",                "line": 41,                "</a:t>
                      </a:r>
                      <a:r>
                        <a:rPr lang="it-IT" sz="1050" dirty="0" err="1"/>
                        <a:t>message</a:t>
                      </a:r>
                      <a:r>
                        <a:rPr lang="it-IT" sz="1050" dirty="0"/>
                        <a:t>": "\u00c8 richiesto che il </a:t>
                      </a:r>
                      <a:r>
                        <a:rPr lang="it-IT" sz="1050" dirty="0" err="1"/>
                        <a:t>mutex</a:t>
                      </a:r>
                      <a:r>
                        <a:rPr lang="it-IT" sz="1050" dirty="0"/>
                        <a:t> sia definito e inizializzato fuori dal ciclo </a:t>
                      </a:r>
                      <a:r>
                        <a:rPr lang="it-IT" sz="1050" dirty="0" err="1"/>
                        <a:t>while</a:t>
                      </a:r>
                      <a:r>
                        <a:rPr lang="it-IT" sz="1050" dirty="0"/>
                        <a:t>(1){...} del server. Si suggerisce di dichiarare una variabile globale di tipo </a:t>
                      </a:r>
                      <a:r>
                        <a:rPr lang="it-IT" sz="1050" dirty="0" err="1"/>
                        <a:t>pthread_mutex_t</a:t>
                      </a:r>
                      <a:r>
                        <a:rPr lang="it-IT" sz="1050" dirty="0"/>
                        <a:t>, e di inizializzarla subito prima del ciclo tramite </a:t>
                      </a:r>
                      <a:r>
                        <a:rPr lang="it-IT" sz="1050" dirty="0" err="1"/>
                        <a:t>pthread_mutex_init</a:t>
                      </a:r>
                      <a:r>
                        <a:rPr lang="it-IT" sz="1050" dirty="0"/>
                        <a:t>()."            }</a:t>
                      </a:r>
                    </a:p>
                  </a:txBody>
                  <a:tcPr/>
                </a:tc>
                <a:tc>
                  <a:txBody>
                    <a:bodyPr/>
                    <a:lstStyle/>
                    <a:p>
                      <a:pPr algn="l"/>
                      <a:r>
                        <a:rPr lang="it-IT" sz="1050" b="1" dirty="0"/>
                        <a:t>YES</a:t>
                      </a:r>
                    </a:p>
                  </a:txBody>
                  <a:tcPr/>
                </a:tc>
                <a:tc>
                  <a:txBody>
                    <a:bodyPr/>
                    <a:lstStyle/>
                    <a:p>
                      <a:pPr algn="l"/>
                      <a:r>
                        <a:rPr lang="en-US" sz="1050" dirty="0"/>
                        <a:t>No concrete output mismatch is visible. The trace shows consistent request/reply pairing for all clients, with correct arithmetic results for the product of the two integers in each request. The counts of requests and replies match the expected protocol (5 requests and replies per client, 3 clients total). The server termination phase is not explicitly shown but does not affect the correctness of the visible interactions.</a:t>
                      </a:r>
                      <a:endParaRPr lang="it-IT" sz="1050" dirty="0"/>
                    </a:p>
                  </a:txBody>
                  <a:tcPr/>
                </a:tc>
                <a:tc>
                  <a:txBody>
                    <a:bodyPr/>
                    <a:lstStyle/>
                    <a:p>
                      <a:pPr algn="l"/>
                      <a:r>
                        <a:rPr lang="it-IT" sz="1050" b="1" dirty="0"/>
                        <a:t>NO</a:t>
                      </a:r>
                    </a:p>
                  </a:txBody>
                  <a:tcPr/>
                </a:tc>
                <a:tc>
                  <a:txBody>
                    <a:bodyPr/>
                    <a:lstStyle/>
                    <a:p>
                      <a:pPr algn="l"/>
                      <a:r>
                        <a:rPr lang="en-US" sz="1050" dirty="0"/>
                        <a:t>FILE: </a:t>
                      </a:r>
                      <a:r>
                        <a:rPr lang="en-US" sz="1050" dirty="0" err="1"/>
                        <a:t>server.c</a:t>
                      </a:r>
                      <a:r>
                        <a:rPr lang="en-US" sz="1050" dirty="0"/>
                        <a:t>, function </a:t>
                      </a:r>
                      <a:r>
                        <a:rPr lang="en-US" sz="1050" dirty="0" err="1"/>
                        <a:t>Prodotto</a:t>
                      </a:r>
                      <a:r>
                        <a:rPr lang="en-US" sz="1050" dirty="0"/>
                        <a:t>, lines 86-101: The mutex </a:t>
                      </a:r>
                      <a:r>
                        <a:rPr lang="en-US" sz="1050" dirty="0" err="1"/>
                        <a:t>pthread_mutex_t</a:t>
                      </a:r>
                      <a:r>
                        <a:rPr lang="en-US" sz="1050" dirty="0"/>
                        <a:t> mutex is initialized inside the worker thread function </a:t>
                      </a:r>
                      <a:r>
                        <a:rPr lang="en-US" sz="1050" dirty="0" err="1"/>
                        <a:t>Prodotto</a:t>
                      </a:r>
                      <a:r>
                        <a:rPr lang="en-US" sz="1050" dirty="0"/>
                        <a:t> at line 86. This violates the synchronization policy because the mutex is re-initialized for each thread instead of being initialized once globally. This results in each thread using a separate mutex, which fails to enforce mutual exclusion on the shared resource </a:t>
                      </a:r>
                      <a:r>
                        <a:rPr lang="en-US" sz="1050" dirty="0" err="1"/>
                        <a:t>id_coda_risposte</a:t>
                      </a:r>
                      <a:r>
                        <a:rPr lang="en-US" sz="1050" dirty="0"/>
                        <a:t> during </a:t>
                      </a:r>
                      <a:r>
                        <a:rPr lang="en-US" sz="1050" dirty="0" err="1"/>
                        <a:t>msgsnd</a:t>
                      </a:r>
                      <a:r>
                        <a:rPr lang="en-US" sz="1050" dirty="0"/>
                        <a:t>(...) at line 94. The mutex should be initialized once globally in the main server function to ensure proper synchronization across all threads.</a:t>
                      </a:r>
                      <a:endParaRPr lang="it-IT" sz="1050" dirty="0"/>
                    </a:p>
                  </a:txBody>
                  <a:tcPr/>
                </a:tc>
                <a:tc>
                  <a:txBody>
                    <a:bodyPr/>
                    <a:lstStyle/>
                    <a:p>
                      <a:pPr algn="l"/>
                      <a:r>
                        <a:rPr lang="it-IT" sz="1050" b="1" dirty="0"/>
                        <a:t>YES</a:t>
                      </a:r>
                      <a:r>
                        <a:rPr lang="it-IT" sz="1050" dirty="0"/>
                        <a:t>, </a:t>
                      </a:r>
                      <a:r>
                        <a:rPr lang="en-US" sz="1050" dirty="0"/>
                        <a:t>The diagnosis correctly states that no concrete output mismatch is visible and aligns with the ground truth, which confirms the visible execution/output is correct. It does not invent any additional problems or contradict the ground truth.</a:t>
                      </a:r>
                      <a:endParaRPr lang="it-IT" sz="1050" dirty="0"/>
                    </a:p>
                  </a:txBody>
                  <a:tcPr/>
                </a:tc>
                <a:tc>
                  <a:txBody>
                    <a:bodyPr/>
                    <a:lstStyle/>
                    <a:p>
                      <a:pPr algn="l"/>
                      <a:r>
                        <a:rPr lang="it-IT" sz="1050" b="1" dirty="0"/>
                        <a:t>YES</a:t>
                      </a:r>
                      <a:r>
                        <a:rPr lang="it-IT" sz="1050" dirty="0"/>
                        <a:t>, </a:t>
                      </a:r>
                      <a:r>
                        <a:rPr lang="en-US" sz="1050" dirty="0"/>
                        <a:t>The diagnosis correctly identifies the same underlying defect mechanism as the ground truth warning: the improper initialization of the mutex within the worker thread function instead of globally, which violates synchronization requirements. The diagnosis provides additional details about the consequences (failure to enforce mutual exclusion) but remains within the same defect family and does not contradict the ground truth.</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1628821381"/>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CBFEC-4C6B-8DC1-96EA-2E89AB07426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D92163E-1FE4-E06D-215F-84535B85473E}"/>
              </a:ext>
            </a:extLst>
          </p:cNvPr>
          <p:cNvSpPr>
            <a:spLocks noGrp="1"/>
          </p:cNvSpPr>
          <p:nvPr>
            <p:ph type="title"/>
          </p:nvPr>
        </p:nvSpPr>
        <p:spPr>
          <a:xfrm>
            <a:off x="117986" y="0"/>
            <a:ext cx="11572567" cy="1016072"/>
          </a:xfrm>
        </p:spPr>
        <p:txBody>
          <a:bodyPr/>
          <a:lstStyle/>
          <a:p>
            <a:r>
              <a:rPr lang="it-IT" sz="2400" dirty="0"/>
              <a:t>Esempio di risultato (</a:t>
            </a:r>
            <a:r>
              <a:rPr lang="it-IT" sz="2400" dirty="0" err="1"/>
              <a:t>static_failure</a:t>
            </a:r>
            <a:r>
              <a:rPr lang="it-IT" sz="2400" dirty="0"/>
              <a:t>):</a:t>
            </a:r>
          </a:p>
        </p:txBody>
      </p:sp>
      <p:graphicFrame>
        <p:nvGraphicFramePr>
          <p:cNvPr id="4" name="Segnaposto contenuto 3">
            <a:extLst>
              <a:ext uri="{FF2B5EF4-FFF2-40B4-BE49-F238E27FC236}">
                <a16:creationId xmlns:a16="http://schemas.microsoft.com/office/drawing/2014/main" id="{6F16AE86-EDE1-C0A8-8E64-9409A17DB1B4}"/>
              </a:ext>
            </a:extLst>
          </p:cNvPr>
          <p:cNvGraphicFramePr>
            <a:graphicFrameLocks noGrp="1"/>
          </p:cNvGraphicFramePr>
          <p:nvPr>
            <p:ph idx="1"/>
            <p:extLst>
              <p:ext uri="{D42A27DB-BD31-4B8C-83A1-F6EECF244321}">
                <p14:modId xmlns:p14="http://schemas.microsoft.com/office/powerpoint/2010/main" val="2946917658"/>
              </p:ext>
            </p:extLst>
          </p:nvPr>
        </p:nvGraphicFramePr>
        <p:xfrm>
          <a:off x="117986" y="434340"/>
          <a:ext cx="11916698" cy="6125467"/>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511278">
                  <a:extLst>
                    <a:ext uri="{9D8B030D-6E8A-4147-A177-3AD203B41FA5}">
                      <a16:colId xmlns:a16="http://schemas.microsoft.com/office/drawing/2014/main" val="3324487126"/>
                    </a:ext>
                  </a:extLst>
                </a:gridCol>
                <a:gridCol w="304800">
                  <a:extLst>
                    <a:ext uri="{9D8B030D-6E8A-4147-A177-3AD203B41FA5}">
                      <a16:colId xmlns:a16="http://schemas.microsoft.com/office/drawing/2014/main" val="2402471246"/>
                    </a:ext>
                  </a:extLst>
                </a:gridCol>
                <a:gridCol w="806245">
                  <a:extLst>
                    <a:ext uri="{9D8B030D-6E8A-4147-A177-3AD203B41FA5}">
                      <a16:colId xmlns:a16="http://schemas.microsoft.com/office/drawing/2014/main" val="3564228665"/>
                    </a:ext>
                  </a:extLst>
                </a:gridCol>
                <a:gridCol w="589935">
                  <a:extLst>
                    <a:ext uri="{9D8B030D-6E8A-4147-A177-3AD203B41FA5}">
                      <a16:colId xmlns:a16="http://schemas.microsoft.com/office/drawing/2014/main" val="1079194908"/>
                    </a:ext>
                  </a:extLst>
                </a:gridCol>
                <a:gridCol w="806245">
                  <a:extLst>
                    <a:ext uri="{9D8B030D-6E8A-4147-A177-3AD203B41FA5}">
                      <a16:colId xmlns:a16="http://schemas.microsoft.com/office/drawing/2014/main" val="457757330"/>
                    </a:ext>
                  </a:extLst>
                </a:gridCol>
                <a:gridCol w="363794">
                  <a:extLst>
                    <a:ext uri="{9D8B030D-6E8A-4147-A177-3AD203B41FA5}">
                      <a16:colId xmlns:a16="http://schemas.microsoft.com/office/drawing/2014/main" val="75598170"/>
                    </a:ext>
                  </a:extLst>
                </a:gridCol>
                <a:gridCol w="1799303">
                  <a:extLst>
                    <a:ext uri="{9D8B030D-6E8A-4147-A177-3AD203B41FA5}">
                      <a16:colId xmlns:a16="http://schemas.microsoft.com/office/drawing/2014/main" val="963411808"/>
                    </a:ext>
                  </a:extLst>
                </a:gridCol>
                <a:gridCol w="373626">
                  <a:extLst>
                    <a:ext uri="{9D8B030D-6E8A-4147-A177-3AD203B41FA5}">
                      <a16:colId xmlns:a16="http://schemas.microsoft.com/office/drawing/2014/main" val="27591704"/>
                    </a:ext>
                  </a:extLst>
                </a:gridCol>
                <a:gridCol w="1425677">
                  <a:extLst>
                    <a:ext uri="{9D8B030D-6E8A-4147-A177-3AD203B41FA5}">
                      <a16:colId xmlns:a16="http://schemas.microsoft.com/office/drawing/2014/main" val="228824343"/>
                    </a:ext>
                  </a:extLst>
                </a:gridCol>
                <a:gridCol w="1071717">
                  <a:extLst>
                    <a:ext uri="{9D8B030D-6E8A-4147-A177-3AD203B41FA5}">
                      <a16:colId xmlns:a16="http://schemas.microsoft.com/office/drawing/2014/main" val="2134066566"/>
                    </a:ext>
                  </a:extLst>
                </a:gridCol>
                <a:gridCol w="1307690">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CryptoGionni</a:t>
                      </a:r>
                      <a:endParaRPr lang="it-IT" sz="1050" dirty="0"/>
                    </a:p>
                  </a:txBody>
                  <a:tcPr/>
                </a:tc>
                <a:tc>
                  <a:txBody>
                    <a:bodyPr/>
                    <a:lstStyle/>
                    <a:p>
                      <a:pPr algn="l"/>
                      <a:r>
                        <a:rPr lang="it-IT" sz="1050" dirty="0" err="1"/>
                        <a:t>server_aggregatore_thread</a:t>
                      </a:r>
                      <a:endParaRPr lang="it-IT" sz="1050" dirty="0"/>
                    </a:p>
                  </a:txBody>
                  <a:tcPr/>
                </a:tc>
                <a:tc>
                  <a:txBody>
                    <a:bodyPr/>
                    <a:lstStyle/>
                    <a:p>
                      <a:pPr algn="l"/>
                      <a:r>
                        <a:rPr lang="it-IT" sz="1050" dirty="0"/>
                        <a:t>08557ac8ccee96209b8600dc2cd9b62681c0fd8b</a:t>
                      </a:r>
                    </a:p>
                  </a:txBody>
                  <a:tcPr/>
                </a:tc>
                <a:tc>
                  <a:txBody>
                    <a:bodyPr/>
                    <a:lstStyle/>
                    <a:p>
                      <a:pPr algn="l"/>
                      <a:r>
                        <a:rPr lang="it-IT" sz="1050" dirty="0" err="1"/>
                        <a:t>static_failure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server aggregatore con </a:t>
                      </a:r>
                      <a:r>
                        <a:rPr lang="it-IT" sz="1050" dirty="0" err="1"/>
                        <a:t>thread</a:t>
                      </a:r>
                      <a:r>
                        <a:rPr lang="it-IT" sz="1050" dirty="0"/>
                        <a:t> L'esercizio non è ancora stato svolto correttamente. Anche se il programma esegue, sono stati riscontrati i seguenti difetti all'interno del codice (</a:t>
                      </a:r>
                      <a:r>
                        <a:rPr lang="it-IT" sz="1050" dirty="0" err="1"/>
                        <a:t>aggregatore.c</a:t>
                      </a:r>
                      <a:r>
                        <a:rPr lang="it-IT" sz="1050" dirty="0"/>
                        <a:t>)</a:t>
                      </a:r>
                    </a:p>
                  </a:txBody>
                  <a:tcPr/>
                </a:tc>
                <a:tc>
                  <a:txBody>
                    <a:bodyPr/>
                    <a:lstStyle/>
                    <a:p>
                      <a:pPr algn="l"/>
                      <a:r>
                        <a:rPr lang="it-IT" sz="1050" dirty="0"/>
                        <a:t>Avvio processo collettore (id coda = 6619185)...\</a:t>
                      </a:r>
                      <a:r>
                        <a:rPr lang="it-IT" sz="1050" dirty="0" err="1"/>
                        <a:t>nCollettore</a:t>
                      </a:r>
                      <a:r>
                        <a:rPr lang="it-IT" sz="1050" dirty="0"/>
                        <a:t>: In attesa di messaggi...(CONTINUA)…</a:t>
                      </a:r>
                    </a:p>
                  </a:txBody>
                  <a:tcPr/>
                </a:tc>
                <a:tc>
                  <a:txBody>
                    <a:bodyPr/>
                    <a:lstStyle/>
                    <a:p>
                      <a:pPr algn="l"/>
                      <a:r>
                        <a:rPr lang="it-IT" sz="1050" dirty="0"/>
                        <a:t> {                "file": "</a:t>
                      </a:r>
                      <a:r>
                        <a:rPr lang="it-IT" sz="1050" dirty="0" err="1"/>
                        <a:t>aggregatore.c</a:t>
                      </a:r>
                      <a:r>
                        <a:rPr lang="it-IT" sz="1050" dirty="0"/>
                        <a:t>",                "line": 226,                "</a:t>
                      </a:r>
                      <a:r>
                        <a:rPr lang="it-IT" sz="1050" dirty="0" err="1"/>
                        <a:t>message</a:t>
                      </a:r>
                      <a:r>
                        <a:rPr lang="it-IT" sz="1050" dirty="0"/>
                        <a:t>": «E’ necessario che i lettori possano leggere contemporaneamente il dato condiviso. Si applichi qui l'algoritmo visto a lezione."            }</a:t>
                      </a:r>
                    </a:p>
                  </a:txBody>
                  <a:tcPr/>
                </a:tc>
                <a:tc>
                  <a:txBody>
                    <a:bodyPr/>
                    <a:lstStyle/>
                    <a:p>
                      <a:pPr algn="l"/>
                      <a:r>
                        <a:rPr lang="it-IT" sz="1050" b="1" dirty="0"/>
                        <a:t>NO</a:t>
                      </a:r>
                    </a:p>
                  </a:txBody>
                  <a:tcPr/>
                </a:tc>
                <a:tc>
                  <a:txBody>
                    <a:bodyPr/>
                    <a:lstStyle/>
                    <a:p>
                      <a:pPr algn="l"/>
                      <a:r>
                        <a:rPr lang="en-US" sz="1050" dirty="0"/>
                        <a:t>The output shows mismatched values between the sensor and collectors. The sensor generates 10 values, but the collectors receive inconsistent sequences. For example, the sensor sends \"8, 3, 2, 7, 1, 0, 2, 3, 2, 8, \" but collectors receive different sequences, with some values duplicated or missing. This indicates a failure in the forwarding or distribution phase. Additionally, the counts of received values per collector are inconsistent with the expected 10 messages per collector. The visible protocol does not ensure correct pairing, ordering, or completion of the producer/consumer interaction.</a:t>
                      </a:r>
                      <a:endParaRPr lang="it-IT" sz="1050" dirty="0"/>
                    </a:p>
                  </a:txBody>
                  <a:tcPr/>
                </a:tc>
                <a:tc>
                  <a:txBody>
                    <a:bodyPr/>
                    <a:lstStyle/>
                    <a:p>
                      <a:pPr algn="l"/>
                      <a:r>
                        <a:rPr lang="it-IT" sz="1050" b="1" dirty="0"/>
                        <a:t>NO</a:t>
                      </a:r>
                    </a:p>
                  </a:txBody>
                  <a:tcPr/>
                </a:tc>
                <a:tc>
                  <a:txBody>
                    <a:bodyPr/>
                    <a:lstStyle/>
                    <a:p>
                      <a:pPr algn="l"/>
                      <a:r>
                        <a:rPr lang="en-US" sz="1050" dirty="0"/>
                        <a:t>FILE: </a:t>
                      </a:r>
                      <a:r>
                        <a:rPr lang="en-US" sz="1050" dirty="0" err="1"/>
                        <a:t>aggregatore.c</a:t>
                      </a:r>
                      <a:r>
                        <a:rPr lang="en-US" sz="1050" dirty="0"/>
                        <a:t>, function </a:t>
                      </a:r>
                      <a:r>
                        <a:rPr lang="en-US" sz="1050" dirty="0" err="1"/>
                        <a:t>lettura</a:t>
                      </a:r>
                      <a:r>
                        <a:rPr lang="en-US" sz="1050" dirty="0"/>
                        <a:t> (lines 180-199): The reader-writer synchronization policy is violated. The condition variable VC_SCRITT is signaled (line 197) even when there are active readers (</a:t>
                      </a:r>
                      <a:r>
                        <a:rPr lang="en-US" sz="1050" dirty="0" err="1"/>
                        <a:t>num_lett</a:t>
                      </a:r>
                      <a:r>
                        <a:rPr lang="en-US" sz="1050" dirty="0"/>
                        <a:t> &gt; 0). This can lead to a writer proceeding while readers are still accessing the shared variable, breaking the reader-writer concurrency requirement. The signal should only occur when no readers are active.</a:t>
                      </a:r>
                      <a:endParaRPr lang="it-IT" sz="1050" dirty="0"/>
                    </a:p>
                  </a:txBody>
                  <a:tcPr/>
                </a:tc>
                <a:tc>
                  <a:txBody>
                    <a:bodyPr/>
                    <a:lstStyle/>
                    <a:p>
                      <a:pPr algn="l"/>
                      <a:r>
                        <a:rPr lang="it-IT" sz="1050" b="1" dirty="0"/>
                        <a:t>NO</a:t>
                      </a:r>
                      <a:r>
                        <a:rPr lang="it-IT" sz="1050" dirty="0"/>
                        <a:t>, </a:t>
                      </a:r>
                      <a:r>
                        <a:rPr lang="en-US" sz="1050" dirty="0"/>
                        <a:t>The ground truth states that the visible execution/output is correct, but the diagnosis claims mismatched values, inconsistent sequences, and protocol failures, which contradicts the ground truth. The diagnosis invents problems not present in the output per the ground truth.</a:t>
                      </a:r>
                      <a:endParaRPr lang="it-IT" sz="1050" dirty="0"/>
                    </a:p>
                  </a:txBody>
                  <a:tcPr/>
                </a:tc>
                <a:tc>
                  <a:txBody>
                    <a:bodyPr/>
                    <a:lstStyle/>
                    <a:p>
                      <a:pPr algn="l"/>
                      <a:r>
                        <a:rPr lang="it-IT" sz="1050" b="1" dirty="0"/>
                        <a:t>YES</a:t>
                      </a:r>
                      <a:r>
                        <a:rPr lang="it-IT" sz="1050" dirty="0"/>
                        <a:t>, </a:t>
                      </a:r>
                      <a:r>
                        <a:rPr lang="en-US" sz="1050" dirty="0"/>
                        <a:t>The diagnosis identifies a reader-writer synchronization policy violation, which is causally related to the ground truth warning about ensuring readers can read concurrently. Both address the same defect mechanism of improper synchronization in the reader-writer concurrency model.</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14211994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67ECC-6E10-1B82-4284-D8B18139F19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9074E40-F48A-B6FC-6E18-CFA507EE607B}"/>
              </a:ext>
            </a:extLst>
          </p:cNvPr>
          <p:cNvSpPr>
            <a:spLocks noGrp="1"/>
          </p:cNvSpPr>
          <p:nvPr>
            <p:ph type="title"/>
          </p:nvPr>
        </p:nvSpPr>
        <p:spPr>
          <a:xfrm>
            <a:off x="117986" y="0"/>
            <a:ext cx="11572567" cy="1016072"/>
          </a:xfrm>
        </p:spPr>
        <p:txBody>
          <a:bodyPr/>
          <a:lstStyle/>
          <a:p>
            <a:r>
              <a:rPr lang="it-IT" sz="2400" dirty="0"/>
              <a:t>Esempio di risultato (</a:t>
            </a:r>
            <a:r>
              <a:rPr lang="it-IT" sz="2400" dirty="0" err="1"/>
              <a:t>correct</a:t>
            </a:r>
            <a:r>
              <a:rPr lang="it-IT" sz="2400" dirty="0"/>
              <a:t>):</a:t>
            </a:r>
          </a:p>
        </p:txBody>
      </p:sp>
      <p:graphicFrame>
        <p:nvGraphicFramePr>
          <p:cNvPr id="4" name="Segnaposto contenuto 3">
            <a:extLst>
              <a:ext uri="{FF2B5EF4-FFF2-40B4-BE49-F238E27FC236}">
                <a16:creationId xmlns:a16="http://schemas.microsoft.com/office/drawing/2014/main" id="{5CF9969C-6F90-D94F-F1EF-C618C23D3DB1}"/>
              </a:ext>
            </a:extLst>
          </p:cNvPr>
          <p:cNvGraphicFramePr>
            <a:graphicFrameLocks noGrp="1"/>
          </p:cNvGraphicFramePr>
          <p:nvPr>
            <p:ph idx="1"/>
            <p:extLst>
              <p:ext uri="{D42A27DB-BD31-4B8C-83A1-F6EECF244321}">
                <p14:modId xmlns:p14="http://schemas.microsoft.com/office/powerpoint/2010/main" val="2443937202"/>
              </p:ext>
            </p:extLst>
          </p:nvPr>
        </p:nvGraphicFramePr>
        <p:xfrm>
          <a:off x="117986" y="434340"/>
          <a:ext cx="11916698" cy="6285487"/>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511278">
                  <a:extLst>
                    <a:ext uri="{9D8B030D-6E8A-4147-A177-3AD203B41FA5}">
                      <a16:colId xmlns:a16="http://schemas.microsoft.com/office/drawing/2014/main" val="3324487126"/>
                    </a:ext>
                  </a:extLst>
                </a:gridCol>
                <a:gridCol w="304800">
                  <a:extLst>
                    <a:ext uri="{9D8B030D-6E8A-4147-A177-3AD203B41FA5}">
                      <a16:colId xmlns:a16="http://schemas.microsoft.com/office/drawing/2014/main" val="2402471246"/>
                    </a:ext>
                  </a:extLst>
                </a:gridCol>
                <a:gridCol w="943896">
                  <a:extLst>
                    <a:ext uri="{9D8B030D-6E8A-4147-A177-3AD203B41FA5}">
                      <a16:colId xmlns:a16="http://schemas.microsoft.com/office/drawing/2014/main" val="3564228665"/>
                    </a:ext>
                  </a:extLst>
                </a:gridCol>
                <a:gridCol w="835742">
                  <a:extLst>
                    <a:ext uri="{9D8B030D-6E8A-4147-A177-3AD203B41FA5}">
                      <a16:colId xmlns:a16="http://schemas.microsoft.com/office/drawing/2014/main" val="1079194908"/>
                    </a:ext>
                  </a:extLst>
                </a:gridCol>
                <a:gridCol w="422787">
                  <a:extLst>
                    <a:ext uri="{9D8B030D-6E8A-4147-A177-3AD203B41FA5}">
                      <a16:colId xmlns:a16="http://schemas.microsoft.com/office/drawing/2014/main" val="457757330"/>
                    </a:ext>
                  </a:extLst>
                </a:gridCol>
                <a:gridCol w="363794">
                  <a:extLst>
                    <a:ext uri="{9D8B030D-6E8A-4147-A177-3AD203B41FA5}">
                      <a16:colId xmlns:a16="http://schemas.microsoft.com/office/drawing/2014/main" val="75598170"/>
                    </a:ext>
                  </a:extLst>
                </a:gridCol>
                <a:gridCol w="1740310">
                  <a:extLst>
                    <a:ext uri="{9D8B030D-6E8A-4147-A177-3AD203B41FA5}">
                      <a16:colId xmlns:a16="http://schemas.microsoft.com/office/drawing/2014/main" val="963411808"/>
                    </a:ext>
                  </a:extLst>
                </a:gridCol>
                <a:gridCol w="344129">
                  <a:extLst>
                    <a:ext uri="{9D8B030D-6E8A-4147-A177-3AD203B41FA5}">
                      <a16:colId xmlns:a16="http://schemas.microsoft.com/office/drawing/2014/main" val="27591704"/>
                    </a:ext>
                  </a:extLst>
                </a:gridCol>
                <a:gridCol w="1199535">
                  <a:extLst>
                    <a:ext uri="{9D8B030D-6E8A-4147-A177-3AD203B41FA5}">
                      <a16:colId xmlns:a16="http://schemas.microsoft.com/office/drawing/2014/main" val="228824343"/>
                    </a:ext>
                  </a:extLst>
                </a:gridCol>
                <a:gridCol w="914400">
                  <a:extLst>
                    <a:ext uri="{9D8B030D-6E8A-4147-A177-3AD203B41FA5}">
                      <a16:colId xmlns:a16="http://schemas.microsoft.com/office/drawing/2014/main" val="2134066566"/>
                    </a:ext>
                  </a:extLst>
                </a:gridCol>
                <a:gridCol w="1779639">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ManuelParasmo</a:t>
                      </a:r>
                      <a:endParaRPr lang="it-IT" sz="1050" dirty="0"/>
                    </a:p>
                  </a:txBody>
                  <a:tcPr/>
                </a:tc>
                <a:tc>
                  <a:txBody>
                    <a:bodyPr/>
                    <a:lstStyle/>
                    <a:p>
                      <a:pPr algn="l"/>
                      <a:r>
                        <a:rPr lang="it-IT" sz="1050" dirty="0" err="1"/>
                        <a:t>un_primo_esempio_di_server_multithread</a:t>
                      </a:r>
                      <a:endParaRPr lang="it-IT" sz="1050" dirty="0"/>
                    </a:p>
                  </a:txBody>
                  <a:tcPr/>
                </a:tc>
                <a:tc>
                  <a:txBody>
                    <a:bodyPr/>
                    <a:lstStyle/>
                    <a:p>
                      <a:pPr algn="l"/>
                      <a:r>
                        <a:rPr lang="it-IT" sz="1050" dirty="0"/>
                        <a:t>006ef42d9d586537e5d1b18d4b5c3c411be92b73</a:t>
                      </a:r>
                    </a:p>
                  </a:txBody>
                  <a:tcPr/>
                </a:tc>
                <a:tc>
                  <a:txBody>
                    <a:bodyPr/>
                    <a:lstStyle/>
                    <a:p>
                      <a:pPr algn="l"/>
                      <a:r>
                        <a:rPr lang="it-IT" sz="1050" dirty="0" err="1"/>
                        <a:t>correct</a:t>
                      </a:r>
                      <a:endParaRPr lang="it-IT" sz="1050" dirty="0"/>
                    </a:p>
                  </a:txBody>
                  <a:tcPr/>
                </a:tc>
                <a:tc>
                  <a:txBody>
                    <a:bodyPr/>
                    <a:lstStyle/>
                    <a:p>
                      <a:pPr algn="l"/>
                      <a:r>
                        <a:rPr lang="it-IT" sz="1050" dirty="0"/>
                        <a:t>true</a:t>
                      </a:r>
                    </a:p>
                  </a:txBody>
                  <a:tcPr/>
                </a:tc>
                <a:tc>
                  <a:txBody>
                    <a:bodyPr/>
                    <a:lstStyle/>
                    <a:p>
                      <a:pPr algn="l"/>
                      <a:r>
                        <a:rPr lang="it-IT" sz="1050" dirty="0"/>
                        <a:t>true</a:t>
                      </a:r>
                    </a:p>
                  </a:txBody>
                  <a:tcPr/>
                </a:tc>
                <a:tc>
                  <a:txBody>
                    <a:bodyPr/>
                    <a:lstStyle/>
                    <a:p>
                      <a:pPr algn="l"/>
                      <a:r>
                        <a:rPr lang="it-IT" sz="1050" dirty="0"/>
                        <a:t>pass</a:t>
                      </a:r>
                    </a:p>
                  </a:txBody>
                  <a:tcPr/>
                </a:tc>
                <a:tc>
                  <a:txBody>
                    <a:bodyPr/>
                    <a:lstStyle/>
                    <a:p>
                      <a:pPr algn="l"/>
                      <a:endParaRPr lang="it-IT" sz="1050" dirty="0"/>
                    </a:p>
                  </a:txBody>
                  <a:tcPr/>
                </a:tc>
                <a:tc>
                  <a:txBody>
                    <a:bodyPr/>
                    <a:lstStyle/>
                    <a:p>
                      <a:pPr algn="l"/>
                      <a:r>
                        <a:rPr lang="it-IT" sz="1050" dirty="0"/>
                        <a:t>Esercizio primo esempio di server </a:t>
                      </a:r>
                      <a:r>
                        <a:rPr lang="it-IT" sz="1050" dirty="0" err="1"/>
                        <a:t>multithreadCongratulazioni</a:t>
                      </a:r>
                      <a:r>
                        <a:rPr lang="it-IT" sz="1050" dirty="0"/>
                        <a:t>, l'esercizio compila ed esegue correttamente, e non è stato riscontrato nessuno degli errori frequenti nel codice</a:t>
                      </a:r>
                    </a:p>
                  </a:txBody>
                  <a:tcPr/>
                </a:tc>
                <a:tc>
                  <a:txBody>
                    <a:bodyPr/>
                    <a:lstStyle/>
                    <a:p>
                      <a:pPr algn="l"/>
                      <a:r>
                        <a:rPr lang="it-IT" sz="1050" dirty="0"/>
                        <a:t>Richiesta 0 Inviata (36, 32) [PID=2361413]\n\</a:t>
                      </a:r>
                      <a:r>
                        <a:rPr lang="it-IT" sz="1050" dirty="0" err="1"/>
                        <a:t>nRisposta</a:t>
                      </a:r>
                      <a:r>
                        <a:rPr lang="it-IT" sz="1050" dirty="0"/>
                        <a:t> 0 Ricevuta (1152) [PID=2361413]\n\</a:t>
                      </a:r>
                      <a:r>
                        <a:rPr lang="it-IT" sz="1050" dirty="0" err="1"/>
                        <a:t>nRichiesta</a:t>
                      </a:r>
                      <a:r>
                        <a:rPr lang="it-IT" sz="1050" dirty="0"/>
                        <a:t> 1 Inviata (11, 54) [PID=2361413](CONTINUA)…</a:t>
                      </a:r>
                    </a:p>
                  </a:txBody>
                  <a:tcPr/>
                </a:tc>
                <a:tc>
                  <a:txBody>
                    <a:bodyPr/>
                    <a:lstStyle/>
                    <a:p>
                      <a:pPr algn="l"/>
                      <a:endParaRPr lang="it-IT" sz="1050" dirty="0"/>
                    </a:p>
                  </a:txBody>
                  <a:tcPr/>
                </a:tc>
                <a:tc>
                  <a:txBody>
                    <a:bodyPr/>
                    <a:lstStyle/>
                    <a:p>
                      <a:pPr algn="l"/>
                      <a:r>
                        <a:rPr lang="it-IT" sz="1050" b="1" dirty="0"/>
                        <a:t>YES</a:t>
                      </a:r>
                    </a:p>
                  </a:txBody>
                  <a:tcPr/>
                </a:tc>
                <a:tc>
                  <a:txBody>
                    <a:bodyPr/>
                    <a:lstStyle/>
                    <a:p>
                      <a:pPr algn="l"/>
                      <a:r>
                        <a:rPr lang="en-US" sz="1050" dirty="0"/>
                        <a:t>No concrete output mismatch is visible. The trace shows consistent request/reply interactions for all three clients, with each client sending 5 requests and receiving 5 replies. The computed product values in the replies match the input values in the corresponding requests, and the counts, pairing, and ordering are coherent with the exercise description.</a:t>
                      </a:r>
                      <a:endParaRPr lang="it-IT" sz="1050" dirty="0"/>
                    </a:p>
                  </a:txBody>
                  <a:tcPr/>
                </a:tc>
                <a:tc>
                  <a:txBody>
                    <a:bodyPr/>
                    <a:lstStyle/>
                    <a:p>
                      <a:pPr algn="l"/>
                      <a:r>
                        <a:rPr lang="it-IT" sz="1050" b="1" dirty="0"/>
                        <a:t>YES</a:t>
                      </a:r>
                    </a:p>
                  </a:txBody>
                  <a:tcPr/>
                </a:tc>
                <a:tc>
                  <a:txBody>
                    <a:bodyPr/>
                    <a:lstStyle/>
                    <a:p>
                      <a:pPr algn="l"/>
                      <a:r>
                        <a:rPr lang="en-US" sz="1050" dirty="0"/>
                        <a:t>No concrete correctness concrete defect is visible from the provided code and runtime context. The execution output matches the expected behavior described in the exercise, with correct message exchanges and computations. Mutex usage ensures mutual exclusion for the response queue, and all threads handle their tasks correctly."</a:t>
                      </a:r>
                      <a:endParaRPr lang="it-IT" sz="1050" dirty="0"/>
                    </a:p>
                  </a:txBody>
                  <a:tcPr/>
                </a:tc>
                <a:tc>
                  <a:txBody>
                    <a:bodyPr/>
                    <a:lstStyle/>
                    <a:p>
                      <a:pPr algn="l"/>
                      <a:r>
                        <a:rPr lang="it-IT" sz="1050" b="1" dirty="0"/>
                        <a:t>YES</a:t>
                      </a:r>
                      <a:r>
                        <a:rPr lang="it-IT" sz="1050" dirty="0"/>
                        <a:t>, </a:t>
                      </a:r>
                      <a:r>
                        <a:rPr lang="en-US" sz="1050" dirty="0"/>
                        <a:t>The diagnosis correctly states that no concrete output mismatch is visible and aligns with the ground truth, which confirms the output is correct. It does not invent any additional problems or contradict the ground truth.</a:t>
                      </a:r>
                      <a:endParaRPr lang="it-IT" sz="1050" dirty="0"/>
                    </a:p>
                  </a:txBody>
                  <a:tcPr/>
                </a:tc>
                <a:tc>
                  <a:txBody>
                    <a:bodyPr/>
                    <a:lstStyle/>
                    <a:p>
                      <a:pPr algn="l"/>
                      <a:r>
                        <a:rPr lang="it-IT" sz="1050" b="1" dirty="0"/>
                        <a:t>YES</a:t>
                      </a:r>
                      <a:r>
                        <a:rPr lang="it-IT" sz="1050" dirty="0"/>
                        <a:t>, </a:t>
                      </a:r>
                      <a:r>
                        <a:rPr lang="en-US" sz="1050" dirty="0"/>
                        <a:t>The diagnosis correctly states that no concrete correctness defect is visible, and the observed feedback confirms the code compiles and executes correctly. The diff shows only superficial differences (e.g., variable names, formatting) that do not constitute correctness violations. The diagnosis aligns with the rules and observed feedback.</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2917781208"/>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D71EC6A-85A3-DD1A-52BE-A4F50052DDFF}"/>
              </a:ext>
            </a:extLst>
          </p:cNvPr>
          <p:cNvSpPr>
            <a:spLocks noGrp="1"/>
          </p:cNvSpPr>
          <p:nvPr>
            <p:ph type="title"/>
          </p:nvPr>
        </p:nvSpPr>
        <p:spPr/>
        <p:txBody>
          <a:bodyPr/>
          <a:lstStyle/>
          <a:p>
            <a:r>
              <a:rPr lang="it-IT" dirty="0"/>
              <a:t>Statistiche esercitazione 5</a:t>
            </a:r>
          </a:p>
        </p:txBody>
      </p:sp>
      <p:sp>
        <p:nvSpPr>
          <p:cNvPr id="3" name="Segnaposto contenuto 2">
            <a:extLst>
              <a:ext uri="{FF2B5EF4-FFF2-40B4-BE49-F238E27FC236}">
                <a16:creationId xmlns:a16="http://schemas.microsoft.com/office/drawing/2014/main" id="{046E8376-D75F-4ACE-EA75-7A464208D2F0}"/>
              </a:ext>
            </a:extLst>
          </p:cNvPr>
          <p:cNvSpPr>
            <a:spLocks noGrp="1"/>
          </p:cNvSpPr>
          <p:nvPr>
            <p:ph idx="1"/>
          </p:nvPr>
        </p:nvSpPr>
        <p:spPr>
          <a:xfrm>
            <a:off x="1230015" y="1853248"/>
            <a:ext cx="8513754" cy="4001729"/>
          </a:xfrm>
        </p:spPr>
        <p:txBody>
          <a:bodyPr/>
          <a:lstStyle/>
          <a:p>
            <a:pPr>
              <a:buFont typeface="Wingdings" panose="05000000000000000000" pitchFamily="2" charset="2"/>
              <a:buChar char="q"/>
            </a:pPr>
            <a:r>
              <a:rPr lang="it-IT" dirty="0"/>
              <a:t>Numero di studenti con almeno 1 </a:t>
            </a:r>
            <a:r>
              <a:rPr lang="it-IT" dirty="0" err="1"/>
              <a:t>commit</a:t>
            </a:r>
            <a:r>
              <a:rPr lang="it-IT" dirty="0"/>
              <a:t>: 110</a:t>
            </a:r>
          </a:p>
          <a:p>
            <a:pPr>
              <a:buFont typeface="Wingdings" panose="05000000000000000000" pitchFamily="2" charset="2"/>
              <a:buChar char="q"/>
            </a:pPr>
            <a:r>
              <a:rPr lang="it-IT" dirty="0"/>
              <a:t>Numero totale di </a:t>
            </a:r>
            <a:r>
              <a:rPr lang="it-IT" dirty="0" err="1"/>
              <a:t>commit</a:t>
            </a:r>
            <a:r>
              <a:rPr lang="it-IT" dirty="0"/>
              <a:t> </a:t>
            </a:r>
            <a:r>
              <a:rPr lang="it-IT" dirty="0" err="1"/>
              <a:t>git</a:t>
            </a:r>
            <a:r>
              <a:rPr lang="it-IT" dirty="0"/>
              <a:t>: 1044</a:t>
            </a:r>
          </a:p>
          <a:p>
            <a:pPr>
              <a:buFont typeface="Wingdings" panose="05000000000000000000" pitchFamily="2" charset="2"/>
              <a:buChar char="q"/>
            </a:pPr>
            <a:r>
              <a:rPr lang="it-IT" dirty="0"/>
              <a:t>Numero totale di modifiche agli esercizi: 877</a:t>
            </a:r>
          </a:p>
          <a:p>
            <a:pPr>
              <a:buFont typeface="Wingdings" panose="05000000000000000000" pitchFamily="2" charset="2"/>
              <a:buChar char="q"/>
            </a:pPr>
            <a:r>
              <a:rPr lang="it-IT" dirty="0"/>
              <a:t>Numero di modifiche analizzate tramite LLM: 330</a:t>
            </a:r>
          </a:p>
        </p:txBody>
      </p:sp>
    </p:spTree>
    <p:extLst>
      <p:ext uri="{BB962C8B-B14F-4D97-AF65-F5344CB8AC3E}">
        <p14:creationId xmlns:p14="http://schemas.microsoft.com/office/powerpoint/2010/main" val="2441821937"/>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D658D6-CF2B-F9ED-1E69-E0417031280A}"/>
              </a:ext>
            </a:extLst>
          </p:cNvPr>
          <p:cNvSpPr>
            <a:spLocks noGrp="1"/>
          </p:cNvSpPr>
          <p:nvPr>
            <p:ph type="title"/>
          </p:nvPr>
        </p:nvSpPr>
        <p:spPr>
          <a:xfrm>
            <a:off x="179792" y="122904"/>
            <a:ext cx="9404723" cy="722670"/>
          </a:xfrm>
        </p:spPr>
        <p:txBody>
          <a:bodyPr/>
          <a:lstStyle/>
          <a:p>
            <a:r>
              <a:rPr lang="it-IT" dirty="0"/>
              <a:t>Statistiche per esercizio</a:t>
            </a:r>
          </a:p>
        </p:txBody>
      </p:sp>
      <p:sp>
        <p:nvSpPr>
          <p:cNvPr id="3" name="Segnaposto contenuto 2">
            <a:extLst>
              <a:ext uri="{FF2B5EF4-FFF2-40B4-BE49-F238E27FC236}">
                <a16:creationId xmlns:a16="http://schemas.microsoft.com/office/drawing/2014/main" id="{9C03B21B-BD47-10D5-E6D7-EA47501CE398}"/>
              </a:ext>
            </a:extLst>
          </p:cNvPr>
          <p:cNvSpPr>
            <a:spLocks noGrp="1"/>
          </p:cNvSpPr>
          <p:nvPr>
            <p:ph idx="1"/>
          </p:nvPr>
        </p:nvSpPr>
        <p:spPr>
          <a:xfrm>
            <a:off x="179792" y="845574"/>
            <a:ext cx="11864723" cy="5322971"/>
          </a:xfrm>
        </p:spPr>
        <p:txBody>
          <a:bodyPr/>
          <a:lstStyle/>
          <a:p>
            <a:r>
              <a:rPr lang="it-IT" dirty="0"/>
              <a:t>Tabella categorie di fallimento per esercizio:</a:t>
            </a:r>
          </a:p>
        </p:txBody>
      </p:sp>
      <p:graphicFrame>
        <p:nvGraphicFramePr>
          <p:cNvPr id="4" name="Tabella 3">
            <a:extLst>
              <a:ext uri="{FF2B5EF4-FFF2-40B4-BE49-F238E27FC236}">
                <a16:creationId xmlns:a16="http://schemas.microsoft.com/office/drawing/2014/main" id="{76AE0678-6C07-F8CE-647E-9DA164FFB60B}"/>
              </a:ext>
            </a:extLst>
          </p:cNvPr>
          <p:cNvGraphicFramePr>
            <a:graphicFrameLocks noGrp="1"/>
          </p:cNvGraphicFramePr>
          <p:nvPr>
            <p:extLst>
              <p:ext uri="{D42A27DB-BD31-4B8C-83A1-F6EECF244321}">
                <p14:modId xmlns:p14="http://schemas.microsoft.com/office/powerpoint/2010/main" val="1262119234"/>
              </p:ext>
            </p:extLst>
          </p:nvPr>
        </p:nvGraphicFramePr>
        <p:xfrm>
          <a:off x="179795" y="1319174"/>
          <a:ext cx="11864720" cy="4700266"/>
        </p:xfrm>
        <a:graphic>
          <a:graphicData uri="http://schemas.openxmlformats.org/drawingml/2006/table">
            <a:tbl>
              <a:tblPr firstRow="1" bandRow="1">
                <a:tableStyleId>{5C22544A-7EE6-4342-B048-85BDC9FD1C3A}</a:tableStyleId>
              </a:tblPr>
              <a:tblGrid>
                <a:gridCol w="1483090">
                  <a:extLst>
                    <a:ext uri="{9D8B030D-6E8A-4147-A177-3AD203B41FA5}">
                      <a16:colId xmlns:a16="http://schemas.microsoft.com/office/drawing/2014/main" val="2488145324"/>
                    </a:ext>
                  </a:extLst>
                </a:gridCol>
                <a:gridCol w="1483090">
                  <a:extLst>
                    <a:ext uri="{9D8B030D-6E8A-4147-A177-3AD203B41FA5}">
                      <a16:colId xmlns:a16="http://schemas.microsoft.com/office/drawing/2014/main" val="3865172330"/>
                    </a:ext>
                  </a:extLst>
                </a:gridCol>
                <a:gridCol w="1483090">
                  <a:extLst>
                    <a:ext uri="{9D8B030D-6E8A-4147-A177-3AD203B41FA5}">
                      <a16:colId xmlns:a16="http://schemas.microsoft.com/office/drawing/2014/main" val="4180554329"/>
                    </a:ext>
                  </a:extLst>
                </a:gridCol>
                <a:gridCol w="1483090">
                  <a:extLst>
                    <a:ext uri="{9D8B030D-6E8A-4147-A177-3AD203B41FA5}">
                      <a16:colId xmlns:a16="http://schemas.microsoft.com/office/drawing/2014/main" val="588502574"/>
                    </a:ext>
                  </a:extLst>
                </a:gridCol>
                <a:gridCol w="1483090">
                  <a:extLst>
                    <a:ext uri="{9D8B030D-6E8A-4147-A177-3AD203B41FA5}">
                      <a16:colId xmlns:a16="http://schemas.microsoft.com/office/drawing/2014/main" val="1420025018"/>
                    </a:ext>
                  </a:extLst>
                </a:gridCol>
                <a:gridCol w="1483090">
                  <a:extLst>
                    <a:ext uri="{9D8B030D-6E8A-4147-A177-3AD203B41FA5}">
                      <a16:colId xmlns:a16="http://schemas.microsoft.com/office/drawing/2014/main" val="3379112495"/>
                    </a:ext>
                  </a:extLst>
                </a:gridCol>
                <a:gridCol w="1483090">
                  <a:extLst>
                    <a:ext uri="{9D8B030D-6E8A-4147-A177-3AD203B41FA5}">
                      <a16:colId xmlns:a16="http://schemas.microsoft.com/office/drawing/2014/main" val="4137910134"/>
                    </a:ext>
                  </a:extLst>
                </a:gridCol>
                <a:gridCol w="1483090">
                  <a:extLst>
                    <a:ext uri="{9D8B030D-6E8A-4147-A177-3AD203B41FA5}">
                      <a16:colId xmlns:a16="http://schemas.microsoft.com/office/drawing/2014/main" val="2838195757"/>
                    </a:ext>
                  </a:extLst>
                </a:gridCol>
              </a:tblGrid>
              <a:tr h="1022365">
                <a:tc>
                  <a:txBody>
                    <a:bodyPr/>
                    <a:lstStyle/>
                    <a:p>
                      <a:pPr algn="ctr"/>
                      <a:r>
                        <a:rPr lang="it-IT" b="1" dirty="0" err="1"/>
                        <a:t>exercise</a:t>
                      </a:r>
                      <a:endParaRPr lang="it-IT" b="1" dirty="0"/>
                    </a:p>
                  </a:txBody>
                  <a:tcPr/>
                </a:tc>
                <a:tc>
                  <a:txBody>
                    <a:bodyPr/>
                    <a:lstStyle/>
                    <a:p>
                      <a:pPr algn="ctr"/>
                      <a:r>
                        <a:rPr lang="it-IT" dirty="0" err="1"/>
                        <a:t>compile_failure</a:t>
                      </a:r>
                      <a:r>
                        <a:rPr lang="it-IT" dirty="0"/>
                        <a:t> </a:t>
                      </a:r>
                    </a:p>
                  </a:txBody>
                  <a:tcPr/>
                </a:tc>
                <a:tc>
                  <a:txBody>
                    <a:bodyPr/>
                    <a:lstStyle/>
                    <a:p>
                      <a:pPr algn="ctr"/>
                      <a:r>
                        <a:rPr lang="it-IT" dirty="0"/>
                        <a:t>crash</a:t>
                      </a:r>
                    </a:p>
                  </a:txBody>
                  <a:tcPr/>
                </a:tc>
                <a:tc>
                  <a:txBody>
                    <a:bodyPr/>
                    <a:lstStyle/>
                    <a:p>
                      <a:pPr algn="ctr"/>
                      <a:r>
                        <a:rPr lang="it-IT" dirty="0" err="1"/>
                        <a:t>timeout</a:t>
                      </a:r>
                      <a:endParaRPr lang="it-IT" dirty="0"/>
                    </a:p>
                  </a:txBody>
                  <a:tcPr/>
                </a:tc>
                <a:tc>
                  <a:txBody>
                    <a:bodyPr/>
                    <a:lstStyle/>
                    <a:p>
                      <a:pPr algn="ctr"/>
                      <a:r>
                        <a:rPr lang="it-IT" dirty="0" err="1"/>
                        <a:t>ipc_leak</a:t>
                      </a:r>
                      <a:r>
                        <a:rPr lang="it-IT" dirty="0"/>
                        <a:t> </a:t>
                      </a:r>
                    </a:p>
                  </a:txBody>
                  <a:tcPr/>
                </a:tc>
                <a:tc>
                  <a:txBody>
                    <a:bodyPr/>
                    <a:lstStyle/>
                    <a:p>
                      <a:pPr algn="ctr"/>
                      <a:r>
                        <a:rPr lang="it-IT" dirty="0" err="1"/>
                        <a:t>dynamic_failure</a:t>
                      </a:r>
                      <a:endParaRPr lang="it-IT" dirty="0"/>
                    </a:p>
                  </a:txBody>
                  <a:tcPr/>
                </a:tc>
                <a:tc>
                  <a:txBody>
                    <a:bodyPr/>
                    <a:lstStyle/>
                    <a:p>
                      <a:pPr algn="ctr"/>
                      <a:r>
                        <a:rPr lang="it-IT" dirty="0" err="1"/>
                        <a:t>static_failure</a:t>
                      </a:r>
                      <a:r>
                        <a:rPr lang="it-IT" dirty="0"/>
                        <a:t> </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it-IT" dirty="0" err="1"/>
                        <a:t>correct</a:t>
                      </a:r>
                      <a:endParaRPr lang="it-IT" dirty="0"/>
                    </a:p>
                    <a:p>
                      <a:pPr algn="ctr"/>
                      <a:endParaRPr lang="it-IT" dirty="0"/>
                    </a:p>
                  </a:txBody>
                  <a:tcPr/>
                </a:tc>
                <a:extLst>
                  <a:ext uri="{0D108BD9-81ED-4DB2-BD59-A6C34878D82A}">
                    <a16:rowId xmlns:a16="http://schemas.microsoft.com/office/drawing/2014/main" val="2356626990"/>
                  </a:ext>
                </a:extLst>
              </a:tr>
              <a:tr h="1329074">
                <a:tc>
                  <a:txBody>
                    <a:bodyPr/>
                    <a:lstStyle/>
                    <a:p>
                      <a:pPr algn="ctr"/>
                      <a:r>
                        <a:rPr lang="it-IT" i="1" dirty="0" err="1"/>
                        <a:t>remote_procedure_call</a:t>
                      </a:r>
                      <a:endParaRPr lang="it-IT" i="1" dirty="0"/>
                    </a:p>
                  </a:txBody>
                  <a:tcPr/>
                </a:tc>
                <a:tc>
                  <a:txBody>
                    <a:bodyPr/>
                    <a:lstStyle/>
                    <a:p>
                      <a:pPr algn="ctr"/>
                      <a:r>
                        <a:rPr lang="it-IT" dirty="0"/>
                        <a:t>105</a:t>
                      </a:r>
                    </a:p>
                  </a:txBody>
                  <a:tcPr/>
                </a:tc>
                <a:tc>
                  <a:txBody>
                    <a:bodyPr/>
                    <a:lstStyle/>
                    <a:p>
                      <a:pPr algn="ctr"/>
                      <a:r>
                        <a:rPr lang="it-IT" dirty="0"/>
                        <a:t>0</a:t>
                      </a:r>
                    </a:p>
                  </a:txBody>
                  <a:tcPr/>
                </a:tc>
                <a:tc>
                  <a:txBody>
                    <a:bodyPr/>
                    <a:lstStyle/>
                    <a:p>
                      <a:pPr algn="ctr"/>
                      <a:r>
                        <a:rPr lang="it-IT" dirty="0"/>
                        <a:t>40</a:t>
                      </a:r>
                    </a:p>
                  </a:txBody>
                  <a:tcPr/>
                </a:tc>
                <a:tc>
                  <a:txBody>
                    <a:bodyPr/>
                    <a:lstStyle/>
                    <a:p>
                      <a:pPr algn="ctr"/>
                      <a:r>
                        <a:rPr lang="it-IT" dirty="0"/>
                        <a:t>3</a:t>
                      </a:r>
                    </a:p>
                  </a:txBody>
                  <a:tcPr/>
                </a:tc>
                <a:tc>
                  <a:txBody>
                    <a:bodyPr/>
                    <a:lstStyle/>
                    <a:p>
                      <a:pPr algn="ctr"/>
                      <a:r>
                        <a:rPr lang="it-IT" dirty="0"/>
                        <a:t>123</a:t>
                      </a:r>
                    </a:p>
                  </a:txBody>
                  <a:tcPr/>
                </a:tc>
                <a:tc>
                  <a:txBody>
                    <a:bodyPr/>
                    <a:lstStyle/>
                    <a:p>
                      <a:pPr algn="ctr"/>
                      <a:r>
                        <a:rPr lang="it-IT" dirty="0"/>
                        <a:t>0</a:t>
                      </a:r>
                    </a:p>
                  </a:txBody>
                  <a:tcPr/>
                </a:tc>
                <a:tc>
                  <a:txBody>
                    <a:bodyPr/>
                    <a:lstStyle/>
                    <a:p>
                      <a:pPr algn="ctr"/>
                      <a:r>
                        <a:rPr lang="it-IT" dirty="0"/>
                        <a:t>0</a:t>
                      </a:r>
                    </a:p>
                  </a:txBody>
                  <a:tcPr/>
                </a:tc>
                <a:extLst>
                  <a:ext uri="{0D108BD9-81ED-4DB2-BD59-A6C34878D82A}">
                    <a16:rowId xmlns:a16="http://schemas.microsoft.com/office/drawing/2014/main" val="1624938351"/>
                  </a:ext>
                </a:extLst>
              </a:tr>
              <a:tr h="1021229">
                <a:tc>
                  <a:txBody>
                    <a:bodyPr/>
                    <a:lstStyle/>
                    <a:p>
                      <a:pPr algn="ctr"/>
                      <a:r>
                        <a:rPr lang="it-IT" i="1" dirty="0" err="1"/>
                        <a:t>server_aggregatore_thread</a:t>
                      </a:r>
                      <a:endParaRPr lang="it-IT" i="1" dirty="0"/>
                    </a:p>
                  </a:txBody>
                  <a:tcPr/>
                </a:tc>
                <a:tc>
                  <a:txBody>
                    <a:bodyPr/>
                    <a:lstStyle/>
                    <a:p>
                      <a:pPr algn="ctr"/>
                      <a:r>
                        <a:rPr lang="it-IT" dirty="0"/>
                        <a:t>7</a:t>
                      </a:r>
                    </a:p>
                  </a:txBody>
                  <a:tcPr/>
                </a:tc>
                <a:tc>
                  <a:txBody>
                    <a:bodyPr/>
                    <a:lstStyle/>
                    <a:p>
                      <a:pPr algn="ctr"/>
                      <a:r>
                        <a:rPr lang="it-IT" dirty="0"/>
                        <a:t>0</a:t>
                      </a:r>
                    </a:p>
                  </a:txBody>
                  <a:tcPr/>
                </a:tc>
                <a:tc>
                  <a:txBody>
                    <a:bodyPr/>
                    <a:lstStyle/>
                    <a:p>
                      <a:pPr algn="ctr"/>
                      <a:r>
                        <a:rPr lang="it-IT" dirty="0"/>
                        <a:t>23</a:t>
                      </a:r>
                    </a:p>
                  </a:txBody>
                  <a:tcPr/>
                </a:tc>
                <a:tc>
                  <a:txBody>
                    <a:bodyPr/>
                    <a:lstStyle/>
                    <a:p>
                      <a:pPr algn="ctr"/>
                      <a:r>
                        <a:rPr lang="it-IT" dirty="0"/>
                        <a:t>1</a:t>
                      </a:r>
                    </a:p>
                  </a:txBody>
                  <a:tcPr/>
                </a:tc>
                <a:tc>
                  <a:txBody>
                    <a:bodyPr/>
                    <a:lstStyle/>
                    <a:p>
                      <a:pPr algn="ctr"/>
                      <a:r>
                        <a:rPr lang="it-IT" dirty="0"/>
                        <a:t>162</a:t>
                      </a:r>
                    </a:p>
                  </a:txBody>
                  <a:tcPr/>
                </a:tc>
                <a:tc>
                  <a:txBody>
                    <a:bodyPr/>
                    <a:lstStyle/>
                    <a:p>
                      <a:pPr algn="ctr"/>
                      <a:r>
                        <a:rPr lang="it-IT" dirty="0"/>
                        <a:t>2</a:t>
                      </a:r>
                    </a:p>
                  </a:txBody>
                  <a:tcPr/>
                </a:tc>
                <a:tc>
                  <a:txBody>
                    <a:bodyPr/>
                    <a:lstStyle/>
                    <a:p>
                      <a:pPr algn="ctr"/>
                      <a:r>
                        <a:rPr lang="it-IT" dirty="0"/>
                        <a:t>49</a:t>
                      </a:r>
                    </a:p>
                  </a:txBody>
                  <a:tcPr/>
                </a:tc>
                <a:extLst>
                  <a:ext uri="{0D108BD9-81ED-4DB2-BD59-A6C34878D82A}">
                    <a16:rowId xmlns:a16="http://schemas.microsoft.com/office/drawing/2014/main" val="2111000489"/>
                  </a:ext>
                </a:extLst>
              </a:tr>
              <a:tr h="1327598">
                <a:tc>
                  <a:txBody>
                    <a:bodyPr/>
                    <a:lstStyle/>
                    <a:p>
                      <a:pPr algn="ctr"/>
                      <a:r>
                        <a:rPr lang="it-IT" i="1" dirty="0" err="1"/>
                        <a:t>un_primo_esempio_di_server_multithread</a:t>
                      </a:r>
                      <a:endParaRPr lang="it-IT" i="1" dirty="0"/>
                    </a:p>
                  </a:txBody>
                  <a:tcPr/>
                </a:tc>
                <a:tc>
                  <a:txBody>
                    <a:bodyPr/>
                    <a:lstStyle/>
                    <a:p>
                      <a:pPr algn="ctr"/>
                      <a:r>
                        <a:rPr lang="it-IT" dirty="0"/>
                        <a:t>105</a:t>
                      </a:r>
                    </a:p>
                  </a:txBody>
                  <a:tcPr/>
                </a:tc>
                <a:tc>
                  <a:txBody>
                    <a:bodyPr/>
                    <a:lstStyle/>
                    <a:p>
                      <a:pPr algn="ctr"/>
                      <a:r>
                        <a:rPr lang="it-IT" dirty="0"/>
                        <a:t>0</a:t>
                      </a:r>
                    </a:p>
                  </a:txBody>
                  <a:tcPr/>
                </a:tc>
                <a:tc>
                  <a:txBody>
                    <a:bodyPr/>
                    <a:lstStyle/>
                    <a:p>
                      <a:pPr algn="ctr"/>
                      <a:r>
                        <a:rPr lang="it-IT" dirty="0"/>
                        <a:t>36</a:t>
                      </a:r>
                    </a:p>
                  </a:txBody>
                  <a:tcPr/>
                </a:tc>
                <a:tc>
                  <a:txBody>
                    <a:bodyPr/>
                    <a:lstStyle/>
                    <a:p>
                      <a:pPr algn="ctr"/>
                      <a:r>
                        <a:rPr lang="it-IT" dirty="0"/>
                        <a:t>2</a:t>
                      </a:r>
                    </a:p>
                  </a:txBody>
                  <a:tcPr/>
                </a:tc>
                <a:tc>
                  <a:txBody>
                    <a:bodyPr/>
                    <a:lstStyle/>
                    <a:p>
                      <a:pPr algn="ctr"/>
                      <a:r>
                        <a:rPr lang="it-IT" dirty="0"/>
                        <a:t>45</a:t>
                      </a:r>
                    </a:p>
                  </a:txBody>
                  <a:tcPr/>
                </a:tc>
                <a:tc>
                  <a:txBody>
                    <a:bodyPr/>
                    <a:lstStyle/>
                    <a:p>
                      <a:pPr algn="ctr"/>
                      <a:r>
                        <a:rPr lang="it-IT" dirty="0"/>
                        <a:t>41</a:t>
                      </a:r>
                    </a:p>
                  </a:txBody>
                  <a:tcPr/>
                </a:tc>
                <a:tc>
                  <a:txBody>
                    <a:bodyPr/>
                    <a:lstStyle/>
                    <a:p>
                      <a:pPr algn="ctr"/>
                      <a:r>
                        <a:rPr lang="it-IT" dirty="0"/>
                        <a:t>133</a:t>
                      </a:r>
                    </a:p>
                  </a:txBody>
                  <a:tcPr/>
                </a:tc>
                <a:extLst>
                  <a:ext uri="{0D108BD9-81ED-4DB2-BD59-A6C34878D82A}">
                    <a16:rowId xmlns:a16="http://schemas.microsoft.com/office/drawing/2014/main" val="192241840"/>
                  </a:ext>
                </a:extLst>
              </a:tr>
            </a:tbl>
          </a:graphicData>
        </a:graphic>
      </p:graphicFrame>
    </p:spTree>
    <p:extLst>
      <p:ext uri="{BB962C8B-B14F-4D97-AF65-F5344CB8AC3E}">
        <p14:creationId xmlns:p14="http://schemas.microsoft.com/office/powerpoint/2010/main" val="200370462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8363AB-38CE-3AC2-1065-EC960CDCAEA1}"/>
              </a:ext>
            </a:extLst>
          </p:cNvPr>
          <p:cNvSpPr>
            <a:spLocks noGrp="1"/>
          </p:cNvSpPr>
          <p:nvPr>
            <p:ph type="title"/>
          </p:nvPr>
        </p:nvSpPr>
        <p:spPr>
          <a:xfrm>
            <a:off x="304033" y="270954"/>
            <a:ext cx="9380741" cy="1400530"/>
          </a:xfrm>
        </p:spPr>
        <p:txBody>
          <a:bodyPr/>
          <a:lstStyle/>
          <a:p>
            <a:r>
              <a:rPr lang="it-IT" dirty="0"/>
              <a:t>Analisi effettuate mediante LLM, esercitazione 5</a:t>
            </a:r>
          </a:p>
        </p:txBody>
      </p:sp>
      <p:sp>
        <p:nvSpPr>
          <p:cNvPr id="3" name="Segnaposto contenuto 2">
            <a:extLst>
              <a:ext uri="{FF2B5EF4-FFF2-40B4-BE49-F238E27FC236}">
                <a16:creationId xmlns:a16="http://schemas.microsoft.com/office/drawing/2014/main" id="{FE8E244F-E0E7-6602-DF9C-C278A7003585}"/>
              </a:ext>
            </a:extLst>
          </p:cNvPr>
          <p:cNvSpPr>
            <a:spLocks noGrp="1"/>
          </p:cNvSpPr>
          <p:nvPr>
            <p:ph idx="1"/>
          </p:nvPr>
        </p:nvSpPr>
        <p:spPr>
          <a:xfrm>
            <a:off x="1002890" y="1671484"/>
            <a:ext cx="9046963" cy="4576915"/>
          </a:xfrm>
        </p:spPr>
        <p:txBody>
          <a:bodyPr>
            <a:normAutofit/>
          </a:bodyPr>
          <a:lstStyle/>
          <a:p>
            <a:pPr marL="0" indent="0">
              <a:buNone/>
            </a:pPr>
            <a:r>
              <a:rPr lang="it-IT" dirty="0"/>
              <a:t>Su un totale di 330 esercizi sono state condotte le seguenti analisi: </a:t>
            </a:r>
          </a:p>
          <a:p>
            <a:pPr marL="457200" indent="-457200">
              <a:buFont typeface="+mj-lt"/>
              <a:buAutoNum type="arabicPeriod"/>
            </a:pPr>
            <a:r>
              <a:rPr lang="it-IT" dirty="0"/>
              <a:t>Distribuzione per </a:t>
            </a:r>
            <a:r>
              <a:rPr lang="it-IT" dirty="0" err="1"/>
              <a:t>failure</a:t>
            </a:r>
            <a:r>
              <a:rPr lang="it-IT" dirty="0"/>
              <a:t> </a:t>
            </a:r>
            <a:r>
              <a:rPr lang="it-IT" dirty="0" err="1"/>
              <a:t>category</a:t>
            </a:r>
            <a:r>
              <a:rPr lang="it-IT" dirty="0"/>
              <a:t>.</a:t>
            </a:r>
          </a:p>
          <a:p>
            <a:pPr marL="457200" indent="-457200">
              <a:buFont typeface="+mj-lt"/>
              <a:buAutoNum type="arabicPeriod"/>
            </a:pPr>
            <a:r>
              <a:rPr lang="it-IT" dirty="0"/>
              <a:t>Analisi </a:t>
            </a:r>
            <a:r>
              <a:rPr lang="it-IT" dirty="0" err="1"/>
              <a:t>dynamic_failure</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a:t>
            </a:r>
            <a:r>
              <a:rPr lang="it-IT" dirty="0" err="1"/>
              <a:t>static_failure</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corretti:</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endParaRPr lang="it-IT" dirty="0"/>
          </a:p>
          <a:p>
            <a:endParaRPr lang="it-IT" dirty="0"/>
          </a:p>
        </p:txBody>
      </p:sp>
    </p:spTree>
    <p:extLst>
      <p:ext uri="{BB962C8B-B14F-4D97-AF65-F5344CB8AC3E}">
        <p14:creationId xmlns:p14="http://schemas.microsoft.com/office/powerpoint/2010/main" val="2218945759"/>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CDC65-4F95-265B-8827-FB3B83E9A9E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04E146E-3F6C-3A25-3D79-C191C068AA26}"/>
              </a:ext>
            </a:extLst>
          </p:cNvPr>
          <p:cNvSpPr>
            <a:spLocks noGrp="1"/>
          </p:cNvSpPr>
          <p:nvPr>
            <p:ph type="title"/>
          </p:nvPr>
        </p:nvSpPr>
        <p:spPr>
          <a:xfrm>
            <a:off x="158517" y="169604"/>
            <a:ext cx="10106360" cy="1400530"/>
          </a:xfrm>
        </p:spPr>
        <p:txBody>
          <a:bodyPr/>
          <a:lstStyle/>
          <a:p>
            <a:r>
              <a:rPr lang="it-IT" dirty="0"/>
              <a:t>Distribuzione per </a:t>
            </a:r>
            <a:r>
              <a:rPr lang="it-IT" dirty="0" err="1"/>
              <a:t>failure</a:t>
            </a:r>
            <a:r>
              <a:rPr lang="it-IT" dirty="0"/>
              <a:t> </a:t>
            </a:r>
            <a:r>
              <a:rPr lang="it-IT" dirty="0" err="1"/>
              <a:t>category</a:t>
            </a:r>
            <a:r>
              <a:rPr lang="it-IT" dirty="0"/>
              <a:t> (tutti i </a:t>
            </a:r>
            <a:r>
              <a:rPr lang="it-IT" dirty="0" err="1"/>
              <a:t>commit</a:t>
            </a:r>
            <a:r>
              <a:rPr lang="it-IT" dirty="0"/>
              <a:t>, analizzando solo modifiche)</a:t>
            </a:r>
          </a:p>
        </p:txBody>
      </p:sp>
      <p:pic>
        <p:nvPicPr>
          <p:cNvPr id="9" name="Segnaposto contenuto 8">
            <a:extLst>
              <a:ext uri="{FF2B5EF4-FFF2-40B4-BE49-F238E27FC236}">
                <a16:creationId xmlns:a16="http://schemas.microsoft.com/office/drawing/2014/main" id="{97988DCD-7FCD-D93F-FC38-C00CC5C8D2F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0420" y="1796276"/>
            <a:ext cx="7797110" cy="4678266"/>
          </a:xfrm>
          <a:prstGeom prst="rect">
            <a:avLst/>
          </a:prstGeom>
        </p:spPr>
      </p:pic>
    </p:spTree>
    <p:extLst>
      <p:ext uri="{BB962C8B-B14F-4D97-AF65-F5344CB8AC3E}">
        <p14:creationId xmlns:p14="http://schemas.microsoft.com/office/powerpoint/2010/main" val="120719406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AEA5EE-C1C2-1793-BE90-8A7CA364F720}"/>
              </a:ext>
            </a:extLst>
          </p:cNvPr>
          <p:cNvSpPr>
            <a:spLocks noGrp="1"/>
          </p:cNvSpPr>
          <p:nvPr>
            <p:ph type="title"/>
          </p:nvPr>
        </p:nvSpPr>
        <p:spPr/>
        <p:txBody>
          <a:bodyPr/>
          <a:lstStyle/>
          <a:p>
            <a:r>
              <a:rPr lang="it-IT" dirty="0"/>
              <a:t>Distribuzione per </a:t>
            </a:r>
            <a:r>
              <a:rPr lang="it-IT" dirty="0" err="1"/>
              <a:t>failure</a:t>
            </a:r>
            <a:r>
              <a:rPr lang="it-IT" dirty="0"/>
              <a:t> </a:t>
            </a:r>
            <a:r>
              <a:rPr lang="it-IT" dirty="0" err="1"/>
              <a:t>category</a:t>
            </a:r>
            <a:endParaRPr lang="it-IT" dirty="0"/>
          </a:p>
        </p:txBody>
      </p:sp>
      <p:pic>
        <p:nvPicPr>
          <p:cNvPr id="9" name="Segnaposto contenuto 8">
            <a:extLst>
              <a:ext uri="{FF2B5EF4-FFF2-40B4-BE49-F238E27FC236}">
                <a16:creationId xmlns:a16="http://schemas.microsoft.com/office/drawing/2014/main" id="{CB5E335E-6719-D7FE-7FA8-17807A99FDA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0420" y="1570134"/>
            <a:ext cx="7797110" cy="4678266"/>
          </a:xfrm>
          <a:prstGeom prst="rect">
            <a:avLst/>
          </a:prstGeom>
        </p:spPr>
      </p:pic>
    </p:spTree>
    <p:extLst>
      <p:ext uri="{BB962C8B-B14F-4D97-AF65-F5344CB8AC3E}">
        <p14:creationId xmlns:p14="http://schemas.microsoft.com/office/powerpoint/2010/main" val="184214854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3C6E78-26E1-A896-00D8-72642E7B51C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Failure - </a:t>
            </a:r>
            <a:r>
              <a:rPr lang="en-US" sz="2200" dirty="0" err="1"/>
              <a:t>Analisi</a:t>
            </a:r>
            <a:r>
              <a:rPr lang="en-US" sz="2200" dirty="0"/>
              <a:t> Output LLM </a:t>
            </a:r>
            <a:r>
              <a:rPr lang="en-US" sz="2200" dirty="0" err="1"/>
              <a:t>Primario</a:t>
            </a:r>
            <a:br>
              <a:rPr lang="en-US" sz="2200" dirty="0"/>
            </a:br>
            <a:endParaRPr lang="en-US" sz="2200" dirty="0"/>
          </a:p>
        </p:txBody>
      </p:sp>
      <p:sp>
        <p:nvSpPr>
          <p:cNvPr id="19"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0" name="Rectangle 12">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22" name="Rectangle 16">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6" name="CasellaDiTesto 5">
            <a:extLst>
              <a:ext uri="{FF2B5EF4-FFF2-40B4-BE49-F238E27FC236}">
                <a16:creationId xmlns:a16="http://schemas.microsoft.com/office/drawing/2014/main" id="{A98BA070-4B76-022A-8092-01D2CE3782C6}"/>
              </a:ext>
            </a:extLst>
          </p:cNvPr>
          <p:cNvSpPr txBox="1"/>
          <p:nvPr/>
        </p:nvSpPr>
        <p:spPr>
          <a:xfrm>
            <a:off x="643855" y="3072385"/>
            <a:ext cx="3108057" cy="2947415"/>
          </a:xfrm>
          <a:prstGeom prst="rect">
            <a:avLst/>
          </a:prstGeom>
        </p:spPr>
        <p:txBody>
          <a:bodyPr vert="horz" lIns="91440" tIns="45720" rIns="91440" bIns="45720" rtlCol="0">
            <a:normAutofit/>
          </a:bodyPr>
          <a:lstStyle/>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output è </a:t>
            </a:r>
            <a:r>
              <a:rPr lang="en-US" sz="1400" dirty="0" err="1">
                <a:latin typeface="+mj-lt"/>
                <a:ea typeface="+mj-ea"/>
                <a:cs typeface="+mj-cs"/>
              </a:rPr>
              <a:t>corretto</a:t>
            </a:r>
            <a:r>
              <a:rPr lang="en-US" sz="1400" dirty="0">
                <a:latin typeface="+mj-lt"/>
                <a:ea typeface="+mj-ea"/>
                <a:cs typeface="+mj-cs"/>
              </a:rPr>
              <a:t> (non trova </a:t>
            </a:r>
            <a:r>
              <a:rPr lang="en-US" sz="1400" dirty="0" err="1">
                <a:latin typeface="+mj-lt"/>
                <a:ea typeface="+mj-ea"/>
                <a:cs typeface="+mj-cs"/>
              </a:rPr>
              <a:t>l'errore</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ma </a:t>
            </a:r>
            <a:r>
              <a:rPr lang="en-US" sz="1400" dirty="0" err="1">
                <a:latin typeface="+mj-lt"/>
                <a:ea typeface="+mj-ea"/>
                <a:cs typeface="+mj-cs"/>
              </a:rPr>
              <a:t>diagnosi</a:t>
            </a:r>
            <a:r>
              <a:rPr lang="en-US" sz="1400" dirty="0">
                <a:latin typeface="+mj-lt"/>
                <a:ea typeface="+mj-ea"/>
                <a:cs typeface="+mj-cs"/>
              </a:rPr>
              <a:t> output non è </a:t>
            </a:r>
            <a:r>
              <a:rPr lang="en-US" sz="1400" dirty="0" err="1">
                <a:latin typeface="+mj-lt"/>
                <a:ea typeface="+mj-ea"/>
                <a:cs typeface="+mj-cs"/>
              </a:rPr>
              <a:t>corretta</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e la </a:t>
            </a:r>
            <a:r>
              <a:rPr lang="en-US" sz="1400" dirty="0" err="1">
                <a:latin typeface="+mj-lt"/>
                <a:ea typeface="+mj-ea"/>
                <a:cs typeface="+mj-cs"/>
              </a:rPr>
              <a:t>diagnosi</a:t>
            </a:r>
            <a:r>
              <a:rPr lang="en-US" sz="1400" dirty="0">
                <a:latin typeface="+mj-lt"/>
                <a:ea typeface="+mj-ea"/>
                <a:cs typeface="+mj-cs"/>
              </a:rPr>
              <a:t> output è </a:t>
            </a:r>
            <a:r>
              <a:rPr lang="en-US" sz="1400" dirty="0" err="1">
                <a:latin typeface="+mj-lt"/>
                <a:ea typeface="+mj-ea"/>
                <a:cs typeface="+mj-cs"/>
              </a:rPr>
              <a:t>corretta</a:t>
            </a:r>
            <a:r>
              <a:rPr lang="en-US" sz="1400" dirty="0">
                <a:latin typeface="+mj-lt"/>
                <a:ea typeface="+mj-ea"/>
                <a:cs typeface="+mj-cs"/>
              </a:rPr>
              <a:t>.</a:t>
            </a:r>
          </a:p>
        </p:txBody>
      </p:sp>
      <p:pic>
        <p:nvPicPr>
          <p:cNvPr id="5" name="Segnaposto contenuto 4">
            <a:extLst>
              <a:ext uri="{FF2B5EF4-FFF2-40B4-BE49-F238E27FC236}">
                <a16:creationId xmlns:a16="http://schemas.microsoft.com/office/drawing/2014/main" id="{E5947B34-239C-979C-B779-56571887CEE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5048451" y="1785046"/>
            <a:ext cx="6495847" cy="3897507"/>
          </a:xfrm>
          <a:prstGeom prst="rect">
            <a:avLst/>
          </a:prstGeom>
          <a:effectLst/>
        </p:spPr>
      </p:pic>
    </p:spTree>
    <p:extLst>
      <p:ext uri="{BB962C8B-B14F-4D97-AF65-F5344CB8AC3E}">
        <p14:creationId xmlns:p14="http://schemas.microsoft.com/office/powerpoint/2010/main" val="440999752"/>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88A0425F-C9F9-F634-67BD-1DDC3D6F1A8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5FC346D-60A1-0A4E-4785-3DF47D6A577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Failure - </a:t>
            </a:r>
            <a:r>
              <a:rPr lang="en-US" sz="2200" dirty="0" err="1"/>
              <a:t>Analisi</a:t>
            </a:r>
            <a:r>
              <a:rPr lang="en-US" sz="2200" dirty="0"/>
              <a:t> </a:t>
            </a:r>
            <a:r>
              <a:rPr lang="en-US" sz="2200" dirty="0" err="1"/>
              <a:t>Codice</a:t>
            </a:r>
            <a:r>
              <a:rPr lang="en-US" sz="2200" dirty="0"/>
              <a:t> LLM </a:t>
            </a:r>
            <a:r>
              <a:rPr lang="en-US" sz="2200" dirty="0" err="1"/>
              <a:t>Primario</a:t>
            </a:r>
            <a:br>
              <a:rPr lang="en-US" sz="2200" dirty="0"/>
            </a:br>
            <a:endParaRPr lang="en-US" sz="2200" dirty="0"/>
          </a:p>
        </p:txBody>
      </p:sp>
      <p:sp>
        <p:nvSpPr>
          <p:cNvPr id="15"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7" name="Rectangle 16">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13" name="Rectangle 20">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10" name="Segnaposto contenuto 9">
            <a:extLst>
              <a:ext uri="{FF2B5EF4-FFF2-40B4-BE49-F238E27FC236}">
                <a16:creationId xmlns:a16="http://schemas.microsoft.com/office/drawing/2014/main" id="{CEE1AAD0-A7B9-8E2D-2503-18486F0F73F0}"/>
              </a:ext>
            </a:extLst>
          </p:cNvPr>
          <p:cNvSpPr>
            <a:spLocks noGrp="1"/>
          </p:cNvSpPr>
          <p:nvPr>
            <p:ph idx="1"/>
          </p:nvPr>
        </p:nvSpPr>
        <p:spPr>
          <a:xfrm>
            <a:off x="643855" y="3072385"/>
            <a:ext cx="3108057" cy="2947415"/>
          </a:xfrm>
        </p:spPr>
        <p:txBody>
          <a:bodyPr vert="horz" lIns="91440" tIns="45720" rIns="91440" bIns="45720" rtlCol="0">
            <a:normAutofit/>
          </a:bodyPr>
          <a:lstStyle/>
          <a:p>
            <a:pPr marL="285750" indent="-285750"/>
            <a:r>
              <a:rPr lang="en-US" sz="1400" dirty="0"/>
              <a:t>% LLM </a:t>
            </a:r>
            <a:r>
              <a:rPr lang="en-US" sz="1400" dirty="0" err="1"/>
              <a:t>primario</a:t>
            </a:r>
            <a:r>
              <a:rPr lang="en-US" sz="1400" dirty="0"/>
              <a:t> dice di non aver </a:t>
            </a:r>
            <a:r>
              <a:rPr lang="en-US" sz="1400" dirty="0" err="1"/>
              <a:t>trovato</a:t>
            </a:r>
            <a:r>
              <a:rPr lang="en-US" sz="1400" dirty="0"/>
              <a:t> </a:t>
            </a:r>
            <a:r>
              <a:rPr lang="en-US" sz="1400" dirty="0" err="1"/>
              <a:t>l'errore</a:t>
            </a:r>
            <a:r>
              <a:rPr lang="en-US" sz="1400" dirty="0"/>
              <a:t> </a:t>
            </a:r>
            <a:r>
              <a:rPr lang="en-US" sz="1400" dirty="0" err="1"/>
              <a:t>nel</a:t>
            </a:r>
            <a:r>
              <a:rPr lang="en-US" sz="1400" dirty="0"/>
              <a:t> </a:t>
            </a:r>
            <a:r>
              <a:rPr lang="en-US" sz="1400" dirty="0" err="1"/>
              <a:t>codice</a:t>
            </a:r>
            <a:r>
              <a:rPr lang="en-US" sz="1400" dirty="0"/>
              <a:t>. </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ma </a:t>
            </a:r>
            <a:r>
              <a:rPr lang="en-US" sz="1400" dirty="0" err="1"/>
              <a:t>diagnosi</a:t>
            </a:r>
            <a:r>
              <a:rPr lang="en-US" sz="1400" dirty="0"/>
              <a:t> </a:t>
            </a:r>
            <a:r>
              <a:rPr lang="en-US" sz="1400" dirty="0" err="1"/>
              <a:t>codice</a:t>
            </a:r>
            <a:r>
              <a:rPr lang="en-US" sz="1400" dirty="0"/>
              <a:t> non è </a:t>
            </a:r>
            <a:r>
              <a:rPr lang="en-US" sz="1400" dirty="0" err="1"/>
              <a:t>corretta</a:t>
            </a:r>
            <a:r>
              <a:rPr lang="en-US" sz="1400" dirty="0"/>
              <a:t>.</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e la </a:t>
            </a:r>
            <a:r>
              <a:rPr lang="en-US" sz="1400" dirty="0" err="1"/>
              <a:t>diagnosi</a:t>
            </a:r>
            <a:r>
              <a:rPr lang="en-US" sz="1400" dirty="0"/>
              <a:t> </a:t>
            </a:r>
            <a:r>
              <a:rPr lang="en-US" sz="1400" dirty="0" err="1"/>
              <a:t>codice</a:t>
            </a:r>
            <a:r>
              <a:rPr lang="en-US" sz="1400" dirty="0"/>
              <a:t> è </a:t>
            </a:r>
            <a:r>
              <a:rPr lang="en-US" sz="1400" dirty="0" err="1"/>
              <a:t>corretta</a:t>
            </a:r>
            <a:r>
              <a:rPr lang="en-US" sz="1400" dirty="0"/>
              <a:t>.</a:t>
            </a:r>
          </a:p>
        </p:txBody>
      </p:sp>
      <p:pic>
        <p:nvPicPr>
          <p:cNvPr id="8" name="Immagine 7">
            <a:extLst>
              <a:ext uri="{FF2B5EF4-FFF2-40B4-BE49-F238E27FC236}">
                <a16:creationId xmlns:a16="http://schemas.microsoft.com/office/drawing/2014/main" id="{67C966C0-469A-C4F3-4E73-47707D821D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48455" y="1785046"/>
            <a:ext cx="6495836" cy="3897502"/>
          </a:xfrm>
          <a:prstGeom prst="rect">
            <a:avLst/>
          </a:prstGeom>
          <a:effectLst/>
        </p:spPr>
      </p:pic>
    </p:spTree>
    <p:extLst>
      <p:ext uri="{BB962C8B-B14F-4D97-AF65-F5344CB8AC3E}">
        <p14:creationId xmlns:p14="http://schemas.microsoft.com/office/powerpoint/2010/main" val="1110123291"/>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1A1C7E8-528E-0A97-9EDD-17D439CC3C6B}"/>
              </a:ext>
            </a:extLst>
          </p:cNvPr>
          <p:cNvSpPr>
            <a:spLocks noGrp="1"/>
          </p:cNvSpPr>
          <p:nvPr>
            <p:ph type="title"/>
          </p:nvPr>
        </p:nvSpPr>
        <p:spPr/>
        <p:txBody>
          <a:bodyPr/>
          <a:lstStyle/>
          <a:p>
            <a:r>
              <a:rPr lang="it-IT" dirty="0"/>
              <a:t>Possibili cause errori LLM(</a:t>
            </a:r>
            <a:r>
              <a:rPr lang="it-IT" dirty="0" err="1"/>
              <a:t>dynamic</a:t>
            </a:r>
            <a:r>
              <a:rPr lang="it-IT" dirty="0"/>
              <a:t> </a:t>
            </a:r>
            <a:r>
              <a:rPr lang="it-IT" dirty="0" err="1"/>
              <a:t>failure</a:t>
            </a:r>
            <a:r>
              <a:rPr lang="it-IT" dirty="0"/>
              <a:t>)</a:t>
            </a:r>
          </a:p>
        </p:txBody>
      </p:sp>
      <p:sp>
        <p:nvSpPr>
          <p:cNvPr id="3" name="Segnaposto contenuto 2">
            <a:extLst>
              <a:ext uri="{FF2B5EF4-FFF2-40B4-BE49-F238E27FC236}">
                <a16:creationId xmlns:a16="http://schemas.microsoft.com/office/drawing/2014/main" id="{7B1E2BBC-2608-2BA0-D32F-6239FFC6D173}"/>
              </a:ext>
            </a:extLst>
          </p:cNvPr>
          <p:cNvSpPr>
            <a:spLocks noGrp="1"/>
          </p:cNvSpPr>
          <p:nvPr>
            <p:ph idx="1"/>
          </p:nvPr>
        </p:nvSpPr>
        <p:spPr>
          <a:xfrm>
            <a:off x="645131" y="1956620"/>
            <a:ext cx="11133913" cy="4748980"/>
          </a:xfrm>
        </p:spPr>
        <p:txBody>
          <a:bodyPr>
            <a:normAutofit fontScale="85000" lnSpcReduction="20000"/>
          </a:bodyPr>
          <a:lstStyle/>
          <a:p>
            <a:pPr marL="0" indent="0">
              <a:buNone/>
            </a:pPr>
            <a:r>
              <a:rPr lang="it-IT" b="1" dirty="0"/>
              <a:t>Esempio comune: </a:t>
            </a:r>
            <a:r>
              <a:rPr lang="it-IT" dirty="0"/>
              <a:t>al3ssandr0rabb0ni, esercizio </a:t>
            </a:r>
            <a:r>
              <a:rPr lang="it-IT" dirty="0" err="1"/>
              <a:t>remote_procedure_call</a:t>
            </a:r>
            <a:r>
              <a:rPr lang="it-IT" dirty="0"/>
              <a:t>, </a:t>
            </a:r>
            <a:r>
              <a:rPr lang="it-IT" dirty="0" err="1"/>
              <a:t>commit</a:t>
            </a:r>
            <a:r>
              <a:rPr lang="it-IT" dirty="0"/>
              <a:t> 0a4946a00cc75cae2debdbae9af82eed1c221a95</a:t>
            </a:r>
          </a:p>
          <a:p>
            <a:pPr marL="0" indent="0">
              <a:buNone/>
            </a:pPr>
            <a:r>
              <a:rPr lang="it-IT" b="1" dirty="0"/>
              <a:t>Diagnosi codice LLM(YES, </a:t>
            </a:r>
            <a:r>
              <a:rPr lang="it-IT" b="1" dirty="0" err="1"/>
              <a:t>correct</a:t>
            </a:r>
            <a:r>
              <a:rPr lang="it-IT" b="1" dirty="0"/>
              <a:t>): </a:t>
            </a:r>
            <a:r>
              <a:rPr lang="en-US" dirty="0"/>
              <a:t>No concrete correctness concrete defect is visible from the provided code and runtime context. The communication between the client and server via message queues appears coherent, with proper message types and payloads being sent and received. The worker threads process requests correctly, and synchronization for shared resources is implemented using mutexes and condition variables. The observed runtime output matches the expected behavior described in the exercise.</a:t>
            </a:r>
          </a:p>
          <a:p>
            <a:pPr marL="0" indent="0">
              <a:buNone/>
            </a:pPr>
            <a:r>
              <a:rPr lang="it-IT" b="1" dirty="0"/>
              <a:t>Diagnosi giudice codice(NO): </a:t>
            </a:r>
            <a:r>
              <a:rPr lang="en-US" dirty="0"/>
              <a:t>The diagnosis claims no concrete correctness defect is visible, but the observed feedback explicitly mentions incorrect execution due to an error in the value of \"PRODUCI CON SOMMA\" and a mismatch in the total number of messages. The diff shows structural differences in message queue permissions, </a:t>
            </a:r>
            <a:r>
              <a:rPr lang="en-US" dirty="0" err="1"/>
              <a:t>msgctl</a:t>
            </a:r>
            <a:r>
              <a:rPr lang="en-US" dirty="0"/>
              <a:t> calls, and message handling logic, which could plausibly cause the observed issues. The diagnosis fails to address these differences and their potential impact on correctness, making it incomplete and inaccurate.</a:t>
            </a:r>
            <a:endParaRPr lang="it-IT" dirty="0"/>
          </a:p>
          <a:p>
            <a:r>
              <a:rPr lang="it-IT" dirty="0"/>
              <a:t>Il modello si aspetta che PRODUCI e PRODUCI_CON_SOMMA restituiscano subito il risultato finale, e per questo segnala un errore quando vede 0. In realtà, il risultato corretto viene calcolato e restituito solo più tardi da CONSUMA.</a:t>
            </a:r>
          </a:p>
          <a:p>
            <a:r>
              <a:rPr lang="it-IT" dirty="0"/>
              <a:t>Nella diagnosi del codice, il modello si basa su questa ipotesi plausibile invece di seguire il flusso reale: di conseguenza spesso </a:t>
            </a:r>
            <a:r>
              <a:rPr lang="it-IT" b="1" dirty="0"/>
              <a:t>manca il vero bug</a:t>
            </a:r>
            <a:r>
              <a:rPr lang="it-IT" dirty="0"/>
              <a:t> o segnala problemi irrilevanti.</a:t>
            </a:r>
          </a:p>
        </p:txBody>
      </p:sp>
    </p:spTree>
    <p:extLst>
      <p:ext uri="{BB962C8B-B14F-4D97-AF65-F5344CB8AC3E}">
        <p14:creationId xmlns:p14="http://schemas.microsoft.com/office/powerpoint/2010/main" val="3559349616"/>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8E4098-A90E-7297-148B-44D46EA7E70A}"/>
              </a:ext>
            </a:extLst>
          </p:cNvPr>
          <p:cNvSpPr>
            <a:spLocks noGrp="1"/>
          </p:cNvSpPr>
          <p:nvPr>
            <p:ph type="title"/>
          </p:nvPr>
        </p:nvSpPr>
        <p:spPr>
          <a:xfrm>
            <a:off x="648931" y="629266"/>
            <a:ext cx="4166510" cy="1622321"/>
          </a:xfrm>
        </p:spPr>
        <p:txBody>
          <a:bodyPr vert="horz" lIns="91440" tIns="45720" rIns="91440" bIns="45720" rtlCol="0" anchor="t">
            <a:normAutofit/>
          </a:bodyPr>
          <a:lstStyle/>
          <a:p>
            <a:pPr>
              <a:lnSpc>
                <a:spcPct val="90000"/>
              </a:lnSpc>
            </a:pPr>
            <a:r>
              <a:rPr lang="en-US" sz="3300" dirty="0"/>
              <a:t>Static Failure - </a:t>
            </a:r>
            <a:r>
              <a:rPr lang="en-US" sz="3300" dirty="0" err="1"/>
              <a:t>Analisi</a:t>
            </a:r>
            <a:r>
              <a:rPr lang="en-US" sz="3300" dirty="0"/>
              <a:t> Output LLM </a:t>
            </a:r>
            <a:r>
              <a:rPr lang="en-US" sz="3300" dirty="0" err="1"/>
              <a:t>Primario</a:t>
            </a:r>
            <a:endParaRPr lang="en-US" sz="3300" dirty="0"/>
          </a:p>
        </p:txBody>
      </p:sp>
      <p:sp>
        <p:nvSpPr>
          <p:cNvPr id="6" name="CasellaDiTesto 5">
            <a:extLst>
              <a:ext uri="{FF2B5EF4-FFF2-40B4-BE49-F238E27FC236}">
                <a16:creationId xmlns:a16="http://schemas.microsoft.com/office/drawing/2014/main" id="{3DA6B73A-4089-5383-4472-FC6BA0B03615}"/>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a:t>
            </a:r>
            <a:r>
              <a:rPr lang="en-US" dirty="0">
                <a:latin typeface="+mj-lt"/>
                <a:ea typeface="+mj-ea"/>
                <a:cs typeface="+mj-cs"/>
              </a:rPr>
              <a:t>output </a:t>
            </a:r>
            <a:r>
              <a:rPr lang="en-US">
                <a:latin typeface="+mj-lt"/>
                <a:ea typeface="+mj-ea"/>
                <a:cs typeface="+mj-cs"/>
              </a:rPr>
              <a:t>è corretto </a:t>
            </a:r>
            <a:r>
              <a:rPr lang="en-US" dirty="0">
                <a:latin typeface="+mj-lt"/>
                <a:ea typeface="+mj-ea"/>
                <a:cs typeface="+mj-cs"/>
              </a:rPr>
              <a:t>(è ok</a:t>
            </a:r>
            <a:r>
              <a:rPr lang="en-US">
                <a:latin typeface="+mj-lt"/>
                <a:ea typeface="+mj-ea"/>
                <a:cs typeface="+mj-cs"/>
              </a:rPr>
              <a:t>, si </a:t>
            </a:r>
            <a:r>
              <a:rPr lang="en-US" dirty="0">
                <a:latin typeface="+mj-lt"/>
                <a:ea typeface="+mj-ea"/>
                <a:cs typeface="+mj-cs"/>
              </a:rPr>
              <a:t>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è scorretto (diagnosi è scorretta a prescindere).</a:t>
            </a:r>
            <a:endParaRPr lang="en-US" dirty="0">
              <a:latin typeface="+mj-lt"/>
              <a:ea typeface="+mj-ea"/>
              <a:cs typeface="+mj-cs"/>
            </a:endParaRPr>
          </a:p>
        </p:txBody>
      </p:sp>
      <p:sp>
        <p:nvSpPr>
          <p:cNvPr id="16"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8" name="Rectangle 16">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pic>
        <p:nvPicPr>
          <p:cNvPr id="10" name="Segnaposto contenuto 9">
            <a:extLst>
              <a:ext uri="{FF2B5EF4-FFF2-40B4-BE49-F238E27FC236}">
                <a16:creationId xmlns:a16="http://schemas.microsoft.com/office/drawing/2014/main" id="{63341522-CA2C-E841-596E-8D8409E83AF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744" r="1744"/>
          <a:stretch/>
        </p:blipFill>
        <p:spPr>
          <a:xfrm>
            <a:off x="5436159" y="1328989"/>
            <a:ext cx="6755842" cy="4200019"/>
          </a:xfrm>
          <a:prstGeom prst="rect">
            <a:avLst/>
          </a:prstGeom>
          <a:effectLst/>
        </p:spPr>
      </p:pic>
      <p:sp>
        <p:nvSpPr>
          <p:cNvPr id="22" name="Rectangle 20">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Tree>
    <p:extLst>
      <p:ext uri="{BB962C8B-B14F-4D97-AF65-F5344CB8AC3E}">
        <p14:creationId xmlns:p14="http://schemas.microsoft.com/office/powerpoint/2010/main" val="418451839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24EFCC-81B2-8263-6C91-786C4A2FA3BF}"/>
              </a:ext>
            </a:extLst>
          </p:cNvPr>
          <p:cNvSpPr>
            <a:spLocks noGrp="1"/>
          </p:cNvSpPr>
          <p:nvPr>
            <p:ph type="title"/>
          </p:nvPr>
        </p:nvSpPr>
        <p:spPr>
          <a:xfrm>
            <a:off x="648930" y="629266"/>
            <a:ext cx="9252154" cy="1223983"/>
          </a:xfrm>
        </p:spPr>
        <p:txBody>
          <a:bodyPr>
            <a:normAutofit/>
          </a:bodyPr>
          <a:lstStyle/>
          <a:p>
            <a:pPr>
              <a:lnSpc>
                <a:spcPct val="90000"/>
              </a:lnSpc>
            </a:pPr>
            <a:r>
              <a:rPr lang="en-US" sz="3900" dirty="0"/>
              <a:t>Static Failure - </a:t>
            </a:r>
            <a:r>
              <a:rPr lang="en-US" sz="3900" dirty="0" err="1"/>
              <a:t>Analisi</a:t>
            </a:r>
            <a:r>
              <a:rPr lang="en-US" sz="3900" dirty="0"/>
              <a:t> </a:t>
            </a:r>
            <a:r>
              <a:rPr lang="en-US" sz="3900" dirty="0" err="1"/>
              <a:t>Codice</a:t>
            </a:r>
            <a:r>
              <a:rPr lang="en-US" sz="3900" dirty="0"/>
              <a:t> LLM </a:t>
            </a:r>
            <a:r>
              <a:rPr lang="en-US" sz="3900" dirty="0" err="1"/>
              <a:t>Primario</a:t>
            </a:r>
            <a:endParaRPr lang="it-IT" sz="3900" dirty="0"/>
          </a:p>
        </p:txBody>
      </p:sp>
      <p:pic>
        <p:nvPicPr>
          <p:cNvPr id="5" name="Immagine 4">
            <a:extLst>
              <a:ext uri="{FF2B5EF4-FFF2-40B4-BE49-F238E27FC236}">
                <a16:creationId xmlns:a16="http://schemas.microsoft.com/office/drawing/2014/main" id="{18C5EB5E-FF25-E72D-9CB1-FCD0EF7FE3F3}"/>
              </a:ext>
            </a:extLst>
          </p:cNvPr>
          <p:cNvPicPr>
            <a:picLocks noChangeAspect="1"/>
          </p:cNvPicPr>
          <p:nvPr/>
        </p:nvPicPr>
        <p:blipFill>
          <a:blip r:embed="rId3">
            <a:extLst>
              <a:ext uri="{28A0092B-C50C-407E-A947-70E740481C1C}">
                <a14:useLocalDpi xmlns:a14="http://schemas.microsoft.com/office/drawing/2010/main" val="0"/>
              </a:ext>
            </a:extLst>
          </a:blip>
          <a:srcRect l="1737" r="1737"/>
          <a:stretch/>
        </p:blipFill>
        <p:spPr>
          <a:xfrm>
            <a:off x="78658" y="1853249"/>
            <a:ext cx="6750752" cy="4196185"/>
          </a:xfrm>
          <a:prstGeom prst="rect">
            <a:avLst/>
          </a:prstGeom>
          <a:effectLst>
            <a:outerShdw blurRad="50800" dist="38100" dir="5400000" algn="t" rotWithShape="0">
              <a:prstClr val="black">
                <a:alpha val="43000"/>
              </a:prstClr>
            </a:outerShdw>
          </a:effectLst>
        </p:spPr>
      </p:pic>
      <p:sp>
        <p:nvSpPr>
          <p:cNvPr id="3" name="Segnaposto contenuto 2">
            <a:extLst>
              <a:ext uri="{FF2B5EF4-FFF2-40B4-BE49-F238E27FC236}">
                <a16:creationId xmlns:a16="http://schemas.microsoft.com/office/drawing/2014/main" id="{9730B24D-B359-8564-AB53-48523D1FE038}"/>
              </a:ext>
            </a:extLst>
          </p:cNvPr>
          <p:cNvSpPr>
            <a:spLocks noGrp="1"/>
          </p:cNvSpPr>
          <p:nvPr>
            <p:ph idx="1"/>
          </p:nvPr>
        </p:nvSpPr>
        <p:spPr>
          <a:xfrm>
            <a:off x="6967061" y="1853249"/>
            <a:ext cx="4338409" cy="4196185"/>
          </a:xfrm>
        </p:spPr>
        <p:txBody>
          <a:bodyPr>
            <a:normAutofit/>
          </a:bodyPr>
          <a:lstStyle/>
          <a:p>
            <a:r>
              <a:rPr lang="it-IT" dirty="0"/>
              <a:t>% LLM primario dice di non aver trovato l'errore nel codice.</a:t>
            </a:r>
          </a:p>
          <a:p>
            <a:r>
              <a:rPr lang="it-IT" dirty="0"/>
              <a:t>% LLM primario dice che è scorretto, ma diagnosi codice non è corretta.</a:t>
            </a:r>
          </a:p>
          <a:p>
            <a:r>
              <a:rPr lang="it-IT" dirty="0"/>
              <a:t>% LLM primario dice che è scorretto, e la diagnosi codice è corretta.</a:t>
            </a:r>
          </a:p>
        </p:txBody>
      </p:sp>
    </p:spTree>
    <p:extLst>
      <p:ext uri="{BB962C8B-B14F-4D97-AF65-F5344CB8AC3E}">
        <p14:creationId xmlns:p14="http://schemas.microsoft.com/office/powerpoint/2010/main" val="1134298706"/>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586E0-3FD6-EAF5-171F-BCEFE27D3B1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DFFB2F1-D155-415A-13B6-6623A5FC00B4}"/>
              </a:ext>
            </a:extLst>
          </p:cNvPr>
          <p:cNvSpPr>
            <a:spLocks noGrp="1"/>
          </p:cNvSpPr>
          <p:nvPr>
            <p:ph type="title"/>
          </p:nvPr>
        </p:nvSpPr>
        <p:spPr>
          <a:xfrm>
            <a:off x="645130" y="108589"/>
            <a:ext cx="9404723" cy="1400530"/>
          </a:xfrm>
        </p:spPr>
        <p:txBody>
          <a:bodyPr/>
          <a:lstStyle/>
          <a:p>
            <a:r>
              <a:rPr lang="it-IT" dirty="0"/>
              <a:t>Possibili cause errori LLM(</a:t>
            </a:r>
            <a:r>
              <a:rPr lang="it-IT" dirty="0" err="1"/>
              <a:t>static</a:t>
            </a:r>
            <a:r>
              <a:rPr lang="it-IT" dirty="0"/>
              <a:t> </a:t>
            </a:r>
            <a:r>
              <a:rPr lang="it-IT" dirty="0" err="1"/>
              <a:t>failure</a:t>
            </a:r>
            <a:r>
              <a:rPr lang="it-IT" dirty="0"/>
              <a:t>)</a:t>
            </a:r>
          </a:p>
        </p:txBody>
      </p:sp>
      <p:sp>
        <p:nvSpPr>
          <p:cNvPr id="3" name="Segnaposto contenuto 2">
            <a:extLst>
              <a:ext uri="{FF2B5EF4-FFF2-40B4-BE49-F238E27FC236}">
                <a16:creationId xmlns:a16="http://schemas.microsoft.com/office/drawing/2014/main" id="{1781588A-2475-5956-DA52-C27E6E5A5DDE}"/>
              </a:ext>
            </a:extLst>
          </p:cNvPr>
          <p:cNvSpPr>
            <a:spLocks noGrp="1"/>
          </p:cNvSpPr>
          <p:nvPr>
            <p:ph idx="1"/>
          </p:nvPr>
        </p:nvSpPr>
        <p:spPr>
          <a:xfrm>
            <a:off x="645130" y="1853248"/>
            <a:ext cx="11261735" cy="4822855"/>
          </a:xfrm>
        </p:spPr>
        <p:txBody>
          <a:bodyPr>
            <a:normAutofit fontScale="85000" lnSpcReduction="20000"/>
          </a:bodyPr>
          <a:lstStyle/>
          <a:p>
            <a:pPr marL="0" indent="0">
              <a:buNone/>
            </a:pPr>
            <a:r>
              <a:rPr lang="it-IT" b="1" dirty="0"/>
              <a:t>Esempio comune</a:t>
            </a:r>
            <a:r>
              <a:rPr lang="it-IT" dirty="0"/>
              <a:t>: Beccio-san, esercizio </a:t>
            </a:r>
            <a:r>
              <a:rPr lang="it-IT" dirty="0" err="1"/>
              <a:t>un_primo_esempio_di_server_multithread</a:t>
            </a:r>
            <a:r>
              <a:rPr lang="it-IT" dirty="0"/>
              <a:t>, </a:t>
            </a:r>
            <a:r>
              <a:rPr lang="it-IT" dirty="0" err="1"/>
              <a:t>commit</a:t>
            </a:r>
            <a:r>
              <a:rPr lang="it-IT" dirty="0"/>
              <a:t> 1cb94a559ec7a9afd6a4290fba9db5cafe601f3f</a:t>
            </a:r>
          </a:p>
          <a:p>
            <a:pPr marL="0" indent="0">
              <a:buNone/>
            </a:pPr>
            <a:r>
              <a:rPr lang="it-IT" b="1" dirty="0"/>
              <a:t>Warning: </a:t>
            </a:r>
            <a:r>
              <a:rPr lang="it-IT" dirty="0"/>
              <a:t>Per il passaggio di parametri dal </a:t>
            </a:r>
            <a:r>
              <a:rPr lang="it-IT" dirty="0" err="1"/>
              <a:t>thread</a:t>
            </a:r>
            <a:r>
              <a:rPr lang="it-IT" dirty="0"/>
              <a:t> principale ai </a:t>
            </a:r>
            <a:r>
              <a:rPr lang="it-IT" dirty="0" err="1"/>
              <a:t>thread</a:t>
            </a:r>
            <a:r>
              <a:rPr lang="it-IT" dirty="0"/>
              <a:t> worker, è necessario definire una struttura dati per contenere i valori dei parametri; poi, ogni volta che viene creato un </a:t>
            </a:r>
            <a:r>
              <a:rPr lang="it-IT" dirty="0" err="1"/>
              <a:t>thread</a:t>
            </a:r>
            <a:r>
              <a:rPr lang="it-IT" dirty="0"/>
              <a:t> worker (ossia all'interno del ciclo </a:t>
            </a:r>
            <a:r>
              <a:rPr lang="it-IT" dirty="0" err="1"/>
              <a:t>while</a:t>
            </a:r>
            <a:r>
              <a:rPr lang="it-IT" dirty="0"/>
              <a:t>), occorre allocare sullo heap una istanza della struttura, e passarla al </a:t>
            </a:r>
            <a:r>
              <a:rPr lang="it-IT" dirty="0" err="1"/>
              <a:t>thread</a:t>
            </a:r>
            <a:r>
              <a:rPr lang="it-IT" dirty="0"/>
              <a:t> worker tramite </a:t>
            </a:r>
            <a:r>
              <a:rPr lang="it-IT" dirty="0" err="1"/>
              <a:t>pthread_create</a:t>
            </a:r>
            <a:r>
              <a:rPr lang="it-IT" dirty="0"/>
              <a:t>().</a:t>
            </a:r>
          </a:p>
          <a:p>
            <a:pPr marL="0" indent="0">
              <a:buNone/>
            </a:pPr>
            <a:r>
              <a:rPr lang="en-US" b="1" dirty="0" err="1"/>
              <a:t>Diagnosi</a:t>
            </a:r>
            <a:r>
              <a:rPr lang="en-US" b="1" dirty="0"/>
              <a:t> </a:t>
            </a:r>
            <a:r>
              <a:rPr lang="en-US" b="1" dirty="0" err="1"/>
              <a:t>codice</a:t>
            </a:r>
            <a:r>
              <a:rPr lang="en-US" b="1" dirty="0"/>
              <a:t>: </a:t>
            </a:r>
            <a:r>
              <a:rPr lang="en-US" dirty="0"/>
              <a:t>FILE: </a:t>
            </a:r>
            <a:r>
              <a:rPr lang="en-US" dirty="0" err="1"/>
              <a:t>server.c</a:t>
            </a:r>
            <a:r>
              <a:rPr lang="en-US" dirty="0"/>
              <a:t>, function server, lines 71-73: The thread worker is created using </a:t>
            </a:r>
            <a:r>
              <a:rPr lang="en-US" dirty="0" err="1"/>
              <a:t>pthread_create</a:t>
            </a:r>
            <a:r>
              <a:rPr lang="en-US" dirty="0"/>
              <a:t>, passing a dynamically allocated </a:t>
            </a:r>
            <a:r>
              <a:rPr lang="en-US" dirty="0" err="1"/>
              <a:t>msg_richiesta</a:t>
            </a:r>
            <a:r>
              <a:rPr lang="en-US" dirty="0"/>
              <a:t> structure. However, the thread attribute </a:t>
            </a:r>
            <a:r>
              <a:rPr lang="en-US" dirty="0" err="1"/>
              <a:t>pthread_attr_t</a:t>
            </a:r>
            <a:r>
              <a:rPr lang="en-US" dirty="0"/>
              <a:t> </a:t>
            </a:r>
            <a:r>
              <a:rPr lang="en-US" dirty="0" err="1"/>
              <a:t>attr</a:t>
            </a:r>
            <a:r>
              <a:rPr lang="en-US" dirty="0"/>
              <a:t> is initialized but not explicitly destroyed using </a:t>
            </a:r>
            <a:r>
              <a:rPr lang="en-US" dirty="0" err="1"/>
              <a:t>pthread_attr_destroy</a:t>
            </a:r>
            <a:r>
              <a:rPr lang="en-US" dirty="0"/>
              <a:t>. This violates proper lifetime management of thread attributes, potentially leading to resource leaks.</a:t>
            </a:r>
          </a:p>
          <a:p>
            <a:pPr marL="0" indent="0">
              <a:buNone/>
            </a:pPr>
            <a:r>
              <a:rPr lang="en-US" b="1" dirty="0"/>
              <a:t>Giudice </a:t>
            </a:r>
            <a:r>
              <a:rPr lang="en-US" b="1" dirty="0" err="1"/>
              <a:t>codice</a:t>
            </a:r>
            <a:r>
              <a:rPr lang="en-US" b="1" dirty="0"/>
              <a:t> (NO)</a:t>
            </a:r>
            <a:r>
              <a:rPr lang="en-US" dirty="0"/>
              <a:t>: The diagnosis focuses on the lifetime management of </a:t>
            </a:r>
            <a:r>
              <a:rPr lang="en-US" dirty="0" err="1"/>
              <a:t>pthread_attr_t</a:t>
            </a:r>
            <a:r>
              <a:rPr lang="en-US" dirty="0"/>
              <a:t> </a:t>
            </a:r>
            <a:r>
              <a:rPr lang="en-US" dirty="0" err="1"/>
              <a:t>attr</a:t>
            </a:r>
            <a:r>
              <a:rPr lang="en-US" dirty="0"/>
              <a:t>, which is unrelated to the ground truth warning about parameter passing and heap allocation for thread workers. These are distinct defect families</a:t>
            </a:r>
            <a:endParaRPr lang="it-IT" dirty="0"/>
          </a:p>
          <a:p>
            <a:r>
              <a:rPr lang="it-IT" dirty="0"/>
              <a:t>L'errore più comune è sbagliare la tipologia di difetto. </a:t>
            </a:r>
          </a:p>
          <a:p>
            <a:r>
              <a:rPr lang="it-IT" dirty="0"/>
              <a:t>La ground truth si riferisce al passaggio parametri ai worker tramite struttura allocata su heap, mentre LLM diagnostica la mancata </a:t>
            </a:r>
            <a:r>
              <a:rPr lang="it-IT" dirty="0" err="1"/>
              <a:t>pthread_attr_destroy</a:t>
            </a:r>
            <a:r>
              <a:rPr lang="it-IT" dirty="0"/>
              <a:t>, che il giudice boccia come "</a:t>
            </a:r>
            <a:r>
              <a:rPr lang="it-IT" dirty="0" err="1"/>
              <a:t>different</a:t>
            </a:r>
            <a:r>
              <a:rPr lang="it-IT" dirty="0"/>
              <a:t> </a:t>
            </a:r>
            <a:r>
              <a:rPr lang="it-IT" dirty="0" err="1"/>
              <a:t>defect</a:t>
            </a:r>
            <a:r>
              <a:rPr lang="it-IT" dirty="0"/>
              <a:t> family".</a:t>
            </a:r>
          </a:p>
          <a:p>
            <a:r>
              <a:rPr lang="it-IT" dirty="0"/>
              <a:t>In questa categoria c’è anche un secondo pattern: talvolta il modello inventa problemi di output anche se il feedback dice che l'esecuzione è corretta e il problema è solo statico.</a:t>
            </a:r>
          </a:p>
        </p:txBody>
      </p:sp>
    </p:spTree>
    <p:extLst>
      <p:ext uri="{BB962C8B-B14F-4D97-AF65-F5344CB8AC3E}">
        <p14:creationId xmlns:p14="http://schemas.microsoft.com/office/powerpoint/2010/main" val="465473464"/>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Output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output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175433" y="1328990"/>
            <a:ext cx="6820657" cy="4200019"/>
          </a:xfrm>
          <a:prstGeom prst="rect">
            <a:avLst/>
          </a:prstGeom>
          <a:effectLst/>
        </p:spPr>
      </p:pic>
    </p:spTree>
    <p:extLst>
      <p:ext uri="{BB962C8B-B14F-4D97-AF65-F5344CB8AC3E}">
        <p14:creationId xmlns:p14="http://schemas.microsoft.com/office/powerpoint/2010/main" val="248551794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a:t>
            </a:r>
            <a:r>
              <a:rPr lang="it-IT" sz="3300" dirty="0"/>
              <a:t>Codice</a:t>
            </a:r>
            <a:r>
              <a:rPr lang="en-US" sz="3300" dirty="0"/>
              <a: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a:t>
            </a:r>
            <a:r>
              <a:rPr lang="it-IT" dirty="0">
                <a:latin typeface="+mj-lt"/>
                <a:ea typeface="+mj-ea"/>
                <a:cs typeface="+mj-cs"/>
              </a:rPr>
              <a:t>codice</a:t>
            </a:r>
            <a:r>
              <a:rPr lang="en-US" dirty="0">
                <a:latin typeface="+mj-lt"/>
                <a:ea typeface="+mj-ea"/>
                <a:cs typeface="+mj-cs"/>
              </a:rPr>
              <a: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037781" y="1328990"/>
            <a:ext cx="6820657" cy="4200019"/>
          </a:xfrm>
          <a:prstGeom prst="rect">
            <a:avLst/>
          </a:prstGeom>
          <a:effectLst/>
        </p:spPr>
      </p:pic>
    </p:spTree>
    <p:extLst>
      <p:ext uri="{BB962C8B-B14F-4D97-AF65-F5344CB8AC3E}">
        <p14:creationId xmlns:p14="http://schemas.microsoft.com/office/powerpoint/2010/main" val="3069440379"/>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0ED9A-553B-E353-B96E-A69BF1A5DDA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98EAC75-F0BF-36E7-428F-608522C5810F}"/>
              </a:ext>
            </a:extLst>
          </p:cNvPr>
          <p:cNvSpPr>
            <a:spLocks noGrp="1"/>
          </p:cNvSpPr>
          <p:nvPr>
            <p:ph type="title"/>
          </p:nvPr>
        </p:nvSpPr>
        <p:spPr>
          <a:xfrm>
            <a:off x="645130" y="108589"/>
            <a:ext cx="9404723" cy="1400530"/>
          </a:xfrm>
        </p:spPr>
        <p:txBody>
          <a:bodyPr/>
          <a:lstStyle/>
          <a:p>
            <a:r>
              <a:rPr lang="it-IT" dirty="0"/>
              <a:t>Possibili cause errori LLM(</a:t>
            </a:r>
            <a:r>
              <a:rPr lang="it-IT" dirty="0" err="1"/>
              <a:t>correct</a:t>
            </a:r>
            <a:r>
              <a:rPr lang="it-IT" dirty="0"/>
              <a:t>)</a:t>
            </a:r>
          </a:p>
        </p:txBody>
      </p:sp>
      <p:sp>
        <p:nvSpPr>
          <p:cNvPr id="3" name="Segnaposto contenuto 2">
            <a:extLst>
              <a:ext uri="{FF2B5EF4-FFF2-40B4-BE49-F238E27FC236}">
                <a16:creationId xmlns:a16="http://schemas.microsoft.com/office/drawing/2014/main" id="{5D247256-6E39-B8C2-C7D1-6069CB43A220}"/>
              </a:ext>
            </a:extLst>
          </p:cNvPr>
          <p:cNvSpPr>
            <a:spLocks noGrp="1"/>
          </p:cNvSpPr>
          <p:nvPr>
            <p:ph idx="1"/>
          </p:nvPr>
        </p:nvSpPr>
        <p:spPr>
          <a:xfrm>
            <a:off x="645130" y="1341971"/>
            <a:ext cx="11261735" cy="4822855"/>
          </a:xfrm>
        </p:spPr>
        <p:txBody>
          <a:bodyPr>
            <a:normAutofit/>
          </a:bodyPr>
          <a:lstStyle/>
          <a:p>
            <a:pPr marL="0" indent="0">
              <a:buNone/>
            </a:pPr>
            <a:r>
              <a:rPr lang="it-IT" b="1" dirty="0"/>
              <a:t>Esempio comune</a:t>
            </a:r>
            <a:r>
              <a:rPr lang="it-IT" dirty="0"/>
              <a:t>: </a:t>
            </a:r>
            <a:r>
              <a:rPr lang="it-IT" dirty="0" err="1"/>
              <a:t>andreatrimarchi</a:t>
            </a:r>
            <a:r>
              <a:rPr lang="it-IT" dirty="0"/>
              <a:t>, esercizio </a:t>
            </a:r>
            <a:r>
              <a:rPr lang="it-IT" dirty="0" err="1"/>
              <a:t>server_aggregatore_thread</a:t>
            </a:r>
            <a:r>
              <a:rPr lang="it-IT" dirty="0"/>
              <a:t>, </a:t>
            </a:r>
            <a:r>
              <a:rPr lang="it-IT" dirty="0" err="1"/>
              <a:t>commit</a:t>
            </a:r>
            <a:r>
              <a:rPr lang="it-IT" dirty="0"/>
              <a:t> 4c1099ac4159060a2ae6d1f65b289aeaa8478c58</a:t>
            </a:r>
          </a:p>
          <a:p>
            <a:pPr marL="0" indent="0">
              <a:buNone/>
            </a:pPr>
            <a:r>
              <a:rPr lang="en-US" b="1" dirty="0" err="1"/>
              <a:t>Diagnosi</a:t>
            </a:r>
            <a:r>
              <a:rPr lang="en-US" b="1" dirty="0"/>
              <a:t> output: </a:t>
            </a:r>
            <a:r>
              <a:rPr lang="en-US" dirty="0"/>
              <a:t>The output shows mismatched counts between the sensor's 10 generated values and the collectors' received values. Each collector should receive all 10 values, but one collector receives only 9 values. Additionally, the </a:t>
            </a:r>
            <a:r>
              <a:rPr lang="en-US" dirty="0" err="1"/>
              <a:t>aggregatore's</a:t>
            </a:r>
            <a:r>
              <a:rPr lang="en-US" dirty="0"/>
              <a:t> forwarding behavior shows inconsistent counts and interleaving issues, with some values being read or sent multiple times while others are missing. This indicates protocol violations in value propagation, pairing, and completion.</a:t>
            </a:r>
          </a:p>
          <a:p>
            <a:r>
              <a:rPr lang="it-IT" dirty="0"/>
              <a:t>Il modello in alcuni casi conta male i messaggi o vede duplicazioni/perdite che la ground truth non vede</a:t>
            </a:r>
          </a:p>
        </p:txBody>
      </p:sp>
    </p:spTree>
    <p:extLst>
      <p:ext uri="{BB962C8B-B14F-4D97-AF65-F5344CB8AC3E}">
        <p14:creationId xmlns:p14="http://schemas.microsoft.com/office/powerpoint/2010/main" val="1116250829"/>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ROLE" val="title"/>
</p:tagLst>
</file>

<file path=ppt/tags/tag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xml><?xml version="1.0" encoding="utf-8"?>
<p:tagLst xmlns:a="http://schemas.openxmlformats.org/drawingml/2006/main" xmlns:r="http://schemas.openxmlformats.org/officeDocument/2006/relationships" xmlns:p="http://schemas.openxmlformats.org/presentationml/2006/main">
  <p:tag name="ROLE" val="subtitle1"/>
</p:tagLst>
</file>

<file path=ppt/tags/tag5.xml><?xml version="1.0" encoding="utf-8"?>
<p:tagLst xmlns:a="http://schemas.openxmlformats.org/drawingml/2006/main" xmlns:r="http://schemas.openxmlformats.org/officeDocument/2006/relationships" xmlns:p="http://schemas.openxmlformats.org/presentationml/2006/main">
  <p:tag name="ROLE" val="footer"/>
</p:tagLst>
</file>

<file path=ppt/tags/tag6.xml><?xml version="1.0" encoding="utf-8"?>
<p:tagLst xmlns:a="http://schemas.openxmlformats.org/drawingml/2006/main" xmlns:r="http://schemas.openxmlformats.org/officeDocument/2006/relationships" xmlns:p="http://schemas.openxmlformats.org/presentationml/2006/main">
  <p:tag name="ROLE" val="subtitle1"/>
</p:tagLst>
</file>

<file path=ppt/tags/tag7.xml><?xml version="1.0" encoding="utf-8"?>
<p:tagLst xmlns:a="http://schemas.openxmlformats.org/drawingml/2006/main" xmlns:r="http://schemas.openxmlformats.org/officeDocument/2006/relationships" xmlns:p="http://schemas.openxmlformats.org/presentationml/2006/main">
  <p:tag name="ROLE" val="titl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e">
  <a:themeElements>
    <a:clrScheme name="Ione">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e">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e">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NewYork">
  <a:themeElements>
    <a:clrScheme name="New York Base">
      <a:dk1>
        <a:srgbClr val="404040"/>
      </a:dk1>
      <a:lt1>
        <a:sysClr val="window" lastClr="FFFFFF"/>
      </a:lt1>
      <a:dk2>
        <a:srgbClr val="2468ED"/>
      </a:dk2>
      <a:lt2>
        <a:srgbClr val="FFFFFF"/>
      </a:lt2>
      <a:accent1>
        <a:srgbClr val="2468ED"/>
      </a:accent1>
      <a:accent2>
        <a:srgbClr val="8AACEF"/>
      </a:accent2>
      <a:accent3>
        <a:srgbClr val="C7D5EF"/>
      </a:accent3>
      <a:accent4>
        <a:srgbClr val="DCE3F0"/>
      </a:accent4>
      <a:accent5>
        <a:srgbClr val="E4EAF4"/>
      </a:accent5>
      <a:accent6>
        <a:srgbClr val="F0F3F8"/>
      </a:accent6>
      <a:hlink>
        <a:srgbClr val="2468ED"/>
      </a:hlink>
      <a:folHlink>
        <a:srgbClr val="404040"/>
      </a:folHlink>
    </a:clrScheme>
    <a:fontScheme name="Другая 6">
      <a:majorFont>
        <a:latin typeface="Bahnschrift"/>
        <a:ea typeface=""/>
        <a:cs typeface=""/>
      </a:majorFont>
      <a:minorFont>
        <a:latin typeface="Bahnschrift Ligh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DE8527-8768-4F6A-BAFC-0102E4DD5135}">
  <we:reference id="wa200005566" version="3.0.0.3" store="it-IT"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13305</TotalTime>
  <Words>4300</Words>
  <Application>Microsoft Office PowerPoint</Application>
  <PresentationFormat>Widescreen</PresentationFormat>
  <Paragraphs>315</Paragraphs>
  <Slides>25</Slides>
  <Notes>0</Notes>
  <HiddenSlides>0</HiddenSlides>
  <MMClips>0</MMClips>
  <ScaleCrop>false</ScaleCrop>
  <HeadingPairs>
    <vt:vector size="6" baseType="variant">
      <vt:variant>
        <vt:lpstr>Caratteri utilizzati</vt:lpstr>
      </vt:variant>
      <vt:variant>
        <vt:i4>7</vt:i4>
      </vt:variant>
      <vt:variant>
        <vt:lpstr>Tema</vt:lpstr>
      </vt:variant>
      <vt:variant>
        <vt:i4>2</vt:i4>
      </vt:variant>
      <vt:variant>
        <vt:lpstr>Titoli diapositive</vt:lpstr>
      </vt:variant>
      <vt:variant>
        <vt:i4>25</vt:i4>
      </vt:variant>
    </vt:vector>
  </HeadingPairs>
  <TitlesOfParts>
    <vt:vector size="34" baseType="lpstr">
      <vt:lpstr>Aptos</vt:lpstr>
      <vt:lpstr>Arial</vt:lpstr>
      <vt:lpstr>Bahnschrift</vt:lpstr>
      <vt:lpstr>Bahnschrift Light</vt:lpstr>
      <vt:lpstr>Century Gothic</vt:lpstr>
      <vt:lpstr>Wingdings</vt:lpstr>
      <vt:lpstr>Wingdings 3</vt:lpstr>
      <vt:lpstr>Ione</vt:lpstr>
      <vt:lpstr>NewYork</vt:lpstr>
      <vt:lpstr>LLM PER SO ESPERIMENTO 1.0 (Risultati finali ES.5)</vt:lpstr>
      <vt:lpstr>Modifiche effettuate</vt:lpstr>
      <vt:lpstr>Esempio di risultato (dynamic_failure):</vt:lpstr>
      <vt:lpstr>Esempio dynamic_failure</vt:lpstr>
      <vt:lpstr>Esempio di risultato (timeout):</vt:lpstr>
      <vt:lpstr>Esempio timeout</vt:lpstr>
      <vt:lpstr>Esempio di risultato (dynamic_failure):</vt:lpstr>
      <vt:lpstr>Esempio dynamic_failure (2)</vt:lpstr>
      <vt:lpstr>Esempio di risultato (static_failure):</vt:lpstr>
      <vt:lpstr>Esempio di risultato (static_failure):</vt:lpstr>
      <vt:lpstr>Esempio di risultato (correct):</vt:lpstr>
      <vt:lpstr>Statistiche esercitazione 5</vt:lpstr>
      <vt:lpstr>Statistiche per esercizio</vt:lpstr>
      <vt:lpstr>Analisi effettuate mediante LLM, esercitazione 5</vt:lpstr>
      <vt:lpstr>Distribuzione per failure category (tutti i commit, analizzando solo modifiche)</vt:lpstr>
      <vt:lpstr>Distribuzione per failure category</vt:lpstr>
      <vt:lpstr>Dynamic Failure - Analisi Output LLM Primario </vt:lpstr>
      <vt:lpstr>Dynamic Failure - Analisi Codice LLM Primario </vt:lpstr>
      <vt:lpstr>Possibili cause errori LLM(dynamic failure)</vt:lpstr>
      <vt:lpstr>Static Failure - Analisi Output LLM Primario</vt:lpstr>
      <vt:lpstr>Static Failure - Analisi Codice LLM Primario</vt:lpstr>
      <vt:lpstr>Possibili cause errori LLM(static failure)</vt:lpstr>
      <vt:lpstr>Corretti- Analisi Output LLM Primario (falsi positivi)</vt:lpstr>
      <vt:lpstr>Corretti- Analisi Codice LLM Primario (falsi positivi)</vt:lpstr>
      <vt:lpstr>Possibili cause errori LLM(correct)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PER SO ESPERIMENTO 1.0 (QUINTA  PRESENTAZIONE)</dc:title>
  <dc:creator>Andrea Esposito</dc:creator>
  <cp:lastModifiedBy>Andrea Esposito</cp:lastModifiedBy>
  <cp:revision>3</cp:revision>
  <dcterms:created xsi:type="dcterms:W3CDTF">2026-03-04T09:44:22Z</dcterms:created>
  <dcterms:modified xsi:type="dcterms:W3CDTF">2026-04-22T14:09:50Z</dcterms:modified>
</cp:coreProperties>
</file>