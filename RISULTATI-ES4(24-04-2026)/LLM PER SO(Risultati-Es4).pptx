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notesMasterIdLst>
    <p:notesMasterId r:id="rId19"/>
  </p:notesMasterIdLst>
  <p:sldIdLst>
    <p:sldId id="257" r:id="rId3"/>
    <p:sldId id="294" r:id="rId4"/>
    <p:sldId id="303" r:id="rId5"/>
    <p:sldId id="296" r:id="rId6"/>
    <p:sldId id="298" r:id="rId7"/>
    <p:sldId id="301" r:id="rId8"/>
    <p:sldId id="302" r:id="rId9"/>
    <p:sldId id="264" r:id="rId10"/>
    <p:sldId id="300" r:id="rId11"/>
    <p:sldId id="278" r:id="rId12"/>
    <p:sldId id="279" r:id="rId13"/>
    <p:sldId id="280" r:id="rId14"/>
    <p:sldId id="281" r:id="rId15"/>
    <p:sldId id="282" r:id="rId16"/>
    <p:sldId id="288" r:id="rId17"/>
    <p:sldId id="292" r:id="rId1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C1582B-CE80-4711-ADB8-ABCAFF9D02EE}" v="59" dt="2026-04-24T08:04:12.146"/>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ile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redo custSel addSld delSld modSld sldOrd">
      <pc:chgData name="Andrea Esposito" userId="af663d4e0f6c8da9" providerId="LiveId" clId="{262502FB-FC54-43DB-AB78-73175A28E98A}" dt="2026-04-24T08:05:29.476" v="13098" actId="47"/>
      <pc:docMkLst>
        <pc:docMk/>
      </pc:docMkLst>
      <pc:sldChg chg="modSp mod">
        <pc:chgData name="Andrea Esposito" userId="af663d4e0f6c8da9" providerId="LiveId" clId="{262502FB-FC54-43DB-AB78-73175A28E98A}" dt="2026-04-23T19:50:42.196" v="12580" actId="20577"/>
        <pc:sldMkLst>
          <pc:docMk/>
          <pc:sldMk cId="1263488033" sldId="257"/>
        </pc:sldMkLst>
        <pc:spChg chg="mod">
          <ac:chgData name="Andrea Esposito" userId="af663d4e0f6c8da9" providerId="LiveId" clId="{262502FB-FC54-43DB-AB78-73175A28E98A}" dt="2026-04-23T19:50:34.615" v="12576" actId="20577"/>
          <ac:spMkLst>
            <pc:docMk/>
            <pc:sldMk cId="1263488033" sldId="257"/>
            <ac:spMk id="2" creationId="{36589F58-A08D-CE97-7557-37E4EE640150}"/>
          </ac:spMkLst>
        </pc:spChg>
        <pc:spChg chg="mod">
          <ac:chgData name="Andrea Esposito" userId="af663d4e0f6c8da9" providerId="LiveId" clId="{262502FB-FC54-43DB-AB78-73175A28E98A}" dt="2026-04-23T19:50:42.196" v="12580" actId="20577"/>
          <ac:spMkLst>
            <pc:docMk/>
            <pc:sldMk cId="1263488033" sldId="257"/>
            <ac:spMk id="5" creationId="{5F7A069C-CC32-2115-EB4B-3687677A3594}"/>
          </ac:spMkLst>
        </pc:spChg>
      </pc:sldChg>
      <pc:sldChg chg="modSp mod">
        <pc:chgData name="Andrea Esposito" userId="af663d4e0f6c8da9" providerId="LiveId" clId="{262502FB-FC54-43DB-AB78-73175A28E98A}" dt="2026-04-23T20:36:22.997" v="12724" actId="20577"/>
        <pc:sldMkLst>
          <pc:docMk/>
          <pc:sldMk cId="2218945759" sldId="264"/>
        </pc:sldMkLst>
        <pc:spChg chg="mod">
          <ac:chgData name="Andrea Esposito" userId="af663d4e0f6c8da9" providerId="LiveId" clId="{262502FB-FC54-43DB-AB78-73175A28E98A}" dt="2026-04-23T19:51:30.891" v="12588" actId="20577"/>
          <ac:spMkLst>
            <pc:docMk/>
            <pc:sldMk cId="2218945759" sldId="264"/>
            <ac:spMk id="2" creationId="{F48363AB-38CE-3AC2-1065-EC960CDCAEA1}"/>
          </ac:spMkLst>
        </pc:spChg>
        <pc:spChg chg="mod">
          <ac:chgData name="Andrea Esposito" userId="af663d4e0f6c8da9" providerId="LiveId" clId="{262502FB-FC54-43DB-AB78-73175A28E98A}" dt="2026-04-23T20:36:22.997" v="12724" actId="20577"/>
          <ac:spMkLst>
            <pc:docMk/>
            <pc:sldMk cId="2218945759" sldId="264"/>
            <ac:spMk id="3" creationId="{FE8E244F-E0E7-6602-DF9C-C278A7003585}"/>
          </ac:spMkLst>
        </pc:spChg>
      </pc:sldChg>
      <pc:sldChg chg="modSp">
        <pc:chgData name="Andrea Esposito" userId="af663d4e0f6c8da9" providerId="LiveId" clId="{262502FB-FC54-43DB-AB78-73175A28E98A}" dt="2026-04-24T07:29:04.042" v="12771" actId="14826"/>
        <pc:sldMkLst>
          <pc:docMk/>
          <pc:sldMk cId="1842148543" sldId="278"/>
        </pc:sldMkLst>
        <pc:picChg chg="mod">
          <ac:chgData name="Andrea Esposito" userId="af663d4e0f6c8da9" providerId="LiveId" clId="{262502FB-FC54-43DB-AB78-73175A28E98A}" dt="2026-04-24T07:29:04.042" v="12771" actId="14826"/>
          <ac:picMkLst>
            <pc:docMk/>
            <pc:sldMk cId="1842148543" sldId="278"/>
            <ac:picMk id="9" creationId="{CB5E335E-6719-D7FE-7FA8-17807A99FDA2}"/>
          </ac:picMkLst>
        </pc:picChg>
      </pc:sldChg>
      <pc:sldChg chg="modSp mod">
        <pc:chgData name="Andrea Esposito" userId="af663d4e0f6c8da9" providerId="LiveId" clId="{262502FB-FC54-43DB-AB78-73175A28E98A}" dt="2026-04-24T07:29:12.287" v="12772" actId="14826"/>
        <pc:sldMkLst>
          <pc:docMk/>
          <pc:sldMk cId="440999752" sldId="279"/>
        </pc:sldMkLst>
        <pc:spChg chg="mod">
          <ac:chgData name="Andrea Esposito" userId="af663d4e0f6c8da9" providerId="LiveId" clId="{262502FB-FC54-43DB-AB78-73175A28E98A}" dt="2026-04-08T18:08:36.042" v="9721" actId="20577"/>
          <ac:spMkLst>
            <pc:docMk/>
            <pc:sldMk cId="440999752" sldId="279"/>
            <ac:spMk id="2" creationId="{5D3C6E78-26E1-A896-00D8-72642E7B51CB}"/>
          </ac:spMkLst>
        </pc:spChg>
        <pc:picChg chg="mod">
          <ac:chgData name="Andrea Esposito" userId="af663d4e0f6c8da9" providerId="LiveId" clId="{262502FB-FC54-43DB-AB78-73175A28E98A}" dt="2026-04-24T07:29:12.287" v="12772" actId="14826"/>
          <ac:picMkLst>
            <pc:docMk/>
            <pc:sldMk cId="440999752" sldId="279"/>
            <ac:picMk id="5" creationId="{E5947B34-239C-979C-B779-56571887CEE4}"/>
          </ac:picMkLst>
        </pc:picChg>
      </pc:sldChg>
      <pc:sldChg chg="modSp mod">
        <pc:chgData name="Andrea Esposito" userId="af663d4e0f6c8da9" providerId="LiveId" clId="{262502FB-FC54-43DB-AB78-73175A28E98A}" dt="2026-04-24T07:29:19.336" v="12773" actId="14826"/>
        <pc:sldMkLst>
          <pc:docMk/>
          <pc:sldMk cId="1110123291" sldId="280"/>
        </pc:sldMkLst>
        <pc:spChg chg="mod">
          <ac:chgData name="Andrea Esposito" userId="af663d4e0f6c8da9" providerId="LiveId" clId="{262502FB-FC54-43DB-AB78-73175A28E98A}" dt="2026-04-08T18:08:26.989" v="9714" actId="20577"/>
          <ac:spMkLst>
            <pc:docMk/>
            <pc:sldMk cId="1110123291" sldId="280"/>
            <ac:spMk id="2" creationId="{55FC346D-60A1-0A4E-4785-3DF47D6A577B}"/>
          </ac:spMkLst>
        </pc:spChg>
        <pc:picChg chg="mod">
          <ac:chgData name="Andrea Esposito" userId="af663d4e0f6c8da9" providerId="LiveId" clId="{262502FB-FC54-43DB-AB78-73175A28E98A}" dt="2026-04-24T07:29:19.336" v="12773" actId="14826"/>
          <ac:picMkLst>
            <pc:docMk/>
            <pc:sldMk cId="1110123291" sldId="280"/>
            <ac:picMk id="8" creationId="{67C966C0-469A-C4F3-4E73-47707D821D59}"/>
          </ac:picMkLst>
        </pc:picChg>
      </pc:sldChg>
      <pc:sldChg chg="modSp mod">
        <pc:chgData name="Andrea Esposito" userId="af663d4e0f6c8da9" providerId="LiveId" clId="{262502FB-FC54-43DB-AB78-73175A28E98A}" dt="2026-04-24T07:29:31.987" v="12774" actId="14826"/>
        <pc:sldMkLst>
          <pc:docMk/>
          <pc:sldMk cId="4184518395" sldId="281"/>
        </pc:sldMkLst>
        <pc:spChg chg="mod">
          <ac:chgData name="Andrea Esposito" userId="af663d4e0f6c8da9" providerId="LiveId" clId="{262502FB-FC54-43DB-AB78-73175A28E98A}" dt="2026-04-08T18:09:13.913" v="9728" actId="20577"/>
          <ac:spMkLst>
            <pc:docMk/>
            <pc:sldMk cId="4184518395" sldId="281"/>
            <ac:spMk id="2" creationId="{648E4098-A90E-7297-148B-44D46EA7E70A}"/>
          </ac:spMkLst>
        </pc:spChg>
        <pc:picChg chg="mod">
          <ac:chgData name="Andrea Esposito" userId="af663d4e0f6c8da9" providerId="LiveId" clId="{262502FB-FC54-43DB-AB78-73175A28E98A}" dt="2026-04-24T07:29:31.987" v="12774" actId="14826"/>
          <ac:picMkLst>
            <pc:docMk/>
            <pc:sldMk cId="4184518395" sldId="281"/>
            <ac:picMk id="10" creationId="{63341522-CA2C-E841-596E-8D8409E83AF8}"/>
          </ac:picMkLst>
        </pc:picChg>
      </pc:sldChg>
      <pc:sldChg chg="addSp delSp modSp mod">
        <pc:chgData name="Andrea Esposito" userId="af663d4e0f6c8da9" providerId="LiveId" clId="{262502FB-FC54-43DB-AB78-73175A28E98A}" dt="2026-04-24T07:29:44.385" v="12775" actId="14826"/>
        <pc:sldMkLst>
          <pc:docMk/>
          <pc:sldMk cId="1134298706" sldId="282"/>
        </pc:sldMkLst>
        <pc:spChg chg="mod">
          <ac:chgData name="Andrea Esposito" userId="af663d4e0f6c8da9" providerId="LiveId" clId="{262502FB-FC54-43DB-AB78-73175A28E98A}" dt="2026-04-08T18:09:32.778" v="9732" actId="20577"/>
          <ac:spMkLst>
            <pc:docMk/>
            <pc:sldMk cId="1134298706" sldId="282"/>
            <ac:spMk id="2" creationId="{5624EFCC-81B2-8263-6C91-786C4A2FA3BF}"/>
          </ac:spMkLst>
        </pc:spChg>
        <pc:spChg chg="mod">
          <ac:chgData name="Andrea Esposito" userId="af663d4e0f6c8da9" providerId="LiveId" clId="{262502FB-FC54-43DB-AB78-73175A28E98A}" dt="2026-03-25T11:34:29.538" v="3713" actId="1076"/>
          <ac:spMkLst>
            <pc:docMk/>
            <pc:sldMk cId="1134298706" sldId="282"/>
            <ac:spMk id="3" creationId="{9730B24D-B359-8564-AB53-48523D1FE038}"/>
          </ac:spMkLst>
        </pc:spChg>
        <pc:picChg chg="mod modCrop">
          <ac:chgData name="Andrea Esposito" userId="af663d4e0f6c8da9" providerId="LiveId" clId="{262502FB-FC54-43DB-AB78-73175A28E98A}" dt="2026-04-24T07:29:44.385" v="12775" actId="14826"/>
          <ac:picMkLst>
            <pc:docMk/>
            <pc:sldMk cId="1134298706" sldId="282"/>
            <ac:picMk id="5" creationId="{18C5EB5E-FF25-E72D-9CB1-FCD0EF7FE3F3}"/>
          </ac:picMkLst>
        </pc:picChg>
      </pc:sldChg>
      <pc:sldChg chg="modSp mod">
        <pc:chgData name="Andrea Esposito" userId="af663d4e0f6c8da9" providerId="LiveId" clId="{262502FB-FC54-43DB-AB78-73175A28E98A}" dt="2026-04-24T07:29:57.315" v="12776" actId="14826"/>
        <pc:sldMkLst>
          <pc:docMk/>
          <pc:sldMk cId="2485517940" sldId="288"/>
        </pc:sldMkLst>
        <pc:picChg chg="mod">
          <ac:chgData name="Andrea Esposito" userId="af663d4e0f6c8da9" providerId="LiveId" clId="{262502FB-FC54-43DB-AB78-73175A28E98A}" dt="2026-04-24T07:29:57.315" v="12776" actId="14826"/>
          <ac:picMkLst>
            <pc:docMk/>
            <pc:sldMk cId="2485517940" sldId="288"/>
            <ac:picMk id="10" creationId="{08A9A256-706C-A8C7-C2E2-0279C8FE242F}"/>
          </ac:picMkLst>
        </pc:picChg>
      </pc:sldChg>
      <pc:sldChg chg="modSp mod">
        <pc:chgData name="Andrea Esposito" userId="af663d4e0f6c8da9" providerId="LiveId" clId="{262502FB-FC54-43DB-AB78-73175A28E98A}" dt="2026-04-24T07:30:05.340" v="12777" actId="14826"/>
        <pc:sldMkLst>
          <pc:docMk/>
          <pc:sldMk cId="3069440379" sldId="292"/>
        </pc:sldMkLst>
        <pc:picChg chg="mod">
          <ac:chgData name="Andrea Esposito" userId="af663d4e0f6c8da9" providerId="LiveId" clId="{262502FB-FC54-43DB-AB78-73175A28E98A}" dt="2026-04-24T07:30:05.340" v="12777" actId="14826"/>
          <ac:picMkLst>
            <pc:docMk/>
            <pc:sldMk cId="3069440379" sldId="292"/>
            <ac:picMk id="10" creationId="{08A9A256-706C-A8C7-C2E2-0279C8FE242F}"/>
          </ac:picMkLst>
        </pc:picChg>
      </pc:sldChg>
      <pc:sldChg chg="modSp add mod">
        <pc:chgData name="Andrea Esposito" userId="af663d4e0f6c8da9" providerId="LiveId" clId="{262502FB-FC54-43DB-AB78-73175A28E98A}" dt="2026-04-24T07:53:28.250" v="12828" actId="14100"/>
        <pc:sldMkLst>
          <pc:docMk/>
          <pc:sldMk cId="3166441129" sldId="294"/>
        </pc:sldMkLst>
        <pc:spChg chg="mod">
          <ac:chgData name="Andrea Esposito" userId="af663d4e0f6c8da9" providerId="LiveId" clId="{262502FB-FC54-43DB-AB78-73175A28E98A}" dt="2026-04-23T20:03:33.310" v="12680" actId="404"/>
          <ac:spMkLst>
            <pc:docMk/>
            <pc:sldMk cId="3166441129" sldId="294"/>
            <ac:spMk id="2" creationId="{617C8136-7850-538E-9883-B67BE912C6DD}"/>
          </ac:spMkLst>
        </pc:spChg>
        <pc:graphicFrameChg chg="mod modGraphic">
          <ac:chgData name="Andrea Esposito" userId="af663d4e0f6c8da9" providerId="LiveId" clId="{262502FB-FC54-43DB-AB78-73175A28E98A}" dt="2026-04-24T07:53:28.250" v="12828" actId="14100"/>
          <ac:graphicFrameMkLst>
            <pc:docMk/>
            <pc:sldMk cId="3166441129" sldId="294"/>
            <ac:graphicFrameMk id="4" creationId="{BAD857C0-E0F1-F1CC-B2D0-DEBF4FD6D95E}"/>
          </ac:graphicFrameMkLst>
        </pc:graphicFrameChg>
      </pc:sldChg>
      <pc:sldChg chg="addSp delSp modSp add del mod">
        <pc:chgData name="Andrea Esposito" userId="af663d4e0f6c8da9" providerId="LiveId" clId="{262502FB-FC54-43DB-AB78-73175A28E98A}" dt="2026-04-24T07:50:13.771" v="12795" actId="47"/>
        <pc:sldMkLst>
          <pc:docMk/>
          <pc:sldMk cId="3502108603" sldId="295"/>
        </pc:sldMkLst>
      </pc:sldChg>
      <pc:sldChg chg="modSp add mod">
        <pc:chgData name="Andrea Esposito" userId="af663d4e0f6c8da9" providerId="LiveId" clId="{262502FB-FC54-43DB-AB78-73175A28E98A}" dt="2026-04-24T08:01:43.874" v="12939" actId="20577"/>
        <pc:sldMkLst>
          <pc:docMk/>
          <pc:sldMk cId="1628821381" sldId="296"/>
        </pc:sldMkLst>
        <pc:spChg chg="mod">
          <ac:chgData name="Andrea Esposito" userId="af663d4e0f6c8da9" providerId="LiveId" clId="{262502FB-FC54-43DB-AB78-73175A28E98A}" dt="2026-04-20T15:26:53.562" v="10837" actId="1076"/>
          <ac:spMkLst>
            <pc:docMk/>
            <pc:sldMk cId="1628821381" sldId="296"/>
            <ac:spMk id="2" creationId="{0756D2FA-E59E-53FE-29E3-116FD528BA9B}"/>
          </ac:spMkLst>
        </pc:spChg>
        <pc:graphicFrameChg chg="mod modGraphic">
          <ac:chgData name="Andrea Esposito" userId="af663d4e0f6c8da9" providerId="LiveId" clId="{262502FB-FC54-43DB-AB78-73175A28E98A}" dt="2026-04-24T08:01:43.874" v="12939" actId="20577"/>
          <ac:graphicFrameMkLst>
            <pc:docMk/>
            <pc:sldMk cId="1628821381" sldId="296"/>
            <ac:graphicFrameMk id="4" creationId="{BDCD3246-C1A1-4320-7932-F426D37C21D6}"/>
          </ac:graphicFrameMkLst>
        </pc:graphicFrameChg>
      </pc:sldChg>
      <pc:sldChg chg="modSp add del mod">
        <pc:chgData name="Andrea Esposito" userId="af663d4e0f6c8da9" providerId="LiveId" clId="{262502FB-FC54-43DB-AB78-73175A28E98A}" dt="2026-04-23T19:51:10.874" v="12584" actId="47"/>
        <pc:sldMkLst>
          <pc:docMk/>
          <pc:sldMk cId="142119940" sldId="297"/>
        </pc:sldMkLst>
      </pc:sldChg>
      <pc:sldChg chg="modSp add mod">
        <pc:chgData name="Andrea Esposito" userId="af663d4e0f6c8da9" providerId="LiveId" clId="{262502FB-FC54-43DB-AB78-73175A28E98A}" dt="2026-04-24T08:04:18.325" v="13097" actId="14734"/>
        <pc:sldMkLst>
          <pc:docMk/>
          <pc:sldMk cId="2917781208" sldId="298"/>
        </pc:sldMkLst>
        <pc:spChg chg="mod">
          <ac:chgData name="Andrea Esposito" userId="af663d4e0f6c8da9" providerId="LiveId" clId="{262502FB-FC54-43DB-AB78-73175A28E98A}" dt="2026-04-20T15:35:11.277" v="11116" actId="1076"/>
          <ac:spMkLst>
            <pc:docMk/>
            <pc:sldMk cId="2917781208" sldId="298"/>
            <ac:spMk id="2" creationId="{59074E40-F48A-B6FC-6E18-CFA507EE607B}"/>
          </ac:spMkLst>
        </pc:spChg>
        <pc:graphicFrameChg chg="mod modGraphic">
          <ac:chgData name="Andrea Esposito" userId="af663d4e0f6c8da9" providerId="LiveId" clId="{262502FB-FC54-43DB-AB78-73175A28E98A}" dt="2026-04-24T08:04:18.325" v="13097" actId="14734"/>
          <ac:graphicFrameMkLst>
            <pc:docMk/>
            <pc:sldMk cId="2917781208" sldId="298"/>
            <ac:graphicFrameMk id="4" creationId="{5CF9969C-6F90-D94F-F1EF-C618C23D3DB1}"/>
          </ac:graphicFrameMkLst>
        </pc:graphicFrameChg>
      </pc:sldChg>
      <pc:sldChg chg="modSp add del mod">
        <pc:chgData name="Andrea Esposito" userId="af663d4e0f6c8da9" providerId="LiveId" clId="{262502FB-FC54-43DB-AB78-73175A28E98A}" dt="2026-04-23T19:50:58.947" v="12582" actId="47"/>
        <pc:sldMkLst>
          <pc:docMk/>
          <pc:sldMk cId="3890071461" sldId="299"/>
        </pc:sldMkLst>
      </pc:sldChg>
      <pc:sldChg chg="modSp add mod">
        <pc:chgData name="Andrea Esposito" userId="af663d4e0f6c8da9" providerId="LiveId" clId="{262502FB-FC54-43DB-AB78-73175A28E98A}" dt="2026-04-24T07:28:55.317" v="12770" actId="14826"/>
        <pc:sldMkLst>
          <pc:docMk/>
          <pc:sldMk cId="1207194062" sldId="300"/>
        </pc:sldMkLst>
        <pc:spChg chg="mod">
          <ac:chgData name="Andrea Esposito" userId="af663d4e0f6c8da9" providerId="LiveId" clId="{262502FB-FC54-43DB-AB78-73175A28E98A}" dt="2026-04-22T11:00:36.363" v="11435" actId="14100"/>
          <ac:spMkLst>
            <pc:docMk/>
            <pc:sldMk cId="1207194062" sldId="300"/>
            <ac:spMk id="2" creationId="{F04E146E-3F6C-3A25-3D79-C191C068AA26}"/>
          </ac:spMkLst>
        </pc:spChg>
        <pc:picChg chg="mod">
          <ac:chgData name="Andrea Esposito" userId="af663d4e0f6c8da9" providerId="LiveId" clId="{262502FB-FC54-43DB-AB78-73175A28E98A}" dt="2026-04-24T07:28:55.317" v="12770" actId="14826"/>
          <ac:picMkLst>
            <pc:docMk/>
            <pc:sldMk cId="1207194062" sldId="300"/>
            <ac:picMk id="9" creationId="{97988DCD-7FCD-D93F-FC38-C00CC5C8D2F2}"/>
          </ac:picMkLst>
        </pc:picChg>
      </pc:sldChg>
      <pc:sldChg chg="modSp new mod ord">
        <pc:chgData name="Andrea Esposito" userId="af663d4e0f6c8da9" providerId="LiveId" clId="{262502FB-FC54-43DB-AB78-73175A28E98A}" dt="2026-04-24T07:26:33.322" v="12725"/>
        <pc:sldMkLst>
          <pc:docMk/>
          <pc:sldMk cId="2441821937" sldId="301"/>
        </pc:sldMkLst>
        <pc:spChg chg="mod">
          <ac:chgData name="Andrea Esposito" userId="af663d4e0f6c8da9" providerId="LiveId" clId="{262502FB-FC54-43DB-AB78-73175A28E98A}" dt="2026-04-23T19:51:20.394" v="12586" actId="20577"/>
          <ac:spMkLst>
            <pc:docMk/>
            <pc:sldMk cId="2441821937" sldId="301"/>
            <ac:spMk id="2" creationId="{6D71EC6A-85A3-DD1A-52BE-A4F50052DDFF}"/>
          </ac:spMkLst>
        </pc:spChg>
        <pc:spChg chg="mod">
          <ac:chgData name="Andrea Esposito" userId="af663d4e0f6c8da9" providerId="LiveId" clId="{262502FB-FC54-43DB-AB78-73175A28E98A}" dt="2026-04-24T07:26:33.322" v="12725"/>
          <ac:spMkLst>
            <pc:docMk/>
            <pc:sldMk cId="2441821937" sldId="301"/>
            <ac:spMk id="3" creationId="{046E8376-D75F-4ACE-EA75-7A464208D2F0}"/>
          </ac:spMkLst>
        </pc:spChg>
      </pc:sldChg>
      <pc:sldChg chg="addSp modSp new mod">
        <pc:chgData name="Andrea Esposito" userId="af663d4e0f6c8da9" providerId="LiveId" clId="{262502FB-FC54-43DB-AB78-73175A28E98A}" dt="2026-04-24T07:28:12.948" v="12769" actId="20577"/>
        <pc:sldMkLst>
          <pc:docMk/>
          <pc:sldMk cId="2003704622" sldId="302"/>
        </pc:sldMkLst>
        <pc:spChg chg="mod">
          <ac:chgData name="Andrea Esposito" userId="af663d4e0f6c8da9" providerId="LiveId" clId="{262502FB-FC54-43DB-AB78-73175A28E98A}" dt="2026-04-22T10:58:56.673" v="11410" actId="14100"/>
          <ac:spMkLst>
            <pc:docMk/>
            <pc:sldMk cId="2003704622" sldId="302"/>
            <ac:spMk id="2" creationId="{E0D658D6-CF2B-F9ED-1E69-E0417031280A}"/>
          </ac:spMkLst>
        </pc:spChg>
        <pc:spChg chg="mod">
          <ac:chgData name="Andrea Esposito" userId="af663d4e0f6c8da9" providerId="LiveId" clId="{262502FB-FC54-43DB-AB78-73175A28E98A}" dt="2026-04-22T10:59:02.830" v="11411" actId="1076"/>
          <ac:spMkLst>
            <pc:docMk/>
            <pc:sldMk cId="2003704622" sldId="302"/>
            <ac:spMk id="3" creationId="{9C03B21B-BD47-10D5-E6D7-EA47501CE398}"/>
          </ac:spMkLst>
        </pc:spChg>
        <pc:graphicFrameChg chg="add mod modGraphic">
          <ac:chgData name="Andrea Esposito" userId="af663d4e0f6c8da9" providerId="LiveId" clId="{262502FB-FC54-43DB-AB78-73175A28E98A}" dt="2026-04-24T07:28:12.948" v="12769" actId="20577"/>
          <ac:graphicFrameMkLst>
            <pc:docMk/>
            <pc:sldMk cId="2003704622" sldId="302"/>
            <ac:graphicFrameMk id="4" creationId="{76AE0678-6C07-F8CE-647E-9DA164FFB60B}"/>
          </ac:graphicFrameMkLst>
        </pc:graphicFrameChg>
      </pc:sldChg>
      <pc:sldChg chg="addSp delSp modSp new mod">
        <pc:chgData name="Andrea Esposito" userId="af663d4e0f6c8da9" providerId="LiveId" clId="{262502FB-FC54-43DB-AB78-73175A28E98A}" dt="2026-04-24T07:50:03.209" v="12793"/>
        <pc:sldMkLst>
          <pc:docMk/>
          <pc:sldMk cId="2601912489" sldId="303"/>
        </pc:sldMkLst>
        <pc:spChg chg="mod">
          <ac:chgData name="Andrea Esposito" userId="af663d4e0f6c8da9" providerId="LiveId" clId="{262502FB-FC54-43DB-AB78-73175A28E98A}" dt="2026-04-23T20:07:39.257" v="12710" actId="1076"/>
          <ac:spMkLst>
            <pc:docMk/>
            <pc:sldMk cId="2601912489" sldId="303"/>
            <ac:spMk id="2" creationId="{FA845D0E-134A-5B56-94C1-A0348BBFF71D}"/>
          </ac:spMkLst>
        </pc:spChg>
        <pc:spChg chg="add del mod">
          <ac:chgData name="Andrea Esposito" userId="af663d4e0f6c8da9" providerId="LiveId" clId="{262502FB-FC54-43DB-AB78-73175A28E98A}" dt="2026-04-24T07:48:56.498" v="12787" actId="478"/>
          <ac:spMkLst>
            <pc:docMk/>
            <pc:sldMk cId="2601912489" sldId="303"/>
            <ac:spMk id="8" creationId="{47657735-1FC8-8844-2DD0-581BEC56AB25}"/>
          </ac:spMkLst>
        </pc:spChg>
        <pc:spChg chg="add mod">
          <ac:chgData name="Andrea Esposito" userId="af663d4e0f6c8da9" providerId="LiveId" clId="{262502FB-FC54-43DB-AB78-73175A28E98A}" dt="2026-04-23T20:07:32.136" v="12709" actId="1076"/>
          <ac:spMkLst>
            <pc:docMk/>
            <pc:sldMk cId="2601912489" sldId="303"/>
            <ac:spMk id="11" creationId="{B786AA21-52D4-F098-9A10-9D42C069BE23}"/>
          </ac:spMkLst>
        </pc:spChg>
        <pc:spChg chg="add mod">
          <ac:chgData name="Andrea Esposito" userId="af663d4e0f6c8da9" providerId="LiveId" clId="{262502FB-FC54-43DB-AB78-73175A28E98A}" dt="2026-04-22T11:11:06.785" v="11522" actId="1076"/>
          <ac:spMkLst>
            <pc:docMk/>
            <pc:sldMk cId="2601912489" sldId="303"/>
            <ac:spMk id="16" creationId="{27BCA466-F5A8-C506-FBA1-A79FD4C3850B}"/>
          </ac:spMkLst>
        </pc:spChg>
        <pc:spChg chg="add mod">
          <ac:chgData name="Andrea Esposito" userId="af663d4e0f6c8da9" providerId="LiveId" clId="{262502FB-FC54-43DB-AB78-73175A28E98A}" dt="2026-04-24T07:50:03.209" v="12793"/>
          <ac:spMkLst>
            <pc:docMk/>
            <pc:sldMk cId="2601912489" sldId="303"/>
            <ac:spMk id="17" creationId="{F94081EB-5F8B-3B1E-3B02-49CDCC266BFB}"/>
          </ac:spMkLst>
        </pc:spChg>
        <pc:picChg chg="add mod">
          <ac:chgData name="Andrea Esposito" userId="af663d4e0f6c8da9" providerId="LiveId" clId="{262502FB-FC54-43DB-AB78-73175A28E98A}" dt="2026-04-24T07:49:14.618" v="12792" actId="14100"/>
          <ac:picMkLst>
            <pc:docMk/>
            <pc:sldMk cId="2601912489" sldId="303"/>
            <ac:picMk id="4" creationId="{30159A2E-9CE1-DF50-38A3-33DFF2BA8880}"/>
          </ac:picMkLst>
        </pc:picChg>
        <pc:picChg chg="add del mod ord modCrop">
          <ac:chgData name="Andrea Esposito" userId="af663d4e0f6c8da9" providerId="LiveId" clId="{262502FB-FC54-43DB-AB78-73175A28E98A}" dt="2026-04-24T07:48:52.078" v="12786" actId="478"/>
          <ac:picMkLst>
            <pc:docMk/>
            <pc:sldMk cId="2601912489" sldId="303"/>
            <ac:picMk id="5" creationId="{9932A119-CA71-BA07-644D-085E7E9C1C79}"/>
          </ac:picMkLst>
        </pc:picChg>
        <pc:picChg chg="add del mod">
          <ac:chgData name="Andrea Esposito" userId="af663d4e0f6c8da9" providerId="LiveId" clId="{262502FB-FC54-43DB-AB78-73175A28E98A}" dt="2026-04-24T07:48:24.038" v="12782" actId="478"/>
          <ac:picMkLst>
            <pc:docMk/>
            <pc:sldMk cId="2601912489" sldId="303"/>
            <ac:picMk id="7" creationId="{3E7AA099-5DAE-6020-B35F-24B9BAEE7D5C}"/>
          </ac:picMkLst>
        </pc:picChg>
        <pc:picChg chg="add mod">
          <ac:chgData name="Andrea Esposito" userId="af663d4e0f6c8da9" providerId="LiveId" clId="{262502FB-FC54-43DB-AB78-73175A28E98A}" dt="2026-04-24T07:49:05.949" v="12790" actId="14100"/>
          <ac:picMkLst>
            <pc:docMk/>
            <pc:sldMk cId="2601912489" sldId="303"/>
            <ac:picMk id="10" creationId="{89D3F5A0-41B5-E045-B6E0-68474286E220}"/>
          </ac:picMkLst>
        </pc:picChg>
      </pc:sldChg>
      <pc:sldChg chg="addSp delSp modSp add del mod">
        <pc:chgData name="Andrea Esposito" userId="af663d4e0f6c8da9" providerId="LiveId" clId="{262502FB-FC54-43DB-AB78-73175A28E98A}" dt="2026-04-24T07:50:12.162" v="12794" actId="47"/>
        <pc:sldMkLst>
          <pc:docMk/>
          <pc:sldMk cId="2125049322" sldId="305"/>
        </pc:sldMkLst>
      </pc:sldChg>
      <pc:sldChg chg="addSp delSp modSp add del mod">
        <pc:chgData name="Andrea Esposito" userId="af663d4e0f6c8da9" providerId="LiveId" clId="{262502FB-FC54-43DB-AB78-73175A28E98A}" dt="2026-04-23T19:51:00.879" v="12583" actId="47"/>
        <pc:sldMkLst>
          <pc:docMk/>
          <pc:sldMk cId="1140064749" sldId="306"/>
        </pc:sldMkLst>
      </pc:sldChg>
      <pc:sldChg chg="modSp new del mod">
        <pc:chgData name="Andrea Esposito" userId="af663d4e0f6c8da9" providerId="LiveId" clId="{262502FB-FC54-43DB-AB78-73175A28E98A}" dt="2026-04-23T19:50:46.626" v="12581" actId="47"/>
        <pc:sldMkLst>
          <pc:docMk/>
          <pc:sldMk cId="974836456" sldId="307"/>
        </pc:sldMkLst>
      </pc:sldChg>
      <pc:sldChg chg="addSp delSp modSp new del mod ord">
        <pc:chgData name="Andrea Esposito" userId="af663d4e0f6c8da9" providerId="LiveId" clId="{262502FB-FC54-43DB-AB78-73175A28E98A}" dt="2026-04-24T08:05:29.476" v="13098" actId="47"/>
        <pc:sldMkLst>
          <pc:docMk/>
          <pc:sldMk cId="3559349616" sldId="308"/>
        </pc:sldMkLst>
        <pc:spChg chg="mod">
          <ac:chgData name="Andrea Esposito" userId="af663d4e0f6c8da9" providerId="LiveId" clId="{262502FB-FC54-43DB-AB78-73175A28E98A}" dt="2026-04-22T13:22:42.475" v="12158" actId="20577"/>
          <ac:spMkLst>
            <pc:docMk/>
            <pc:sldMk cId="3559349616" sldId="308"/>
            <ac:spMk id="2" creationId="{91A1C7E8-528E-0A97-9EDD-17D439CC3C6B}"/>
          </ac:spMkLst>
        </pc:spChg>
        <pc:spChg chg="add del mod">
          <ac:chgData name="Andrea Esposito" userId="af663d4e0f6c8da9" providerId="LiveId" clId="{262502FB-FC54-43DB-AB78-73175A28E98A}" dt="2026-04-22T14:09:41.579" v="12564" actId="20577"/>
          <ac:spMkLst>
            <pc:docMk/>
            <pc:sldMk cId="3559349616" sldId="308"/>
            <ac:spMk id="3" creationId="{7B1E2BBC-2608-2BA0-D32F-6239FFC6D173}"/>
          </ac:spMkLst>
        </pc:spChg>
      </pc:sldChg>
      <pc:sldChg chg="modSp add del mod">
        <pc:chgData name="Andrea Esposito" userId="af663d4e0f6c8da9" providerId="LiveId" clId="{262502FB-FC54-43DB-AB78-73175A28E98A}" dt="2026-04-24T07:30:45.854" v="12779" actId="47"/>
        <pc:sldMkLst>
          <pc:docMk/>
          <pc:sldMk cId="465473464" sldId="309"/>
        </pc:sldMkLst>
      </pc:sldChg>
      <pc:sldChg chg="modSp add del mod">
        <pc:chgData name="Andrea Esposito" userId="af663d4e0f6c8da9" providerId="LiveId" clId="{262502FB-FC54-43DB-AB78-73175A28E98A}" dt="2026-04-24T07:30:42.593" v="12778" actId="47"/>
        <pc:sldMkLst>
          <pc:docMk/>
          <pc:sldMk cId="1116250829" sldId="3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B00D7-A12E-4179-B4FE-A225F398F237}" type="datetimeFigureOut">
              <a:rPr lang="it-IT" smtClean="0"/>
              <a:t>23/04/2026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8ED9-3A5F-4DBF-BCF4-7D8596C097D4}" type="slidenum">
              <a:rPr lang="it-IT" smtClean="0"/>
              <a:t>‹N›</a:t>
            </a:fld>
            <a:endParaRPr lang="it-IT"/>
          </a:p>
        </p:txBody>
      </p:sp>
    </p:spTree>
    <p:extLst>
      <p:ext uri="{BB962C8B-B14F-4D97-AF65-F5344CB8AC3E}">
        <p14:creationId xmlns:p14="http://schemas.microsoft.com/office/powerpoint/2010/main" val="8623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6"/>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4/23/2026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(Risultati Es4)</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(2</a:t>
            </a:r>
            <a:r>
              <a:rPr lang="it-IT" dirty="0">
                <a:solidFill>
                  <a:prstClr val="white"/>
                </a:solidFill>
                <a:latin typeface="Century Gothic" panose="020B0502020202020204"/>
              </a:rPr>
              <a:t>4</a:t>
            </a: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/04/2026)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D121-F1C6-C6D9-1684-FA1ED6E0EC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17C8136-7850-538E-9883-B67BE912C6DD}"/>
              </a:ext>
            </a:extLst>
          </p:cNvPr>
          <p:cNvSpPr>
            <a:spLocks noGrp="1"/>
          </p:cNvSpPr>
          <p:nvPr>
            <p:ph type="title"/>
          </p:nvPr>
        </p:nvSpPr>
        <p:spPr>
          <a:xfrm>
            <a:off x="117986" y="0"/>
            <a:ext cx="5771537" cy="476373"/>
          </a:xfrm>
        </p:spPr>
        <p:txBody>
          <a:bodyPr/>
          <a:lstStyle/>
          <a:p>
            <a:r>
              <a:rPr lang="it-IT" sz="2000" dirty="0"/>
              <a:t>Esempio di risultato (</a:t>
            </a:r>
            <a:r>
              <a:rPr lang="it-IT" sz="2000" dirty="0" err="1"/>
              <a:t>dynamic_failure</a:t>
            </a:r>
            <a:r>
              <a:rPr lang="it-IT" sz="2000" dirty="0"/>
              <a:t>):</a:t>
            </a:r>
          </a:p>
        </p:txBody>
      </p:sp>
      <p:graphicFrame>
        <p:nvGraphicFramePr>
          <p:cNvPr id="4" name="Segnaposto contenuto 3">
            <a:extLst>
              <a:ext uri="{FF2B5EF4-FFF2-40B4-BE49-F238E27FC236}">
                <a16:creationId xmlns:a16="http://schemas.microsoft.com/office/drawing/2014/main" id="{BAD857C0-E0F1-F1CC-B2D0-DEBF4FD6D95E}"/>
              </a:ext>
            </a:extLst>
          </p:cNvPr>
          <p:cNvGraphicFramePr>
            <a:graphicFrameLocks noGrp="1"/>
          </p:cNvGraphicFramePr>
          <p:nvPr>
            <p:ph idx="1"/>
            <p:extLst>
              <p:ext uri="{D42A27DB-BD31-4B8C-83A1-F6EECF244321}">
                <p14:modId xmlns:p14="http://schemas.microsoft.com/office/powerpoint/2010/main" val="2099322613"/>
              </p:ext>
            </p:extLst>
          </p:nvPr>
        </p:nvGraphicFramePr>
        <p:xfrm>
          <a:off x="117986" y="476373"/>
          <a:ext cx="11850236" cy="6260093"/>
        </p:xfrm>
        <a:graphic>
          <a:graphicData uri="http://schemas.openxmlformats.org/drawingml/2006/table">
            <a:tbl>
              <a:tblPr firstRow="1" bandRow="1">
                <a:tableStyleId>{5C22544A-7EE6-4342-B048-85BDC9FD1C3A}</a:tableStyleId>
              </a:tblPr>
              <a:tblGrid>
                <a:gridCol w="361766">
                  <a:extLst>
                    <a:ext uri="{9D8B030D-6E8A-4147-A177-3AD203B41FA5}">
                      <a16:colId xmlns:a16="http://schemas.microsoft.com/office/drawing/2014/main" val="1875058376"/>
                    </a:ext>
                  </a:extLst>
                </a:gridCol>
                <a:gridCol w="303100">
                  <a:extLst>
                    <a:ext uri="{9D8B030D-6E8A-4147-A177-3AD203B41FA5}">
                      <a16:colId xmlns:a16="http://schemas.microsoft.com/office/drawing/2014/main" val="2729272592"/>
                    </a:ext>
                  </a:extLst>
                </a:gridCol>
                <a:gridCol w="439983">
                  <a:extLst>
                    <a:ext uri="{9D8B030D-6E8A-4147-A177-3AD203B41FA5}">
                      <a16:colId xmlns:a16="http://schemas.microsoft.com/office/drawing/2014/main" val="2911452443"/>
                    </a:ext>
                  </a:extLst>
                </a:gridCol>
                <a:gridCol w="351988">
                  <a:extLst>
                    <a:ext uri="{9D8B030D-6E8A-4147-A177-3AD203B41FA5}">
                      <a16:colId xmlns:a16="http://schemas.microsoft.com/office/drawing/2014/main" val="2479012610"/>
                    </a:ext>
                  </a:extLst>
                </a:gridCol>
                <a:gridCol w="381319">
                  <a:extLst>
                    <a:ext uri="{9D8B030D-6E8A-4147-A177-3AD203B41FA5}">
                      <a16:colId xmlns:a16="http://schemas.microsoft.com/office/drawing/2014/main" val="2959452781"/>
                    </a:ext>
                  </a:extLst>
                </a:gridCol>
                <a:gridCol w="332432">
                  <a:extLst>
                    <a:ext uri="{9D8B030D-6E8A-4147-A177-3AD203B41FA5}">
                      <a16:colId xmlns:a16="http://schemas.microsoft.com/office/drawing/2014/main" val="1078437898"/>
                    </a:ext>
                  </a:extLst>
                </a:gridCol>
                <a:gridCol w="234659">
                  <a:extLst>
                    <a:ext uri="{9D8B030D-6E8A-4147-A177-3AD203B41FA5}">
                      <a16:colId xmlns:a16="http://schemas.microsoft.com/office/drawing/2014/main" val="3324487126"/>
                    </a:ext>
                  </a:extLst>
                </a:gridCol>
                <a:gridCol w="244435">
                  <a:extLst>
                    <a:ext uri="{9D8B030D-6E8A-4147-A177-3AD203B41FA5}">
                      <a16:colId xmlns:a16="http://schemas.microsoft.com/office/drawing/2014/main" val="2402471246"/>
                    </a:ext>
                  </a:extLst>
                </a:gridCol>
                <a:gridCol w="1134181">
                  <a:extLst>
                    <a:ext uri="{9D8B030D-6E8A-4147-A177-3AD203B41FA5}">
                      <a16:colId xmlns:a16="http://schemas.microsoft.com/office/drawing/2014/main" val="3564228665"/>
                    </a:ext>
                  </a:extLst>
                </a:gridCol>
                <a:gridCol w="430206">
                  <a:extLst>
                    <a:ext uri="{9D8B030D-6E8A-4147-A177-3AD203B41FA5}">
                      <a16:colId xmlns:a16="http://schemas.microsoft.com/office/drawing/2014/main" val="1079194908"/>
                    </a:ext>
                  </a:extLst>
                </a:gridCol>
                <a:gridCol w="351988">
                  <a:extLst>
                    <a:ext uri="{9D8B030D-6E8A-4147-A177-3AD203B41FA5}">
                      <a16:colId xmlns:a16="http://schemas.microsoft.com/office/drawing/2014/main" val="457757330"/>
                    </a:ext>
                  </a:extLst>
                </a:gridCol>
                <a:gridCol w="381319">
                  <a:extLst>
                    <a:ext uri="{9D8B030D-6E8A-4147-A177-3AD203B41FA5}">
                      <a16:colId xmlns:a16="http://schemas.microsoft.com/office/drawing/2014/main" val="75598170"/>
                    </a:ext>
                  </a:extLst>
                </a:gridCol>
                <a:gridCol w="1789268">
                  <a:extLst>
                    <a:ext uri="{9D8B030D-6E8A-4147-A177-3AD203B41FA5}">
                      <a16:colId xmlns:a16="http://schemas.microsoft.com/office/drawing/2014/main" val="963411808"/>
                    </a:ext>
                  </a:extLst>
                </a:gridCol>
                <a:gridCol w="410652">
                  <a:extLst>
                    <a:ext uri="{9D8B030D-6E8A-4147-A177-3AD203B41FA5}">
                      <a16:colId xmlns:a16="http://schemas.microsoft.com/office/drawing/2014/main" val="27591704"/>
                    </a:ext>
                  </a:extLst>
                </a:gridCol>
                <a:gridCol w="1769713">
                  <a:extLst>
                    <a:ext uri="{9D8B030D-6E8A-4147-A177-3AD203B41FA5}">
                      <a16:colId xmlns:a16="http://schemas.microsoft.com/office/drawing/2014/main" val="228824343"/>
                    </a:ext>
                  </a:extLst>
                </a:gridCol>
                <a:gridCol w="1554610">
                  <a:extLst>
                    <a:ext uri="{9D8B030D-6E8A-4147-A177-3AD203B41FA5}">
                      <a16:colId xmlns:a16="http://schemas.microsoft.com/office/drawing/2014/main" val="2134066566"/>
                    </a:ext>
                  </a:extLst>
                </a:gridCol>
                <a:gridCol w="1378617">
                  <a:extLst>
                    <a:ext uri="{9D8B030D-6E8A-4147-A177-3AD203B41FA5}">
                      <a16:colId xmlns:a16="http://schemas.microsoft.com/office/drawing/2014/main" val="1278294766"/>
                    </a:ext>
                  </a:extLst>
                </a:gridCol>
              </a:tblGrid>
              <a:tr h="1565282">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694811">
                <a:tc>
                  <a:txBody>
                    <a:bodyPr/>
                    <a:lstStyle/>
                    <a:p>
                      <a:pPr algn="l"/>
                      <a:r>
                        <a:rPr lang="it-IT" sz="1050" dirty="0" err="1"/>
                        <a:t>alicecapolongo</a:t>
                      </a:r>
                      <a:endParaRPr lang="it-IT" sz="1050" dirty="0"/>
                    </a:p>
                  </a:txBody>
                  <a:tcPr/>
                </a:tc>
                <a:tc>
                  <a:txBody>
                    <a:bodyPr/>
                    <a:lstStyle/>
                    <a:p>
                      <a:pPr algn="l"/>
                      <a:r>
                        <a:rPr lang="it-IT" sz="1050" dirty="0" err="1"/>
                        <a:t>registro_distribuito</a:t>
                      </a:r>
                      <a:endParaRPr lang="it-IT" sz="1050" dirty="0"/>
                    </a:p>
                  </a:txBody>
                  <a:tcPr/>
                </a:tc>
                <a:tc>
                  <a:txBody>
                    <a:bodyPr/>
                    <a:lstStyle/>
                    <a:p>
                      <a:pPr algn="l"/>
                      <a:r>
                        <a:rPr lang="it-IT" sz="1050" dirty="0"/>
                        <a:t>0c3494ca64b2e53122c91c375678febe38154278</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registro distribuito. L'esercizio non è ancora stato svolto </a:t>
                      </a:r>
                      <a:r>
                        <a:rPr lang="it-IT" sz="1050" dirty="0" err="1"/>
                        <a:t>correttamente.L'esecuzione</a:t>
                      </a:r>
                      <a:r>
                        <a:rPr lang="it-IT" sz="1050" dirty="0"/>
                        <a:t> non e corretta: Il registro riceve un messaggio BIND incoerente rispetto a quello inviato dal server 2. Non tutti i server ricevono il messaggio di terminazione EXIT atteso</a:t>
                      </a:r>
                    </a:p>
                  </a:txBody>
                  <a:tcPr/>
                </a:tc>
                <a:tc>
                  <a:txBody>
                    <a:bodyPr/>
                    <a:lstStyle/>
                    <a:p>
                      <a:pPr algn="l"/>
                      <a:r>
                        <a:rPr lang="it-IT" sz="1050" dirty="0"/>
                        <a:t>Client: Avvio...\</a:t>
                      </a:r>
                      <a:r>
                        <a:rPr lang="it-IT" sz="1050" dirty="0" err="1"/>
                        <a:t>nClient</a:t>
                      </a:r>
                      <a:r>
                        <a:rPr lang="it-IT" sz="1050" dirty="0"/>
                        <a:t>: Invio messaggio QUERY (</a:t>
                      </a:r>
                      <a:r>
                        <a:rPr lang="it-IT" sz="1050" dirty="0" err="1"/>
                        <a:t>id_server</a:t>
                      </a:r>
                      <a:r>
                        <a:rPr lang="it-IT" sz="1050" dirty="0"/>
                        <a:t>=2)</a:t>
                      </a:r>
                      <a:r>
                        <a:rPr lang="en-US" sz="1050" dirty="0"/>
                        <a:t>(</a:t>
                      </a:r>
                      <a:r>
                        <a:rPr lang="it-IT" sz="1050" dirty="0"/>
                        <a:t>CONTINUA)…</a:t>
                      </a:r>
                    </a:p>
                  </a:txBody>
                  <a:tcPr/>
                </a:tc>
                <a:tc>
                  <a:txBody>
                    <a:bodyPr/>
                    <a:lstStyle/>
                    <a:p>
                      <a:pPr algn="l"/>
                      <a:r>
                        <a:rPr lang="it-IT" sz="1050" dirty="0"/>
                        <a:t> </a:t>
                      </a:r>
                    </a:p>
                  </a:txBody>
                  <a:tcPr/>
                </a:tc>
                <a:tc>
                  <a:txBody>
                    <a:bodyPr/>
                    <a:lstStyle/>
                    <a:p>
                      <a:pPr algn="l"/>
                      <a:r>
                        <a:rPr lang="it-IT" sz="1050" b="1" dirty="0"/>
                        <a:t>NO</a:t>
                      </a:r>
                    </a:p>
                  </a:txBody>
                  <a:tcPr/>
                </a:tc>
                <a:tc>
                  <a:txBody>
                    <a:bodyPr/>
                    <a:lstStyle/>
                    <a:p>
                      <a:pPr algn="l"/>
                      <a:r>
                        <a:rPr lang="en-US" sz="1050" dirty="0"/>
                        <a:t>The trace shows mismatched server IDs in the interactions. Clients query for server 2 and receive responses for server 2 with queue ID 360506, but the server logs show server 1 processing service messages with the same queue ID. This indicates a protocol violation where the server handling does not match the client requests. Additionally, the registry sends an EXIT message to \"server 0, \" which is not defined, suggesting another inconsistency. These mismatches in actor/request identity and protocol coherence invalidate the output.</a:t>
                      </a:r>
                      <a:endParaRPr lang="it-IT" sz="1050" dirty="0"/>
                    </a:p>
                  </a:txBody>
                  <a:tcPr/>
                </a:tc>
                <a:tc>
                  <a:txBody>
                    <a:bodyPr/>
                    <a:lstStyle/>
                    <a:p>
                      <a:pPr algn="l"/>
                      <a:r>
                        <a:rPr lang="it-IT" sz="1050" b="1" dirty="0"/>
                        <a:t>NO</a:t>
                      </a:r>
                    </a:p>
                  </a:txBody>
                  <a:tcPr/>
                </a:tc>
                <a:tc>
                  <a:txBody>
                    <a:bodyPr/>
                    <a:lstStyle/>
                    <a:p>
                      <a:pPr algn="l"/>
                      <a:r>
                        <a:rPr lang="en-US" sz="1050" dirty="0"/>
                        <a:t>The defect lies in FILE: </a:t>
                      </a:r>
                      <a:r>
                        <a:rPr lang="en-US" sz="1050" dirty="0" err="1"/>
                        <a:t>server.c</a:t>
                      </a:r>
                      <a:r>
                        <a:rPr lang="en-US" sz="1050" dirty="0"/>
                        <a:t>, function server, at line 12 where </a:t>
                      </a:r>
                      <a:r>
                        <a:rPr lang="en-US" sz="1050" dirty="0" err="1"/>
                        <a:t>msgget</a:t>
                      </a:r>
                      <a:r>
                        <a:rPr lang="en-US" sz="1050" dirty="0"/>
                        <a:t>(</a:t>
                      </a:r>
                      <a:r>
                        <a:rPr lang="en-US" sz="1050" dirty="0" err="1"/>
                        <a:t>ftok</a:t>
                      </a:r>
                      <a:r>
                        <a:rPr lang="en-US" sz="1050" dirty="0"/>
                        <a:t>(\".\", 'e'), IPC_CREAT | 0644) is used to create the server's private message queue. The </a:t>
                      </a:r>
                      <a:r>
                        <a:rPr lang="en-US" sz="1050" dirty="0" err="1"/>
                        <a:t>ftok</a:t>
                      </a:r>
                      <a:r>
                        <a:rPr lang="en-US" sz="1050" dirty="0"/>
                        <a:t> key is hardcoded, causing both servers to create queues with the same identifier (360506). This results in both servers sharing the same queue, violating the protocol that requires each server to have a unique queue. Consequently, clients' messages to server 2 are processed by server 1, causing the observed mismatched server IDs in the runtime output. This is a protocol-matching defect.</a:t>
                      </a:r>
                      <a:endParaRPr lang="it-IT" sz="1050" dirty="0"/>
                    </a:p>
                  </a:txBody>
                  <a:tcPr/>
                </a:tc>
                <a:tc>
                  <a:txBody>
                    <a:bodyPr/>
                    <a:lstStyle/>
                    <a:p>
                      <a:pPr algn="l"/>
                      <a:r>
                        <a:rPr lang="it-IT" sz="1050" b="1" dirty="0"/>
                        <a:t>YES</a:t>
                      </a:r>
                      <a:r>
                        <a:rPr lang="it-IT" sz="1050" dirty="0"/>
                        <a:t>, </a:t>
                      </a:r>
                      <a:r>
                        <a:rPr lang="en-US" sz="1050" dirty="0"/>
                        <a:t>The diagnosis aligns with the ground truth by identifying mismatches in protocol coherence and termination messages, which are consistent with the described failures of incoherent BIND messages and incomplete EXIT message delivery. The detailed explanation enriches the generic ground truth without introducing unrelated issues.</a:t>
                      </a:r>
                      <a:endParaRPr lang="it-IT" sz="1050" dirty="0"/>
                    </a:p>
                  </a:txBody>
                  <a:tcPr/>
                </a:tc>
                <a:tc>
                  <a:txBody>
                    <a:bodyPr/>
                    <a:lstStyle/>
                    <a:p>
                      <a:pPr algn="l"/>
                      <a:r>
                        <a:rPr lang="it-IT" sz="1050" b="1" dirty="0"/>
                        <a:t>YES</a:t>
                      </a:r>
                      <a:r>
                        <a:rPr lang="it-IT" sz="1050" dirty="0"/>
                        <a:t>, </a:t>
                      </a:r>
                      <a:r>
                        <a:rPr lang="en-US" sz="1050" dirty="0"/>
                        <a:t>The diagnosis correctly identifies the defect in </a:t>
                      </a:r>
                      <a:r>
                        <a:rPr lang="en-US" sz="1050" dirty="0" err="1"/>
                        <a:t>server.c</a:t>
                      </a:r>
                      <a:r>
                        <a:rPr lang="en-US" sz="1050" dirty="0"/>
                        <a:t> at line 12, where the use of </a:t>
                      </a:r>
                      <a:r>
                        <a:rPr lang="en-US" sz="1050" dirty="0" err="1"/>
                        <a:t>ftok</a:t>
                      </a:r>
                      <a:r>
                        <a:rPr lang="en-US" sz="1050" dirty="0"/>
                        <a:t>(\".\", 'e') results in both servers sharing the same message queue due to identical keys. This matches the observed failure and is supported by the diff, which shows the solution using IPC_PRIVATE to ensure unique queues. The diagnosis is specific, consistent with the diff, and does not introduce unrelated issues.</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16644112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845D0E-134A-5B56-94C1-A0348BBFF71D}"/>
              </a:ext>
            </a:extLst>
          </p:cNvPr>
          <p:cNvSpPr>
            <a:spLocks noGrp="1"/>
          </p:cNvSpPr>
          <p:nvPr>
            <p:ph type="title"/>
          </p:nvPr>
        </p:nvSpPr>
        <p:spPr>
          <a:xfrm>
            <a:off x="125001" y="141820"/>
            <a:ext cx="9186147" cy="649958"/>
          </a:xfrm>
        </p:spPr>
        <p:txBody>
          <a:bodyPr/>
          <a:lstStyle/>
          <a:p>
            <a:r>
              <a:rPr lang="it-IT" dirty="0"/>
              <a:t>Esempio </a:t>
            </a:r>
            <a:r>
              <a:rPr lang="it-IT" dirty="0" err="1"/>
              <a:t>dynamic_failure</a:t>
            </a:r>
            <a:endParaRPr lang="it-IT" dirty="0"/>
          </a:p>
        </p:txBody>
      </p:sp>
      <p:sp>
        <p:nvSpPr>
          <p:cNvPr id="11" name="CasellaDiTesto 10">
            <a:extLst>
              <a:ext uri="{FF2B5EF4-FFF2-40B4-BE49-F238E27FC236}">
                <a16:creationId xmlns:a16="http://schemas.microsoft.com/office/drawing/2014/main" id="{B786AA21-52D4-F098-9A10-9D42C069BE23}"/>
              </a:ext>
            </a:extLst>
          </p:cNvPr>
          <p:cNvSpPr txBox="1"/>
          <p:nvPr/>
        </p:nvSpPr>
        <p:spPr>
          <a:xfrm>
            <a:off x="646109" y="3275960"/>
            <a:ext cx="7811177" cy="369332"/>
          </a:xfrm>
          <a:prstGeom prst="rect">
            <a:avLst/>
          </a:prstGeom>
          <a:noFill/>
        </p:spPr>
        <p:txBody>
          <a:bodyPr wrap="square" rtlCol="0">
            <a:spAutoFit/>
          </a:bodyPr>
          <a:lstStyle/>
          <a:p>
            <a:r>
              <a:rPr lang="it-IT" dirty="0"/>
              <a:t>Codice studente:</a:t>
            </a:r>
          </a:p>
        </p:txBody>
      </p:sp>
      <p:sp>
        <p:nvSpPr>
          <p:cNvPr id="16" name="CasellaDiTesto 15">
            <a:extLst>
              <a:ext uri="{FF2B5EF4-FFF2-40B4-BE49-F238E27FC236}">
                <a16:creationId xmlns:a16="http://schemas.microsoft.com/office/drawing/2014/main" id="{27BCA466-F5A8-C506-FBA1-A79FD4C3850B}"/>
              </a:ext>
            </a:extLst>
          </p:cNvPr>
          <p:cNvSpPr txBox="1"/>
          <p:nvPr/>
        </p:nvSpPr>
        <p:spPr>
          <a:xfrm>
            <a:off x="646111" y="4520894"/>
            <a:ext cx="7811177" cy="369332"/>
          </a:xfrm>
          <a:prstGeom prst="rect">
            <a:avLst/>
          </a:prstGeom>
          <a:noFill/>
        </p:spPr>
        <p:txBody>
          <a:bodyPr wrap="square" rtlCol="0">
            <a:spAutoFit/>
          </a:bodyPr>
          <a:lstStyle/>
          <a:p>
            <a:r>
              <a:rPr lang="it-IT" dirty="0"/>
              <a:t>Codice soluzione:</a:t>
            </a:r>
          </a:p>
        </p:txBody>
      </p:sp>
      <p:sp>
        <p:nvSpPr>
          <p:cNvPr id="17" name="CasellaDiTesto 16">
            <a:extLst>
              <a:ext uri="{FF2B5EF4-FFF2-40B4-BE49-F238E27FC236}">
                <a16:creationId xmlns:a16="http://schemas.microsoft.com/office/drawing/2014/main" id="{F94081EB-5F8B-3B1E-3B02-49CDCC266BFB}"/>
              </a:ext>
            </a:extLst>
          </p:cNvPr>
          <p:cNvSpPr txBox="1"/>
          <p:nvPr/>
        </p:nvSpPr>
        <p:spPr>
          <a:xfrm>
            <a:off x="125001" y="879707"/>
            <a:ext cx="10591935" cy="2308324"/>
          </a:xfrm>
          <a:prstGeom prst="rect">
            <a:avLst/>
          </a:prstGeom>
          <a:noFill/>
        </p:spPr>
        <p:txBody>
          <a:bodyPr wrap="square" rtlCol="0">
            <a:spAutoFit/>
          </a:bodyPr>
          <a:lstStyle/>
          <a:p>
            <a:r>
              <a:rPr lang="it-IT" dirty="0"/>
              <a:t>Il difetto si trova in FILE: </a:t>
            </a:r>
            <a:r>
              <a:rPr lang="it-IT" dirty="0" err="1"/>
              <a:t>server.c</a:t>
            </a:r>
            <a:r>
              <a:rPr lang="it-IT" dirty="0"/>
              <a:t>, funzione server, alla riga 12, dove viene utilizzato </a:t>
            </a:r>
            <a:r>
              <a:rPr lang="it-IT" dirty="0" err="1"/>
              <a:t>msgget</a:t>
            </a:r>
            <a:r>
              <a:rPr lang="it-IT" dirty="0"/>
              <a:t>(</a:t>
            </a:r>
            <a:r>
              <a:rPr lang="it-IT" dirty="0" err="1"/>
              <a:t>ftok</a:t>
            </a:r>
            <a:r>
              <a:rPr lang="it-IT" dirty="0"/>
              <a:t>(".", '</a:t>
            </a:r>
            <a:r>
              <a:rPr lang="it-IT" dirty="0" err="1"/>
              <a:t>e'</a:t>
            </a:r>
            <a:r>
              <a:rPr lang="it-IT" dirty="0"/>
              <a:t>), IPC_CREAT | 0644) per creare la coda di messaggi privata del server. La chiave </a:t>
            </a:r>
            <a:r>
              <a:rPr lang="it-IT" dirty="0" err="1"/>
              <a:t>ftok</a:t>
            </a:r>
            <a:r>
              <a:rPr lang="it-IT" dirty="0"/>
              <a:t> è </a:t>
            </a:r>
            <a:r>
              <a:rPr lang="it-IT" dirty="0" err="1"/>
              <a:t>hardcoded</a:t>
            </a:r>
            <a:r>
              <a:rPr lang="it-IT" dirty="0"/>
              <a:t>, causando la creazione da parte di entrambi i server di code con lo stesso identificatore (360506). Di conseguenza, entrambi i server condividono la stessa coda, violando il protocollo che richiede a ciascun server di avere una coda unica. I messaggi dei client destinati al server 2 vengono quindi elaborati dal server 1, causando gli ID dei server non corrispondenti osservati nell'output di </a:t>
            </a:r>
            <a:r>
              <a:rPr lang="it-IT" dirty="0" err="1"/>
              <a:t>runtime</a:t>
            </a:r>
            <a:r>
              <a:rPr lang="it-IT" dirty="0"/>
              <a:t>. Si tratta di un difetto di corrispondenza del protocollo.</a:t>
            </a:r>
          </a:p>
        </p:txBody>
      </p:sp>
      <p:pic>
        <p:nvPicPr>
          <p:cNvPr id="4" name="Immagine 3">
            <a:extLst>
              <a:ext uri="{FF2B5EF4-FFF2-40B4-BE49-F238E27FC236}">
                <a16:creationId xmlns:a16="http://schemas.microsoft.com/office/drawing/2014/main" id="{30159A2E-9CE1-DF50-38A3-33DFF2BA8880}"/>
              </a:ext>
            </a:extLst>
          </p:cNvPr>
          <p:cNvPicPr>
            <a:picLocks noChangeAspect="1"/>
          </p:cNvPicPr>
          <p:nvPr/>
        </p:nvPicPr>
        <p:blipFill>
          <a:blip r:embed="rId2"/>
          <a:stretch>
            <a:fillRect/>
          </a:stretch>
        </p:blipFill>
        <p:spPr>
          <a:xfrm>
            <a:off x="646109" y="5154436"/>
            <a:ext cx="7414756" cy="404862"/>
          </a:xfrm>
          <a:prstGeom prst="rect">
            <a:avLst/>
          </a:prstGeom>
        </p:spPr>
      </p:pic>
      <p:pic>
        <p:nvPicPr>
          <p:cNvPr id="10" name="Immagine 9">
            <a:extLst>
              <a:ext uri="{FF2B5EF4-FFF2-40B4-BE49-F238E27FC236}">
                <a16:creationId xmlns:a16="http://schemas.microsoft.com/office/drawing/2014/main" id="{89D3F5A0-41B5-E045-B6E0-68474286E220}"/>
              </a:ext>
            </a:extLst>
          </p:cNvPr>
          <p:cNvPicPr>
            <a:picLocks noChangeAspect="1"/>
          </p:cNvPicPr>
          <p:nvPr/>
        </p:nvPicPr>
        <p:blipFill>
          <a:blip r:embed="rId3"/>
          <a:stretch>
            <a:fillRect/>
          </a:stretch>
        </p:blipFill>
        <p:spPr>
          <a:xfrm>
            <a:off x="646108" y="3909502"/>
            <a:ext cx="7414757" cy="260820"/>
          </a:xfrm>
          <a:prstGeom prst="rect">
            <a:avLst/>
          </a:prstGeom>
        </p:spPr>
      </p:pic>
    </p:spTree>
    <p:extLst>
      <p:ext uri="{BB962C8B-B14F-4D97-AF65-F5344CB8AC3E}">
        <p14:creationId xmlns:p14="http://schemas.microsoft.com/office/powerpoint/2010/main" val="260191248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3107-CEDE-C997-614F-C7C43C8855D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756D2FA-E59E-53FE-29E3-116FD528BA9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static_failure</a:t>
            </a:r>
            <a:r>
              <a:rPr lang="it-IT" sz="2400" dirty="0"/>
              <a:t>):</a:t>
            </a:r>
          </a:p>
        </p:txBody>
      </p:sp>
      <p:graphicFrame>
        <p:nvGraphicFramePr>
          <p:cNvPr id="4" name="Segnaposto contenuto 3">
            <a:extLst>
              <a:ext uri="{FF2B5EF4-FFF2-40B4-BE49-F238E27FC236}">
                <a16:creationId xmlns:a16="http://schemas.microsoft.com/office/drawing/2014/main" id="{BDCD3246-C1A1-4320-7932-F426D37C21D6}"/>
              </a:ext>
            </a:extLst>
          </p:cNvPr>
          <p:cNvGraphicFramePr>
            <a:graphicFrameLocks noGrp="1"/>
          </p:cNvGraphicFramePr>
          <p:nvPr>
            <p:ph idx="1"/>
            <p:extLst>
              <p:ext uri="{D42A27DB-BD31-4B8C-83A1-F6EECF244321}">
                <p14:modId xmlns:p14="http://schemas.microsoft.com/office/powerpoint/2010/main" val="270362571"/>
              </p:ext>
            </p:extLst>
          </p:nvPr>
        </p:nvGraphicFramePr>
        <p:xfrm>
          <a:off x="117986" y="434340"/>
          <a:ext cx="11916698" cy="626364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85136">
                  <a:extLst>
                    <a:ext uri="{9D8B030D-6E8A-4147-A177-3AD203B41FA5}">
                      <a16:colId xmlns:a16="http://schemas.microsoft.com/office/drawing/2014/main" val="3324487126"/>
                    </a:ext>
                  </a:extLst>
                </a:gridCol>
                <a:gridCol w="255638">
                  <a:extLst>
                    <a:ext uri="{9D8B030D-6E8A-4147-A177-3AD203B41FA5}">
                      <a16:colId xmlns:a16="http://schemas.microsoft.com/office/drawing/2014/main" val="2402471246"/>
                    </a:ext>
                  </a:extLst>
                </a:gridCol>
                <a:gridCol w="786581">
                  <a:extLst>
                    <a:ext uri="{9D8B030D-6E8A-4147-A177-3AD203B41FA5}">
                      <a16:colId xmlns:a16="http://schemas.microsoft.com/office/drawing/2014/main" val="3564228665"/>
                    </a:ext>
                  </a:extLst>
                </a:gridCol>
                <a:gridCol w="589936">
                  <a:extLst>
                    <a:ext uri="{9D8B030D-6E8A-4147-A177-3AD203B41FA5}">
                      <a16:colId xmlns:a16="http://schemas.microsoft.com/office/drawing/2014/main" val="1079194908"/>
                    </a:ext>
                  </a:extLst>
                </a:gridCol>
                <a:gridCol w="1101212">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663643">
                  <a:extLst>
                    <a:ext uri="{9D8B030D-6E8A-4147-A177-3AD203B41FA5}">
                      <a16:colId xmlns:a16="http://schemas.microsoft.com/office/drawing/2014/main" val="963411808"/>
                    </a:ext>
                  </a:extLst>
                </a:gridCol>
                <a:gridCol w="451413">
                  <a:extLst>
                    <a:ext uri="{9D8B030D-6E8A-4147-A177-3AD203B41FA5}">
                      <a16:colId xmlns:a16="http://schemas.microsoft.com/office/drawing/2014/main" val="27591704"/>
                    </a:ext>
                  </a:extLst>
                </a:gridCol>
                <a:gridCol w="1400536">
                  <a:extLst>
                    <a:ext uri="{9D8B030D-6E8A-4147-A177-3AD203B41FA5}">
                      <a16:colId xmlns:a16="http://schemas.microsoft.com/office/drawing/2014/main" val="228824343"/>
                    </a:ext>
                  </a:extLst>
                </a:gridCol>
                <a:gridCol w="1099595">
                  <a:extLst>
                    <a:ext uri="{9D8B030D-6E8A-4147-A177-3AD203B41FA5}">
                      <a16:colId xmlns:a16="http://schemas.microsoft.com/office/drawing/2014/main" val="2134066566"/>
                    </a:ext>
                  </a:extLst>
                </a:gridCol>
                <a:gridCol w="1362826">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CryptoGionni</a:t>
                      </a:r>
                      <a:endParaRPr lang="it-IT" sz="1050" dirty="0"/>
                    </a:p>
                  </a:txBody>
                  <a:tcPr/>
                </a:tc>
                <a:tc>
                  <a:txBody>
                    <a:bodyPr/>
                    <a:lstStyle/>
                    <a:p>
                      <a:pPr algn="l"/>
                      <a:r>
                        <a:rPr lang="it-IT" sz="1050" dirty="0" err="1"/>
                        <a:t>load_balancing</a:t>
                      </a:r>
                      <a:endParaRPr lang="it-IT" sz="1050" dirty="0"/>
                    </a:p>
                  </a:txBody>
                  <a:tcPr/>
                </a:tc>
                <a:tc>
                  <a:txBody>
                    <a:bodyPr/>
                    <a:lstStyle/>
                    <a:p>
                      <a:pPr algn="l"/>
                      <a:r>
                        <a:rPr lang="it-IT" sz="1050" dirty="0"/>
                        <a:t>81811c9d569306bc39ae671ff28f1478b0f449e0</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load balancing. L'esercizio non è ancora stato svolto correttamente. Anche se il programma esegue, sono stati riscontrati i seguenti difetti all'interno del codice (</a:t>
                      </a:r>
                      <a:r>
                        <a:rPr lang="it-IT" sz="1050" dirty="0" err="1"/>
                        <a:t>main.c</a:t>
                      </a:r>
                      <a:r>
                        <a:rPr lang="it-IT" sz="1050" dirty="0"/>
                        <a:t>)</a:t>
                      </a:r>
                    </a:p>
                  </a:txBody>
                  <a:tcPr/>
                </a:tc>
                <a:tc>
                  <a:txBody>
                    <a:bodyPr/>
                    <a:lstStyle/>
                    <a:p>
                      <a:pPr algn="l"/>
                      <a:r>
                        <a:rPr lang="it-IT" sz="1050" dirty="0"/>
                        <a:t>Client 276010: invio messaggio numero 0\</a:t>
                      </a:r>
                      <a:r>
                        <a:rPr lang="it-IT" sz="1050" dirty="0" err="1"/>
                        <a:t>nClient</a:t>
                      </a:r>
                      <a:r>
                        <a:rPr lang="it-IT" sz="1050" dirty="0"/>
                        <a:t> 276010: invio messaggio numero 1(CONTINUA)…</a:t>
                      </a:r>
                    </a:p>
                  </a:txBody>
                  <a:tcPr/>
                </a:tc>
                <a:tc>
                  <a:txBody>
                    <a:bodyPr/>
                    <a:lstStyle/>
                    <a:p>
                      <a:pPr algn="l"/>
                      <a:r>
                        <a:rPr lang="it-IT" sz="1050" dirty="0"/>
                        <a:t> {                "file": "</a:t>
                      </a:r>
                      <a:r>
                        <a:rPr lang="it-IT" sz="1050" dirty="0" err="1"/>
                        <a:t>procedure.c</a:t>
                      </a:r>
                      <a:r>
                        <a:rPr lang="it-IT" sz="1050" dirty="0"/>
                        <a:t>",                "line": 107,                "</a:t>
                      </a:r>
                      <a:r>
                        <a:rPr lang="it-IT" sz="1050" dirty="0" err="1"/>
                        <a:t>message</a:t>
                      </a:r>
                      <a:r>
                        <a:rPr lang="it-IT" sz="1050" dirty="0"/>
                        <a:t>": "L'ultimo parametro di </a:t>
                      </a:r>
                      <a:r>
                        <a:rPr lang="it-IT" sz="1050" dirty="0" err="1"/>
                        <a:t>msgsnd</a:t>
                      </a:r>
                      <a:r>
                        <a:rPr lang="it-IT" sz="1050" dirty="0"/>
                        <a:t>() deve essere 0. Nota che non è richiesto IPC_NOWAIT per effettuare la </a:t>
                      </a:r>
                      <a:r>
                        <a:rPr lang="it-IT" sz="1050" dirty="0" err="1"/>
                        <a:t>send</a:t>
                      </a:r>
                      <a:r>
                        <a:rPr lang="it-IT" sz="1050" dirty="0"/>
                        <a:t> asincrona."            }</a:t>
                      </a:r>
                    </a:p>
                  </a:txBody>
                  <a:tcPr/>
                </a:tc>
                <a:tc>
                  <a:txBody>
                    <a:bodyPr/>
                    <a:lstStyle/>
                    <a:p>
                      <a:pPr algn="l"/>
                      <a:r>
                        <a:rPr lang="it-IT" sz="1050" b="1" dirty="0"/>
                        <a:t>NO</a:t>
                      </a:r>
                    </a:p>
                  </a:txBody>
                  <a:tcPr/>
                </a:tc>
                <a:tc>
                  <a:txBody>
                    <a:bodyPr/>
                    <a:lstStyle/>
                    <a:p>
                      <a:pPr algn="l"/>
                      <a:r>
                        <a:rPr lang="en-US" sz="1050" dirty="0"/>
                        <a:t>The output shows mismatched counts and incomplete pairing between the Balancer and the Servers. Each Client sends 6 messages (12 total), and the Balancer forwards all 12 messages to the Servers. However, the Servers only log 4 messages each (12 total), which is inconsistent with the expected round-robin distribution of 12 messages across 3 Servers. Additionally, the message numbers logged by the Servers do not align with the Balancer's forwarding sequence, making the routing unverifiable. This violates the protocol's pairing and completion requirements.</a:t>
                      </a:r>
                      <a:endParaRPr lang="it-IT" sz="1050" dirty="0"/>
                    </a:p>
                  </a:txBody>
                  <a:tcPr/>
                </a:tc>
                <a:tc>
                  <a:txBody>
                    <a:bodyPr/>
                    <a:lstStyle/>
                    <a:p>
                      <a:pPr algn="l"/>
                      <a:r>
                        <a:rPr lang="it-IT" sz="1050" b="1" dirty="0"/>
                        <a:t>NO</a:t>
                      </a:r>
                    </a:p>
                  </a:txBody>
                  <a:tcPr/>
                </a:tc>
                <a:tc>
                  <a:txBody>
                    <a:bodyPr/>
                    <a:lstStyle/>
                    <a:p>
                      <a:pPr algn="l"/>
                      <a:r>
                        <a:rPr lang="en-US" sz="1050" dirty="0"/>
                        <a:t>FILE: </a:t>
                      </a:r>
                      <a:r>
                        <a:rPr lang="en-US" sz="1050" dirty="0" err="1"/>
                        <a:t>procedure.c</a:t>
                      </a:r>
                      <a:r>
                        <a:rPr lang="en-US" sz="1050" dirty="0"/>
                        <a:t>, function Balancer, line 85: The </a:t>
                      </a:r>
                      <a:r>
                        <a:rPr lang="en-US" sz="1050" dirty="0" err="1"/>
                        <a:t>msgsnd</a:t>
                      </a:r>
                      <a:r>
                        <a:rPr lang="en-US" sz="1050" dirty="0"/>
                        <a:t>(...) call uses the IPC_NOWAIT flag, which can cause message loss if the target server queue is full. This violates the synchronization policy, as the load balancer should ensure reliable delivery of messages to servers. A blocking send or a retry mechanism is required to guarantee message delivery under normal execution.</a:t>
                      </a:r>
                      <a:endParaRPr lang="it-IT" sz="1050" dirty="0"/>
                    </a:p>
                  </a:txBody>
                  <a:tcPr/>
                </a:tc>
                <a:tc>
                  <a:txBody>
                    <a:bodyPr/>
                    <a:lstStyle/>
                    <a:p>
                      <a:pPr algn="l"/>
                      <a:r>
                        <a:rPr lang="it-IT" sz="1050" b="1" dirty="0"/>
                        <a:t>NO</a:t>
                      </a:r>
                      <a:r>
                        <a:rPr lang="it-IT" sz="1050" dirty="0"/>
                        <a:t>, </a:t>
                      </a:r>
                      <a:r>
                        <a:rPr lang="en-US" sz="1050" dirty="0"/>
                        <a:t>The ground truth states that the visible execution/output is correct, while the diagnosis claims mismatched counts, incomplete pairing, and unverifiable routing, which are invented problems. This contradicts the ground truth and introduces a different category of failure.</a:t>
                      </a:r>
                      <a:endParaRPr lang="it-IT" sz="1050" dirty="0"/>
                    </a:p>
                  </a:txBody>
                  <a:tcPr/>
                </a:tc>
                <a:tc>
                  <a:txBody>
                    <a:bodyPr/>
                    <a:lstStyle/>
                    <a:p>
                      <a:pPr algn="l"/>
                      <a:r>
                        <a:rPr lang="it-IT" sz="1050" b="1" dirty="0"/>
                        <a:t>YES</a:t>
                      </a:r>
                      <a:r>
                        <a:rPr lang="it-IT" sz="1050" dirty="0"/>
                        <a:t>, </a:t>
                      </a:r>
                      <a:r>
                        <a:rPr lang="en-US" sz="1050" dirty="0"/>
                        <a:t>The diagnosis correctly identifies the use of the IPC_NOWAIT flag in the </a:t>
                      </a:r>
                      <a:r>
                        <a:rPr lang="en-US" sz="1050" dirty="0" err="1"/>
                        <a:t>msgsnd</a:t>
                      </a:r>
                      <a:r>
                        <a:rPr lang="en-US" sz="1050" dirty="0"/>
                        <a:t>() call, which is explicitly mentioned in the ground truth warning for procedure.c:107. Both the diagnosis and the ground truth warning address the same defect mechanism: the inappropriate use of IPC_NOWAIT in </a:t>
                      </a:r>
                      <a:r>
                        <a:rPr lang="en-US" sz="1050" dirty="0" err="1"/>
                        <a:t>msgsnd</a:t>
                      </a:r>
                      <a:r>
                        <a:rPr lang="en-US" sz="1050" dirty="0"/>
                        <a:t>(). The diagnosis also provides additional context about the synchronization policy, which aligns with the defect family.</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62882138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67ECC-6E10-1B82-4284-D8B18139F19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9074E40-F48A-B6FC-6E18-CFA507EE607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correct</a:t>
            </a:r>
            <a:r>
              <a:rPr lang="it-IT" sz="2400" dirty="0"/>
              <a:t>):</a:t>
            </a:r>
          </a:p>
        </p:txBody>
      </p:sp>
      <p:graphicFrame>
        <p:nvGraphicFramePr>
          <p:cNvPr id="4" name="Segnaposto contenuto 3">
            <a:extLst>
              <a:ext uri="{FF2B5EF4-FFF2-40B4-BE49-F238E27FC236}">
                <a16:creationId xmlns:a16="http://schemas.microsoft.com/office/drawing/2014/main" id="{5CF9969C-6F90-D94F-F1EF-C618C23D3DB1}"/>
              </a:ext>
            </a:extLst>
          </p:cNvPr>
          <p:cNvGraphicFramePr>
            <a:graphicFrameLocks noGrp="1"/>
          </p:cNvGraphicFramePr>
          <p:nvPr>
            <p:ph idx="1"/>
            <p:extLst>
              <p:ext uri="{D42A27DB-BD31-4B8C-83A1-F6EECF244321}">
                <p14:modId xmlns:p14="http://schemas.microsoft.com/office/powerpoint/2010/main" val="3682838125"/>
              </p:ext>
            </p:extLst>
          </p:nvPr>
        </p:nvGraphicFramePr>
        <p:xfrm>
          <a:off x="117986" y="434340"/>
          <a:ext cx="11916698" cy="612546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511278">
                  <a:extLst>
                    <a:ext uri="{9D8B030D-6E8A-4147-A177-3AD203B41FA5}">
                      <a16:colId xmlns:a16="http://schemas.microsoft.com/office/drawing/2014/main" val="3324487126"/>
                    </a:ext>
                  </a:extLst>
                </a:gridCol>
                <a:gridCol w="304800">
                  <a:extLst>
                    <a:ext uri="{9D8B030D-6E8A-4147-A177-3AD203B41FA5}">
                      <a16:colId xmlns:a16="http://schemas.microsoft.com/office/drawing/2014/main" val="2402471246"/>
                    </a:ext>
                  </a:extLst>
                </a:gridCol>
                <a:gridCol w="943896">
                  <a:extLst>
                    <a:ext uri="{9D8B030D-6E8A-4147-A177-3AD203B41FA5}">
                      <a16:colId xmlns:a16="http://schemas.microsoft.com/office/drawing/2014/main" val="3564228665"/>
                    </a:ext>
                  </a:extLst>
                </a:gridCol>
                <a:gridCol w="835742">
                  <a:extLst>
                    <a:ext uri="{9D8B030D-6E8A-4147-A177-3AD203B41FA5}">
                      <a16:colId xmlns:a16="http://schemas.microsoft.com/office/drawing/2014/main" val="1079194908"/>
                    </a:ext>
                  </a:extLst>
                </a:gridCol>
                <a:gridCol w="422787">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652068">
                  <a:extLst>
                    <a:ext uri="{9D8B030D-6E8A-4147-A177-3AD203B41FA5}">
                      <a16:colId xmlns:a16="http://schemas.microsoft.com/office/drawing/2014/main" val="963411808"/>
                    </a:ext>
                  </a:extLst>
                </a:gridCol>
                <a:gridCol w="370390">
                  <a:extLst>
                    <a:ext uri="{9D8B030D-6E8A-4147-A177-3AD203B41FA5}">
                      <a16:colId xmlns:a16="http://schemas.microsoft.com/office/drawing/2014/main" val="27591704"/>
                    </a:ext>
                  </a:extLst>
                </a:gridCol>
                <a:gridCol w="1574157">
                  <a:extLst>
                    <a:ext uri="{9D8B030D-6E8A-4147-A177-3AD203B41FA5}">
                      <a16:colId xmlns:a16="http://schemas.microsoft.com/office/drawing/2014/main" val="228824343"/>
                    </a:ext>
                  </a:extLst>
                </a:gridCol>
                <a:gridCol w="1076446">
                  <a:extLst>
                    <a:ext uri="{9D8B030D-6E8A-4147-A177-3AD203B41FA5}">
                      <a16:colId xmlns:a16="http://schemas.microsoft.com/office/drawing/2014/main" val="2134066566"/>
                    </a:ext>
                  </a:extLst>
                </a:gridCol>
                <a:gridCol w="1304952">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emanueleascolese</a:t>
                      </a:r>
                      <a:endParaRPr lang="it-IT" sz="1050" dirty="0"/>
                    </a:p>
                  </a:txBody>
                  <a:tcPr/>
                </a:tc>
                <a:tc>
                  <a:txBody>
                    <a:bodyPr/>
                    <a:lstStyle/>
                    <a:p>
                      <a:pPr algn="l"/>
                      <a:r>
                        <a:rPr lang="it-IT" sz="1050" dirty="0" err="1"/>
                        <a:t>load_balancing</a:t>
                      </a:r>
                      <a:endParaRPr lang="it-IT" sz="1050" dirty="0"/>
                    </a:p>
                  </a:txBody>
                  <a:tcPr/>
                </a:tc>
                <a:tc>
                  <a:txBody>
                    <a:bodyPr/>
                    <a:lstStyle/>
                    <a:p>
                      <a:pPr algn="l"/>
                      <a:r>
                        <a:rPr lang="it-IT" sz="1050" dirty="0"/>
                        <a:t>d184162963602bccdb7285414d27d0e1d009f160</a:t>
                      </a:r>
                    </a:p>
                  </a:txBody>
                  <a:tcPr/>
                </a:tc>
                <a:tc>
                  <a:txBody>
                    <a:bodyPr/>
                    <a:lstStyle/>
                    <a:p>
                      <a:pPr algn="l"/>
                      <a:r>
                        <a:rPr lang="it-IT" sz="1050" dirty="0" err="1"/>
                        <a:t>correct</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load </a:t>
                      </a:r>
                      <a:r>
                        <a:rPr lang="it-IT" sz="1050" dirty="0" err="1"/>
                        <a:t>balancing.Congratulazioni</a:t>
                      </a:r>
                      <a:r>
                        <a:rPr lang="it-IT" sz="1050" dirty="0"/>
                        <a:t>, l'esercizio compila ed esegue correttamente, e non è stato riscontrato nessuno degli errori frequenti nel codice</a:t>
                      </a:r>
                    </a:p>
                  </a:txBody>
                  <a:tcPr/>
                </a:tc>
                <a:tc>
                  <a:txBody>
                    <a:bodyPr/>
                    <a:lstStyle/>
                    <a:p>
                      <a:pPr algn="l"/>
                      <a:r>
                        <a:rPr lang="it-IT" sz="1050" dirty="0"/>
                        <a:t>Processo figlio client in esecuzione (PID 282767)\</a:t>
                      </a:r>
                      <a:r>
                        <a:rPr lang="it-IT" sz="1050" dirty="0" err="1"/>
                        <a:t>nClient</a:t>
                      </a:r>
                      <a:r>
                        <a:rPr lang="it-IT" sz="1050" dirty="0"/>
                        <a:t> 282767: invio messaggio numero 0\(CONTINUA)…</a:t>
                      </a:r>
                    </a:p>
                  </a:txBody>
                  <a:tcPr/>
                </a:tc>
                <a:tc>
                  <a:txBody>
                    <a:bodyPr/>
                    <a:lstStyle/>
                    <a:p>
                      <a:pPr algn="l"/>
                      <a:endParaRPr lang="it-IT" sz="1050" dirty="0"/>
                    </a:p>
                  </a:txBody>
                  <a:tcPr/>
                </a:tc>
                <a:tc>
                  <a:txBody>
                    <a:bodyPr/>
                    <a:lstStyle/>
                    <a:p>
                      <a:pPr algn="l"/>
                      <a:r>
                        <a:rPr lang="it-IT" sz="1050" b="1" dirty="0"/>
                        <a:t>NO</a:t>
                      </a:r>
                    </a:p>
                  </a:txBody>
                  <a:tcPr/>
                </a:tc>
                <a:tc>
                  <a:txBody>
                    <a:bodyPr/>
                    <a:lstStyle/>
                    <a:p>
                      <a:pPr algn="l"/>
                      <a:r>
                        <a:rPr lang="en-US" sz="1050" dirty="0"/>
                        <a:t>The output shows mismatched counts and incomplete message routing. Each client sends 6 messages (12 total), but each server only logs 4 received messages (12 total across 3 servers). This contradicts the round-robin distribution described, where each server should receive 4 messages. Additionally, the server logs do not match the balancer's routing logs, making the end-to-end message flow unverifiable. The visible counts and pairing cannot confirm correct load balancing.</a:t>
                      </a:r>
                      <a:endParaRPr lang="it-IT" sz="1050" dirty="0"/>
                    </a:p>
                  </a:txBody>
                  <a:tcPr/>
                </a:tc>
                <a:tc>
                  <a:txBody>
                    <a:bodyPr/>
                    <a:lstStyle/>
                    <a:p>
                      <a:pPr algn="l"/>
                      <a:r>
                        <a:rPr lang="it-IT" sz="1050" b="1" dirty="0"/>
                        <a:t>YES</a:t>
                      </a:r>
                    </a:p>
                  </a:txBody>
                  <a:tcPr/>
                </a:tc>
                <a:tc>
                  <a:txBody>
                    <a:bodyPr/>
                    <a:lstStyle/>
                    <a:p>
                      <a:pPr algn="l"/>
                      <a:r>
                        <a:rPr lang="en-US" sz="1050" dirty="0"/>
                        <a:t>No concrete correctness concrete defect is visible from the provided code and runtime context. The program adheres to the explicit requirements of the exercise, including the creation of processes, message queues, and the round-robin distribution of messages by the balancer. The observed output confirms proper message exchanges, balanced distribution, and correct termination of all processes.</a:t>
                      </a:r>
                      <a:endParaRPr lang="it-IT" sz="1050" dirty="0"/>
                    </a:p>
                  </a:txBody>
                  <a:tcPr/>
                </a:tc>
                <a:tc>
                  <a:txBody>
                    <a:bodyPr/>
                    <a:lstStyle/>
                    <a:p>
                      <a:pPr algn="l"/>
                      <a:r>
                        <a:rPr lang="it-IT" sz="1050" b="1" dirty="0"/>
                        <a:t>NO, </a:t>
                      </a:r>
                      <a:r>
                        <a:rPr lang="en-US" sz="1050" b="0" dirty="0"/>
                        <a:t>The diagnosis claims mismatched counts, incomplete routing, and unverifiable load balancing, which contradicts the ground truth stating the output is correct. The diagnosis invents problems not supported by the ground truth.</a:t>
                      </a:r>
                      <a:endParaRPr lang="it-IT" sz="1050" b="0" dirty="0"/>
                    </a:p>
                  </a:txBody>
                  <a:tcPr/>
                </a:tc>
                <a:tc>
                  <a:txBody>
                    <a:bodyPr/>
                    <a:lstStyle/>
                    <a:p>
                      <a:pPr algn="l"/>
                      <a:r>
                        <a:rPr lang="it-IT" sz="1050" b="1" dirty="0"/>
                        <a:t>YES</a:t>
                      </a:r>
                      <a:r>
                        <a:rPr lang="it-IT" sz="1050" dirty="0"/>
                        <a:t>, </a:t>
                      </a:r>
                      <a:r>
                        <a:rPr lang="en-US" sz="1050" dirty="0"/>
                        <a:t>The diagnosis correctly states that no concrete correctness defect is visible, and the diff does not show any explicit correctness violation. The observed feedback confirms the program compiles and executes correctly, and the differences in the diff are superficial and do not constitute a correctness defect..</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91778120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D71EC6A-85A3-DD1A-52BE-A4F50052DDFF}"/>
              </a:ext>
            </a:extLst>
          </p:cNvPr>
          <p:cNvSpPr>
            <a:spLocks noGrp="1"/>
          </p:cNvSpPr>
          <p:nvPr>
            <p:ph type="title"/>
          </p:nvPr>
        </p:nvSpPr>
        <p:spPr/>
        <p:txBody>
          <a:bodyPr/>
          <a:lstStyle/>
          <a:p>
            <a:r>
              <a:rPr lang="it-IT" dirty="0"/>
              <a:t>Statistiche esercitazione 4</a:t>
            </a:r>
          </a:p>
        </p:txBody>
      </p:sp>
      <p:sp>
        <p:nvSpPr>
          <p:cNvPr id="3" name="Segnaposto contenuto 2">
            <a:extLst>
              <a:ext uri="{FF2B5EF4-FFF2-40B4-BE49-F238E27FC236}">
                <a16:creationId xmlns:a16="http://schemas.microsoft.com/office/drawing/2014/main" id="{046E8376-D75F-4ACE-EA75-7A464208D2F0}"/>
              </a:ext>
            </a:extLst>
          </p:cNvPr>
          <p:cNvSpPr>
            <a:spLocks noGrp="1"/>
          </p:cNvSpPr>
          <p:nvPr>
            <p:ph idx="1"/>
          </p:nvPr>
        </p:nvSpPr>
        <p:spPr>
          <a:xfrm>
            <a:off x="1230015" y="1853248"/>
            <a:ext cx="8513754" cy="4001729"/>
          </a:xfrm>
        </p:spPr>
        <p:txBody>
          <a:bodyPr/>
          <a:lstStyle/>
          <a:p>
            <a:pPr>
              <a:buFont typeface="Wingdings" panose="05000000000000000000" pitchFamily="2" charset="2"/>
              <a:buChar char="q"/>
            </a:pPr>
            <a:r>
              <a:rPr lang="it-IT" dirty="0"/>
              <a:t>Numero di studenti con almeno 1 </a:t>
            </a:r>
            <a:r>
              <a:rPr lang="it-IT" dirty="0" err="1"/>
              <a:t>commit</a:t>
            </a:r>
            <a:r>
              <a:rPr lang="it-IT" dirty="0"/>
              <a:t>: 117</a:t>
            </a:r>
          </a:p>
          <a:p>
            <a:pPr>
              <a:buFont typeface="Wingdings" panose="05000000000000000000" pitchFamily="2" charset="2"/>
              <a:buChar char="q"/>
            </a:pPr>
            <a:r>
              <a:rPr lang="it-IT" dirty="0"/>
              <a:t>Numero totale di </a:t>
            </a:r>
            <a:r>
              <a:rPr lang="it-IT" dirty="0" err="1"/>
              <a:t>commit</a:t>
            </a:r>
            <a:r>
              <a:rPr lang="it-IT" dirty="0"/>
              <a:t> </a:t>
            </a:r>
            <a:r>
              <a:rPr lang="it-IT" dirty="0" err="1"/>
              <a:t>git</a:t>
            </a:r>
            <a:r>
              <a:rPr lang="it-IT" dirty="0"/>
              <a:t>: 1245</a:t>
            </a:r>
          </a:p>
          <a:p>
            <a:pPr>
              <a:buFont typeface="Wingdings" panose="05000000000000000000" pitchFamily="2" charset="2"/>
              <a:buChar char="q"/>
            </a:pPr>
            <a:r>
              <a:rPr lang="it-IT" dirty="0"/>
              <a:t>Numero totale di modifiche agli esercizi: 1201</a:t>
            </a:r>
          </a:p>
          <a:p>
            <a:pPr>
              <a:buFont typeface="Wingdings" panose="05000000000000000000" pitchFamily="2" charset="2"/>
              <a:buChar char="q"/>
            </a:pPr>
            <a:r>
              <a:rPr lang="it-IT" dirty="0"/>
              <a:t>Numero di modifiche analizzate tramite LLM: 468</a:t>
            </a:r>
          </a:p>
        </p:txBody>
      </p:sp>
    </p:spTree>
    <p:extLst>
      <p:ext uri="{BB962C8B-B14F-4D97-AF65-F5344CB8AC3E}">
        <p14:creationId xmlns:p14="http://schemas.microsoft.com/office/powerpoint/2010/main" val="244182193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D658D6-CF2B-F9ED-1E69-E0417031280A}"/>
              </a:ext>
            </a:extLst>
          </p:cNvPr>
          <p:cNvSpPr>
            <a:spLocks noGrp="1"/>
          </p:cNvSpPr>
          <p:nvPr>
            <p:ph type="title"/>
          </p:nvPr>
        </p:nvSpPr>
        <p:spPr>
          <a:xfrm>
            <a:off x="179792" y="122904"/>
            <a:ext cx="9404723" cy="722670"/>
          </a:xfrm>
        </p:spPr>
        <p:txBody>
          <a:bodyPr/>
          <a:lstStyle/>
          <a:p>
            <a:r>
              <a:rPr lang="it-IT" dirty="0"/>
              <a:t>Statistiche per esercizio</a:t>
            </a:r>
          </a:p>
        </p:txBody>
      </p:sp>
      <p:sp>
        <p:nvSpPr>
          <p:cNvPr id="3" name="Segnaposto contenuto 2">
            <a:extLst>
              <a:ext uri="{FF2B5EF4-FFF2-40B4-BE49-F238E27FC236}">
                <a16:creationId xmlns:a16="http://schemas.microsoft.com/office/drawing/2014/main" id="{9C03B21B-BD47-10D5-E6D7-EA47501CE398}"/>
              </a:ext>
            </a:extLst>
          </p:cNvPr>
          <p:cNvSpPr>
            <a:spLocks noGrp="1"/>
          </p:cNvSpPr>
          <p:nvPr>
            <p:ph idx="1"/>
          </p:nvPr>
        </p:nvSpPr>
        <p:spPr>
          <a:xfrm>
            <a:off x="179792" y="845574"/>
            <a:ext cx="11864723" cy="5322971"/>
          </a:xfrm>
        </p:spPr>
        <p:txBody>
          <a:bodyPr/>
          <a:lstStyle/>
          <a:p>
            <a:r>
              <a:rPr lang="it-IT" dirty="0"/>
              <a:t>Tabella categorie di fallimento per esercizio:</a:t>
            </a:r>
          </a:p>
        </p:txBody>
      </p:sp>
      <p:graphicFrame>
        <p:nvGraphicFramePr>
          <p:cNvPr id="4" name="Tabella 3">
            <a:extLst>
              <a:ext uri="{FF2B5EF4-FFF2-40B4-BE49-F238E27FC236}">
                <a16:creationId xmlns:a16="http://schemas.microsoft.com/office/drawing/2014/main" id="{76AE0678-6C07-F8CE-647E-9DA164FFB60B}"/>
              </a:ext>
            </a:extLst>
          </p:cNvPr>
          <p:cNvGraphicFramePr>
            <a:graphicFrameLocks noGrp="1"/>
          </p:cNvGraphicFramePr>
          <p:nvPr>
            <p:extLst>
              <p:ext uri="{D42A27DB-BD31-4B8C-83A1-F6EECF244321}">
                <p14:modId xmlns:p14="http://schemas.microsoft.com/office/powerpoint/2010/main" val="3772423518"/>
              </p:ext>
            </p:extLst>
          </p:nvPr>
        </p:nvGraphicFramePr>
        <p:xfrm>
          <a:off x="404531" y="1280766"/>
          <a:ext cx="11217200" cy="5454330"/>
        </p:xfrm>
        <a:graphic>
          <a:graphicData uri="http://schemas.openxmlformats.org/drawingml/2006/table">
            <a:tbl>
              <a:tblPr firstRow="1" bandRow="1">
                <a:tableStyleId>{5C22544A-7EE6-4342-B048-85BDC9FD1C3A}</a:tableStyleId>
              </a:tblPr>
              <a:tblGrid>
                <a:gridCol w="1402150">
                  <a:extLst>
                    <a:ext uri="{9D8B030D-6E8A-4147-A177-3AD203B41FA5}">
                      <a16:colId xmlns:a16="http://schemas.microsoft.com/office/drawing/2014/main" val="2488145324"/>
                    </a:ext>
                  </a:extLst>
                </a:gridCol>
                <a:gridCol w="1402150">
                  <a:extLst>
                    <a:ext uri="{9D8B030D-6E8A-4147-A177-3AD203B41FA5}">
                      <a16:colId xmlns:a16="http://schemas.microsoft.com/office/drawing/2014/main" val="3865172330"/>
                    </a:ext>
                  </a:extLst>
                </a:gridCol>
                <a:gridCol w="1402150">
                  <a:extLst>
                    <a:ext uri="{9D8B030D-6E8A-4147-A177-3AD203B41FA5}">
                      <a16:colId xmlns:a16="http://schemas.microsoft.com/office/drawing/2014/main" val="4180554329"/>
                    </a:ext>
                  </a:extLst>
                </a:gridCol>
                <a:gridCol w="1402150">
                  <a:extLst>
                    <a:ext uri="{9D8B030D-6E8A-4147-A177-3AD203B41FA5}">
                      <a16:colId xmlns:a16="http://schemas.microsoft.com/office/drawing/2014/main" val="588502574"/>
                    </a:ext>
                  </a:extLst>
                </a:gridCol>
                <a:gridCol w="1402150">
                  <a:extLst>
                    <a:ext uri="{9D8B030D-6E8A-4147-A177-3AD203B41FA5}">
                      <a16:colId xmlns:a16="http://schemas.microsoft.com/office/drawing/2014/main" val="1420025018"/>
                    </a:ext>
                  </a:extLst>
                </a:gridCol>
                <a:gridCol w="1402150">
                  <a:extLst>
                    <a:ext uri="{9D8B030D-6E8A-4147-A177-3AD203B41FA5}">
                      <a16:colId xmlns:a16="http://schemas.microsoft.com/office/drawing/2014/main" val="3379112495"/>
                    </a:ext>
                  </a:extLst>
                </a:gridCol>
                <a:gridCol w="1402150">
                  <a:extLst>
                    <a:ext uri="{9D8B030D-6E8A-4147-A177-3AD203B41FA5}">
                      <a16:colId xmlns:a16="http://schemas.microsoft.com/office/drawing/2014/main" val="4137910134"/>
                    </a:ext>
                  </a:extLst>
                </a:gridCol>
                <a:gridCol w="1402150">
                  <a:extLst>
                    <a:ext uri="{9D8B030D-6E8A-4147-A177-3AD203B41FA5}">
                      <a16:colId xmlns:a16="http://schemas.microsoft.com/office/drawing/2014/main" val="2838195757"/>
                    </a:ext>
                  </a:extLst>
                </a:gridCol>
              </a:tblGrid>
              <a:tr h="925090">
                <a:tc>
                  <a:txBody>
                    <a:bodyPr/>
                    <a:lstStyle/>
                    <a:p>
                      <a:pPr algn="ctr"/>
                      <a:r>
                        <a:rPr lang="it-IT" b="1" dirty="0" err="1"/>
                        <a:t>exercise</a:t>
                      </a:r>
                      <a:endParaRPr lang="it-IT" b="1" dirty="0"/>
                    </a:p>
                  </a:txBody>
                  <a:tcPr/>
                </a:tc>
                <a:tc>
                  <a:txBody>
                    <a:bodyPr/>
                    <a:lstStyle/>
                    <a:p>
                      <a:pPr algn="ctr"/>
                      <a:r>
                        <a:rPr lang="it-IT" dirty="0" err="1"/>
                        <a:t>compile_failure</a:t>
                      </a:r>
                      <a:r>
                        <a:rPr lang="it-IT" dirty="0"/>
                        <a:t> </a:t>
                      </a:r>
                    </a:p>
                  </a:txBody>
                  <a:tcPr/>
                </a:tc>
                <a:tc>
                  <a:txBody>
                    <a:bodyPr/>
                    <a:lstStyle/>
                    <a:p>
                      <a:pPr algn="ctr"/>
                      <a:r>
                        <a:rPr lang="it-IT" dirty="0"/>
                        <a:t>crash</a:t>
                      </a:r>
                    </a:p>
                  </a:txBody>
                  <a:tcPr/>
                </a:tc>
                <a:tc>
                  <a:txBody>
                    <a:bodyPr/>
                    <a:lstStyle/>
                    <a:p>
                      <a:pPr algn="ctr"/>
                      <a:r>
                        <a:rPr lang="it-IT" dirty="0" err="1"/>
                        <a:t>timeout</a:t>
                      </a:r>
                      <a:endParaRPr lang="it-IT" dirty="0"/>
                    </a:p>
                  </a:txBody>
                  <a:tcPr/>
                </a:tc>
                <a:tc>
                  <a:txBody>
                    <a:bodyPr/>
                    <a:lstStyle/>
                    <a:p>
                      <a:pPr algn="ctr"/>
                      <a:r>
                        <a:rPr lang="it-IT" dirty="0" err="1"/>
                        <a:t>ipc_leak</a:t>
                      </a:r>
                      <a:r>
                        <a:rPr lang="it-IT" dirty="0"/>
                        <a:t> </a:t>
                      </a:r>
                    </a:p>
                  </a:txBody>
                  <a:tcPr/>
                </a:tc>
                <a:tc>
                  <a:txBody>
                    <a:bodyPr/>
                    <a:lstStyle/>
                    <a:p>
                      <a:pPr algn="ctr"/>
                      <a:r>
                        <a:rPr lang="it-IT" dirty="0" err="1"/>
                        <a:t>dynamic_failure</a:t>
                      </a:r>
                      <a:endParaRPr lang="it-IT" dirty="0"/>
                    </a:p>
                  </a:txBody>
                  <a:tcPr/>
                </a:tc>
                <a:tc>
                  <a:txBody>
                    <a:bodyPr/>
                    <a:lstStyle/>
                    <a:p>
                      <a:pPr algn="ctr"/>
                      <a:r>
                        <a:rPr lang="it-IT" dirty="0" err="1"/>
                        <a:t>static_failure</a:t>
                      </a:r>
                      <a:r>
                        <a:rPr lang="it-IT" dirty="0"/>
                        <a:t> </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it-IT" dirty="0" err="1"/>
                        <a:t>correct</a:t>
                      </a:r>
                      <a:endParaRPr lang="it-IT" dirty="0"/>
                    </a:p>
                    <a:p>
                      <a:pPr algn="ctr"/>
                      <a:endParaRPr lang="it-IT" dirty="0"/>
                    </a:p>
                  </a:txBody>
                  <a:tcPr/>
                </a:tc>
                <a:extLst>
                  <a:ext uri="{0D108BD9-81ED-4DB2-BD59-A6C34878D82A}">
                    <a16:rowId xmlns:a16="http://schemas.microsoft.com/office/drawing/2014/main" val="2356626990"/>
                  </a:ext>
                </a:extLst>
              </a:tr>
              <a:tr h="1202616">
                <a:tc>
                  <a:txBody>
                    <a:bodyPr/>
                    <a:lstStyle/>
                    <a:p>
                      <a:pPr algn="ctr"/>
                      <a:r>
                        <a:rPr lang="it-IT" i="1" dirty="0" err="1"/>
                        <a:t>grafo_delle_dipendenze</a:t>
                      </a:r>
                      <a:endParaRPr lang="it-IT" i="1" dirty="0"/>
                    </a:p>
                  </a:txBody>
                  <a:tcPr/>
                </a:tc>
                <a:tc>
                  <a:txBody>
                    <a:bodyPr/>
                    <a:lstStyle/>
                    <a:p>
                      <a:pPr algn="ctr"/>
                      <a:r>
                        <a:rPr lang="it-IT" dirty="0"/>
                        <a:t>118</a:t>
                      </a:r>
                    </a:p>
                  </a:txBody>
                  <a:tcPr/>
                </a:tc>
                <a:tc>
                  <a:txBody>
                    <a:bodyPr/>
                    <a:lstStyle/>
                    <a:p>
                      <a:pPr algn="ctr"/>
                      <a:r>
                        <a:rPr lang="it-IT" dirty="0"/>
                        <a:t>0</a:t>
                      </a:r>
                    </a:p>
                  </a:txBody>
                  <a:tcPr/>
                </a:tc>
                <a:tc>
                  <a:txBody>
                    <a:bodyPr/>
                    <a:lstStyle/>
                    <a:p>
                      <a:pPr algn="ctr"/>
                      <a:r>
                        <a:rPr lang="it-IT" dirty="0"/>
                        <a:t>42</a:t>
                      </a:r>
                    </a:p>
                  </a:txBody>
                  <a:tcPr/>
                </a:tc>
                <a:tc>
                  <a:txBody>
                    <a:bodyPr/>
                    <a:lstStyle/>
                    <a:p>
                      <a:pPr algn="ctr"/>
                      <a:r>
                        <a:rPr lang="it-IT" dirty="0"/>
                        <a:t>12</a:t>
                      </a:r>
                    </a:p>
                  </a:txBody>
                  <a:tcPr/>
                </a:tc>
                <a:tc>
                  <a:txBody>
                    <a:bodyPr/>
                    <a:lstStyle/>
                    <a:p>
                      <a:pPr algn="ctr"/>
                      <a:r>
                        <a:rPr lang="it-IT" dirty="0"/>
                        <a:t>95</a:t>
                      </a:r>
                    </a:p>
                  </a:txBody>
                  <a:tcPr/>
                </a:tc>
                <a:tc>
                  <a:txBody>
                    <a:bodyPr/>
                    <a:lstStyle/>
                    <a:p>
                      <a:pPr algn="ctr"/>
                      <a:r>
                        <a:rPr lang="it-IT" dirty="0"/>
                        <a:t>0</a:t>
                      </a:r>
                    </a:p>
                  </a:txBody>
                  <a:tcPr/>
                </a:tc>
                <a:tc>
                  <a:txBody>
                    <a:bodyPr/>
                    <a:lstStyle/>
                    <a:p>
                      <a:pPr algn="ctr"/>
                      <a:r>
                        <a:rPr lang="it-IT" dirty="0"/>
                        <a:t>0</a:t>
                      </a:r>
                    </a:p>
                  </a:txBody>
                  <a:tcPr/>
                </a:tc>
                <a:extLst>
                  <a:ext uri="{0D108BD9-81ED-4DB2-BD59-A6C34878D82A}">
                    <a16:rowId xmlns:a16="http://schemas.microsoft.com/office/drawing/2014/main" val="1624938351"/>
                  </a:ext>
                </a:extLst>
              </a:tr>
              <a:tr h="924062">
                <a:tc>
                  <a:txBody>
                    <a:bodyPr/>
                    <a:lstStyle/>
                    <a:p>
                      <a:pPr algn="ctr"/>
                      <a:r>
                        <a:rPr lang="it-IT" i="1" dirty="0" err="1"/>
                        <a:t>load_balancing</a:t>
                      </a:r>
                      <a:r>
                        <a:rPr lang="it-IT" i="1" dirty="0"/>
                        <a:t> </a:t>
                      </a:r>
                    </a:p>
                  </a:txBody>
                  <a:tcPr/>
                </a:tc>
                <a:tc>
                  <a:txBody>
                    <a:bodyPr/>
                    <a:lstStyle/>
                    <a:p>
                      <a:pPr algn="ctr"/>
                      <a:r>
                        <a:rPr lang="it-IT" dirty="0"/>
                        <a:t>107</a:t>
                      </a:r>
                    </a:p>
                  </a:txBody>
                  <a:tcPr/>
                </a:tc>
                <a:tc>
                  <a:txBody>
                    <a:bodyPr/>
                    <a:lstStyle/>
                    <a:p>
                      <a:pPr algn="ctr"/>
                      <a:r>
                        <a:rPr lang="it-IT" dirty="0"/>
                        <a:t>0</a:t>
                      </a:r>
                    </a:p>
                  </a:txBody>
                  <a:tcPr/>
                </a:tc>
                <a:tc>
                  <a:txBody>
                    <a:bodyPr/>
                    <a:lstStyle/>
                    <a:p>
                      <a:pPr algn="ctr"/>
                      <a:r>
                        <a:rPr lang="it-IT" dirty="0"/>
                        <a:t>6</a:t>
                      </a:r>
                    </a:p>
                  </a:txBody>
                  <a:tcPr/>
                </a:tc>
                <a:tc>
                  <a:txBody>
                    <a:bodyPr/>
                    <a:lstStyle/>
                    <a:p>
                      <a:pPr algn="ctr"/>
                      <a:r>
                        <a:rPr lang="it-IT" dirty="0"/>
                        <a:t>8</a:t>
                      </a:r>
                    </a:p>
                  </a:txBody>
                  <a:tcPr/>
                </a:tc>
                <a:tc>
                  <a:txBody>
                    <a:bodyPr/>
                    <a:lstStyle/>
                    <a:p>
                      <a:pPr algn="ctr"/>
                      <a:r>
                        <a:rPr lang="it-IT" dirty="0"/>
                        <a:t>50</a:t>
                      </a:r>
                    </a:p>
                  </a:txBody>
                  <a:tcPr/>
                </a:tc>
                <a:tc>
                  <a:txBody>
                    <a:bodyPr/>
                    <a:lstStyle/>
                    <a:p>
                      <a:pPr algn="ctr"/>
                      <a:r>
                        <a:rPr lang="it-IT" dirty="0"/>
                        <a:t>7</a:t>
                      </a:r>
                    </a:p>
                  </a:txBody>
                  <a:tcPr/>
                </a:tc>
                <a:tc>
                  <a:txBody>
                    <a:bodyPr/>
                    <a:lstStyle/>
                    <a:p>
                      <a:pPr algn="ctr"/>
                      <a:r>
                        <a:rPr lang="it-IT" dirty="0"/>
                        <a:t>68</a:t>
                      </a:r>
                    </a:p>
                  </a:txBody>
                  <a:tcPr/>
                </a:tc>
                <a:extLst>
                  <a:ext uri="{0D108BD9-81ED-4DB2-BD59-A6C34878D82A}">
                    <a16:rowId xmlns:a16="http://schemas.microsoft.com/office/drawing/2014/main" val="2111000489"/>
                  </a:ext>
                </a:extLst>
              </a:tr>
              <a:tr h="1201281">
                <a:tc>
                  <a:txBody>
                    <a:bodyPr/>
                    <a:lstStyle/>
                    <a:p>
                      <a:pPr algn="ctr"/>
                      <a:r>
                        <a:rPr lang="it-IT" i="1" dirty="0" err="1"/>
                        <a:t>registro_distribuito</a:t>
                      </a:r>
                      <a:r>
                        <a:rPr lang="it-IT" i="1" dirty="0"/>
                        <a:t> </a:t>
                      </a:r>
                    </a:p>
                  </a:txBody>
                  <a:tcPr/>
                </a:tc>
                <a:tc>
                  <a:txBody>
                    <a:bodyPr/>
                    <a:lstStyle/>
                    <a:p>
                      <a:pPr algn="ctr"/>
                      <a:r>
                        <a:rPr lang="it-IT" dirty="0"/>
                        <a:t>111</a:t>
                      </a:r>
                    </a:p>
                  </a:txBody>
                  <a:tcPr/>
                </a:tc>
                <a:tc>
                  <a:txBody>
                    <a:bodyPr/>
                    <a:lstStyle/>
                    <a:p>
                      <a:pPr algn="ctr"/>
                      <a:r>
                        <a:rPr lang="it-IT" dirty="0"/>
                        <a:t>0</a:t>
                      </a:r>
                    </a:p>
                  </a:txBody>
                  <a:tcPr/>
                </a:tc>
                <a:tc>
                  <a:txBody>
                    <a:bodyPr/>
                    <a:lstStyle/>
                    <a:p>
                      <a:pPr algn="ctr"/>
                      <a:r>
                        <a:rPr lang="it-IT" dirty="0"/>
                        <a:t>35</a:t>
                      </a:r>
                    </a:p>
                  </a:txBody>
                  <a:tcPr/>
                </a:tc>
                <a:tc>
                  <a:txBody>
                    <a:bodyPr/>
                    <a:lstStyle/>
                    <a:p>
                      <a:pPr algn="ctr"/>
                      <a:r>
                        <a:rPr lang="it-IT" dirty="0"/>
                        <a:t>3</a:t>
                      </a:r>
                    </a:p>
                  </a:txBody>
                  <a:tcPr/>
                </a:tc>
                <a:tc>
                  <a:txBody>
                    <a:bodyPr/>
                    <a:lstStyle/>
                    <a:p>
                      <a:pPr algn="ctr"/>
                      <a:r>
                        <a:rPr lang="it-IT" dirty="0"/>
                        <a:t>135</a:t>
                      </a:r>
                    </a:p>
                  </a:txBody>
                  <a:tcPr/>
                </a:tc>
                <a:tc>
                  <a:txBody>
                    <a:bodyPr/>
                    <a:lstStyle/>
                    <a:p>
                      <a:pPr algn="ctr"/>
                      <a:r>
                        <a:rPr lang="it-IT" dirty="0"/>
                        <a:t>1</a:t>
                      </a:r>
                    </a:p>
                  </a:txBody>
                  <a:tcPr/>
                </a:tc>
                <a:tc>
                  <a:txBody>
                    <a:bodyPr/>
                    <a:lstStyle/>
                    <a:p>
                      <a:pPr algn="ctr"/>
                      <a:r>
                        <a:rPr lang="it-IT" dirty="0"/>
                        <a:t>0</a:t>
                      </a:r>
                    </a:p>
                  </a:txBody>
                  <a:tcPr/>
                </a:tc>
                <a:extLst>
                  <a:ext uri="{0D108BD9-81ED-4DB2-BD59-A6C34878D82A}">
                    <a16:rowId xmlns:a16="http://schemas.microsoft.com/office/drawing/2014/main" val="192241840"/>
                  </a:ext>
                </a:extLst>
              </a:tr>
              <a:tr h="1201281">
                <a:tc>
                  <a:txBody>
                    <a:bodyPr/>
                    <a:lstStyle/>
                    <a:p>
                      <a:pPr algn="ctr"/>
                      <a:r>
                        <a:rPr lang="it-IT" i="1" dirty="0" err="1"/>
                        <a:t>server_sincroni_multipli</a:t>
                      </a:r>
                      <a:r>
                        <a:rPr lang="it-IT" i="1" dirty="0"/>
                        <a:t> </a:t>
                      </a:r>
                    </a:p>
                  </a:txBody>
                  <a:tcPr/>
                </a:tc>
                <a:tc>
                  <a:txBody>
                    <a:bodyPr/>
                    <a:lstStyle/>
                    <a:p>
                      <a:pPr algn="ctr"/>
                      <a:r>
                        <a:rPr lang="it-IT" dirty="0"/>
                        <a:t>108</a:t>
                      </a:r>
                    </a:p>
                  </a:txBody>
                  <a:tcPr/>
                </a:tc>
                <a:tc>
                  <a:txBody>
                    <a:bodyPr/>
                    <a:lstStyle/>
                    <a:p>
                      <a:pPr algn="ctr"/>
                      <a:r>
                        <a:rPr lang="it-IT" dirty="0"/>
                        <a:t>0</a:t>
                      </a:r>
                    </a:p>
                  </a:txBody>
                  <a:tcPr/>
                </a:tc>
                <a:tc>
                  <a:txBody>
                    <a:bodyPr/>
                    <a:lstStyle/>
                    <a:p>
                      <a:pPr algn="ctr"/>
                      <a:r>
                        <a:rPr lang="it-IT" dirty="0"/>
                        <a:t>50</a:t>
                      </a:r>
                    </a:p>
                  </a:txBody>
                  <a:tcPr/>
                </a:tc>
                <a:tc>
                  <a:txBody>
                    <a:bodyPr/>
                    <a:lstStyle/>
                    <a:p>
                      <a:pPr algn="ctr"/>
                      <a:r>
                        <a:rPr lang="it-IT" dirty="0"/>
                        <a:t>30</a:t>
                      </a:r>
                    </a:p>
                  </a:txBody>
                  <a:tcPr/>
                </a:tc>
                <a:tc>
                  <a:txBody>
                    <a:bodyPr/>
                    <a:lstStyle/>
                    <a:p>
                      <a:pPr algn="ctr"/>
                      <a:r>
                        <a:rPr lang="it-IT" dirty="0"/>
                        <a:t>215</a:t>
                      </a:r>
                    </a:p>
                  </a:txBody>
                  <a:tcPr/>
                </a:tc>
                <a:tc>
                  <a:txBody>
                    <a:bodyPr/>
                    <a:lstStyle/>
                    <a:p>
                      <a:pPr algn="ctr"/>
                      <a:r>
                        <a:rPr lang="it-IT" dirty="0"/>
                        <a:t>0</a:t>
                      </a:r>
                    </a:p>
                  </a:txBody>
                  <a:tcPr/>
                </a:tc>
                <a:tc>
                  <a:txBody>
                    <a:bodyPr/>
                    <a:lstStyle/>
                    <a:p>
                      <a:pPr algn="ctr"/>
                      <a:r>
                        <a:rPr lang="it-IT" dirty="0"/>
                        <a:t>0</a:t>
                      </a:r>
                    </a:p>
                  </a:txBody>
                  <a:tcPr/>
                </a:tc>
                <a:extLst>
                  <a:ext uri="{0D108BD9-81ED-4DB2-BD59-A6C34878D82A}">
                    <a16:rowId xmlns:a16="http://schemas.microsoft.com/office/drawing/2014/main" val="4273003458"/>
                  </a:ext>
                </a:extLst>
              </a:tr>
            </a:tbl>
          </a:graphicData>
        </a:graphic>
      </p:graphicFrame>
    </p:spTree>
    <p:extLst>
      <p:ext uri="{BB962C8B-B14F-4D97-AF65-F5344CB8AC3E}">
        <p14:creationId xmlns:p14="http://schemas.microsoft.com/office/powerpoint/2010/main" val="200370462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a:xfrm>
            <a:off x="304033" y="270954"/>
            <a:ext cx="9380741" cy="1400530"/>
          </a:xfrm>
        </p:spPr>
        <p:txBody>
          <a:bodyPr/>
          <a:lstStyle/>
          <a:p>
            <a:r>
              <a:rPr lang="it-IT" dirty="0"/>
              <a:t>Analisi effettuate mediante LLM, esercitazione 4</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468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CDC65-4F95-265B-8827-FB3B83E9A9E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04E146E-3F6C-3A25-3D79-C191C068AA26}"/>
              </a:ext>
            </a:extLst>
          </p:cNvPr>
          <p:cNvSpPr>
            <a:spLocks noGrp="1"/>
          </p:cNvSpPr>
          <p:nvPr>
            <p:ph type="title"/>
          </p:nvPr>
        </p:nvSpPr>
        <p:spPr>
          <a:xfrm>
            <a:off x="158517" y="169604"/>
            <a:ext cx="10106360" cy="1400530"/>
          </a:xfrm>
        </p:spPr>
        <p:txBody>
          <a:bodyPr/>
          <a:lstStyle/>
          <a:p>
            <a:r>
              <a:rPr lang="it-IT" dirty="0"/>
              <a:t>Distribuzione per </a:t>
            </a:r>
            <a:r>
              <a:rPr lang="it-IT" dirty="0" err="1"/>
              <a:t>failure</a:t>
            </a:r>
            <a:r>
              <a:rPr lang="it-IT" dirty="0"/>
              <a:t> </a:t>
            </a:r>
            <a:r>
              <a:rPr lang="it-IT" dirty="0" err="1"/>
              <a:t>category</a:t>
            </a:r>
            <a:r>
              <a:rPr lang="it-IT" dirty="0"/>
              <a:t> (tutti i </a:t>
            </a:r>
            <a:r>
              <a:rPr lang="it-IT" dirty="0" err="1"/>
              <a:t>commit</a:t>
            </a:r>
            <a:r>
              <a:rPr lang="it-IT" dirty="0"/>
              <a:t>, analizzando solo modifiche)</a:t>
            </a:r>
          </a:p>
        </p:txBody>
      </p:sp>
      <p:pic>
        <p:nvPicPr>
          <p:cNvPr id="9" name="Segnaposto contenuto 8">
            <a:extLst>
              <a:ext uri="{FF2B5EF4-FFF2-40B4-BE49-F238E27FC236}">
                <a16:creationId xmlns:a16="http://schemas.microsoft.com/office/drawing/2014/main" id="{97988DCD-7FCD-D93F-FC38-C00CC5C8D2F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796276"/>
            <a:ext cx="7797110" cy="4678266"/>
          </a:xfrm>
          <a:prstGeom prst="rect">
            <a:avLst/>
          </a:prstGeom>
        </p:spPr>
      </p:pic>
    </p:spTree>
    <p:extLst>
      <p:ext uri="{BB962C8B-B14F-4D97-AF65-F5344CB8AC3E}">
        <p14:creationId xmlns:p14="http://schemas.microsoft.com/office/powerpoint/2010/main" val="120719406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5" y="1785046"/>
            <a:ext cx="6495836" cy="3897501"/>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dirty="0"/>
              <a:t>Static Failure - </a:t>
            </a:r>
            <a:r>
              <a:rPr lang="en-US" sz="3300" dirty="0" err="1"/>
              <a:t>Analisi</a:t>
            </a:r>
            <a:r>
              <a:rPr lang="en-US" sz="3300" dirty="0"/>
              <a:t> Output LLM </a:t>
            </a:r>
            <a:r>
              <a:rPr lang="en-US" sz="3300" dirty="0" err="1"/>
              <a:t>Primario</a:t>
            </a:r>
            <a:endParaRPr lang="en-US" sz="3300" dirty="0"/>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744" r="1744"/>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dirty="0"/>
              <a:t>Static Failure - </a:t>
            </a:r>
            <a:r>
              <a:rPr lang="en-US" sz="3900" dirty="0" err="1"/>
              <a:t>Analisi</a:t>
            </a:r>
            <a:r>
              <a:rPr lang="en-US" sz="3900" dirty="0"/>
              <a:t> </a:t>
            </a:r>
            <a:r>
              <a:rPr lang="en-US" sz="3900" dirty="0" err="1"/>
              <a:t>Codice</a:t>
            </a:r>
            <a:r>
              <a:rPr lang="en-US" sz="3900" dirty="0"/>
              <a:t> LLM </a:t>
            </a:r>
            <a:r>
              <a:rPr lang="en-US" sz="3900" dirty="0" err="1"/>
              <a:t>Primario</a:t>
            </a:r>
            <a:endParaRPr lang="it-IT" sz="3900" dirty="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1737" r="1737"/>
          <a:stretch/>
        </p:blipFill>
        <p:spPr>
          <a:xfrm>
            <a:off x="78658" y="1853249"/>
            <a:ext cx="6750752"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967061" y="1853249"/>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175433" y="1328990"/>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it-IT" sz="3300" dirty="0"/>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it-IT" dirty="0">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037781" y="1328990"/>
            <a:ext cx="6820657" cy="4200019"/>
          </a:xfrm>
          <a:prstGeom prst="rect">
            <a:avLst/>
          </a:prstGeom>
          <a:effectLst/>
        </p:spPr>
      </p:pic>
    </p:spTree>
    <p:extLst>
      <p:ext uri="{BB962C8B-B14F-4D97-AF65-F5344CB8AC3E}">
        <p14:creationId xmlns:p14="http://schemas.microsoft.com/office/powerpoint/2010/main" val="3069440379"/>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14040</TotalTime>
  <Words>1938</Words>
  <Application>Microsoft Office PowerPoint</Application>
  <PresentationFormat>Widescreen</PresentationFormat>
  <Paragraphs>191</Paragraphs>
  <Slides>16</Slides>
  <Notes>0</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16</vt:i4>
      </vt:variant>
    </vt:vector>
  </HeadingPairs>
  <TitlesOfParts>
    <vt:vector size="25" baseType="lpstr">
      <vt:lpstr>Aptos</vt:lpstr>
      <vt:lpstr>Arial</vt:lpstr>
      <vt:lpstr>Bahnschrift</vt:lpstr>
      <vt:lpstr>Bahnschrift Light</vt:lpstr>
      <vt:lpstr>Century Gothic</vt:lpstr>
      <vt:lpstr>Wingdings</vt:lpstr>
      <vt:lpstr>Wingdings 3</vt:lpstr>
      <vt:lpstr>Ione</vt:lpstr>
      <vt:lpstr>NewYork</vt:lpstr>
      <vt:lpstr>LLM PER SO ESPERIMENTO 1.0 (Risultati Es4)</vt:lpstr>
      <vt:lpstr>Esempio di risultato (dynamic_failure):</vt:lpstr>
      <vt:lpstr>Esempio dynamic_failure</vt:lpstr>
      <vt:lpstr>Esempio di risultato (static_failure):</vt:lpstr>
      <vt:lpstr>Esempio di risultato (correct):</vt:lpstr>
      <vt:lpstr>Statistiche esercitazione 4</vt:lpstr>
      <vt:lpstr>Statistiche per esercizio</vt:lpstr>
      <vt:lpstr>Analisi effettuate mediante LLM, esercitazione 4</vt:lpstr>
      <vt:lpstr>Distribuzione per failure category (tutti i commit, analizzando solo modifiche)</vt:lpstr>
      <vt:lpstr>Distribuzione per failure category</vt:lpstr>
      <vt:lpstr>Dynamic Failure - Analisi Output LLM Primario </vt:lpstr>
      <vt:lpstr>Dynamic Failure - Analisi Codice LLM Primario </vt:lpstr>
      <vt:lpstr>Static Failure - Analisi Output LLM Primario</vt:lpstr>
      <vt:lpstr>Static Failure - Analisi Codice LLM Primario</vt:lpstr>
      <vt:lpstr>Corretti- Analisi Output LLM Primario (falsi positivi)</vt:lpstr>
      <vt:lpstr>Corretti- Analisi Codice LLM Primario (falsi positivi)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PER SO ESPERIMENTO 1.0 (QUINTA  PRESENTAZIONE)</dc:title>
  <dc:creator>Andrea Esposito</dc:creator>
  <cp:lastModifiedBy>Andrea Esposito</cp:lastModifiedBy>
  <cp:revision>3</cp:revision>
  <dcterms:created xsi:type="dcterms:W3CDTF">2026-03-04T09:44:22Z</dcterms:created>
  <dcterms:modified xsi:type="dcterms:W3CDTF">2026-04-24T08:05:38Z</dcterms:modified>
</cp:coreProperties>
</file>