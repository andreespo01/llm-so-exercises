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sldIdLst>
    <p:sldId id="256" r:id="rId2"/>
    <p:sldId id="257" r:id="rId3"/>
    <p:sldId id="258" r:id="rId4"/>
    <p:sldId id="260" r:id="rId5"/>
    <p:sldId id="259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F1A41-BFD8-4495-927A-ADBD2F4FE2C6}" v="19" dt="2026-03-04T09:41:36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Esposito" userId="af663d4e0f6c8da9" providerId="LiveId" clId="{262502FB-FC54-43DB-AB78-73175A28E98A}"/>
    <pc:docChg chg="undo custSel addSld modSld modMainMaster">
      <pc:chgData name="Andrea Esposito" userId="af663d4e0f6c8da9" providerId="LiveId" clId="{262502FB-FC54-43DB-AB78-73175A28E98A}" dt="2026-03-04T09:43:09.787" v="654" actId="1076"/>
      <pc:docMkLst>
        <pc:docMk/>
      </pc:docMkLst>
      <pc:sldChg chg="addSp modSp mod modTransition">
        <pc:chgData name="Andrea Esposito" userId="af663d4e0f6c8da9" providerId="LiveId" clId="{262502FB-FC54-43DB-AB78-73175A28E98A}" dt="2026-03-04T09:43:09.787" v="654" actId="1076"/>
        <pc:sldMkLst>
          <pc:docMk/>
          <pc:sldMk cId="1263488033" sldId="256"/>
        </pc:sldMkLst>
        <pc:spChg chg="mod">
          <ac:chgData name="Andrea Esposito" userId="af663d4e0f6c8da9" providerId="LiveId" clId="{262502FB-FC54-43DB-AB78-73175A28E98A}" dt="2026-03-04T09:42:51.585" v="652" actId="1076"/>
          <ac:spMkLst>
            <pc:docMk/>
            <pc:sldMk cId="1263488033" sldId="256"/>
            <ac:spMk id="2" creationId="{36589F58-A08D-CE97-7557-37E4EE640150}"/>
          </ac:spMkLst>
        </pc:spChg>
        <pc:spChg chg="mod">
          <ac:chgData name="Andrea Esposito" userId="af663d4e0f6c8da9" providerId="LiveId" clId="{262502FB-FC54-43DB-AB78-73175A28E98A}" dt="2026-03-04T09:42:55.654" v="653" actId="1076"/>
          <ac:spMkLst>
            <pc:docMk/>
            <pc:sldMk cId="1263488033" sldId="256"/>
            <ac:spMk id="3" creationId="{CE09D758-365D-156A-5234-C3086A49026E}"/>
          </ac:spMkLst>
        </pc:spChg>
        <pc:spChg chg="add mod">
          <ac:chgData name="Andrea Esposito" userId="af663d4e0f6c8da9" providerId="LiveId" clId="{262502FB-FC54-43DB-AB78-73175A28E98A}" dt="2026-03-04T09:43:09.787" v="654" actId="1076"/>
          <ac:spMkLst>
            <pc:docMk/>
            <pc:sldMk cId="1263488033" sldId="256"/>
            <ac:spMk id="5" creationId="{5F7A069C-CC32-2115-EB4B-3687677A3594}"/>
          </ac:spMkLst>
        </pc:spChg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1977588467" sldId="257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2558329476" sldId="258"/>
        </pc:sldMkLst>
      </pc:sldChg>
      <pc:sldChg chg="modSp mod modTransition">
        <pc:chgData name="Andrea Esposito" userId="af663d4e0f6c8da9" providerId="LiveId" clId="{262502FB-FC54-43DB-AB78-73175A28E98A}" dt="2026-02-24T18:24:19.433" v="134" actId="2711"/>
        <pc:sldMkLst>
          <pc:docMk/>
          <pc:sldMk cId="111754305" sldId="259"/>
        </pc:sldMkLst>
        <pc:spChg chg="mod">
          <ac:chgData name="Andrea Esposito" userId="af663d4e0f6c8da9" providerId="LiveId" clId="{262502FB-FC54-43DB-AB78-73175A28E98A}" dt="2026-02-24T18:24:19.433" v="134" actId="2711"/>
          <ac:spMkLst>
            <pc:docMk/>
            <pc:sldMk cId="111754305" sldId="259"/>
            <ac:spMk id="3" creationId="{6954E08A-9145-2622-D02F-77D771E15CE2}"/>
          </ac:spMkLst>
        </pc:spChg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3579200607" sldId="260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405211834" sldId="261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1082559204" sldId="262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3706357233" sldId="263"/>
        </pc:sldMkLst>
      </pc:sldChg>
      <pc:sldChg chg="modSp mod modTransition">
        <pc:chgData name="Andrea Esposito" userId="af663d4e0f6c8da9" providerId="LiveId" clId="{262502FB-FC54-43DB-AB78-73175A28E98A}" dt="2026-02-25T11:01:43.971" v="608" actId="14734"/>
        <pc:sldMkLst>
          <pc:docMk/>
          <pc:sldMk cId="2048541978" sldId="264"/>
        </pc:sldMkLst>
        <pc:graphicFrameChg chg="modGraphic">
          <ac:chgData name="Andrea Esposito" userId="af663d4e0f6c8da9" providerId="LiveId" clId="{262502FB-FC54-43DB-AB78-73175A28E98A}" dt="2026-02-25T11:01:43.971" v="608" actId="14734"/>
          <ac:graphicFrameMkLst>
            <pc:docMk/>
            <pc:sldMk cId="2048541978" sldId="264"/>
            <ac:graphicFrameMk id="4" creationId="{0DF8B56F-3DF5-4D26-AC06-BEA1E4A82D7C}"/>
          </ac:graphicFrameMkLst>
        </pc:graphicFrameChg>
      </pc:sldChg>
      <pc:sldChg chg="addSp delSp modSp mod modTransition">
        <pc:chgData name="Andrea Esposito" userId="af663d4e0f6c8da9" providerId="LiveId" clId="{262502FB-FC54-43DB-AB78-73175A28E98A}" dt="2026-02-24T18:16:59.786" v="58" actId="14100"/>
        <pc:sldMkLst>
          <pc:docMk/>
          <pc:sldMk cId="1533135094" sldId="265"/>
        </pc:sldMkLst>
        <pc:picChg chg="add mod">
          <ac:chgData name="Andrea Esposito" userId="af663d4e0f6c8da9" providerId="LiveId" clId="{262502FB-FC54-43DB-AB78-73175A28E98A}" dt="2026-02-24T18:16:59.786" v="58" actId="14100"/>
          <ac:picMkLst>
            <pc:docMk/>
            <pc:sldMk cId="1533135094" sldId="265"/>
            <ac:picMk id="25" creationId="{F9FB0A00-7DB0-69C8-ADFA-01953BAAA662}"/>
          </ac:picMkLst>
        </pc:picChg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2838366672" sldId="266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472556152" sldId="267"/>
        </pc:sldMkLst>
      </pc:sldChg>
      <pc:sldChg chg="modTransition">
        <pc:chgData name="Andrea Esposito" userId="af663d4e0f6c8da9" providerId="LiveId" clId="{262502FB-FC54-43DB-AB78-73175A28E98A}" dt="2026-02-24T18:12:19.679" v="10"/>
        <pc:sldMkLst>
          <pc:docMk/>
          <pc:sldMk cId="2737870898" sldId="268"/>
        </pc:sldMkLst>
      </pc:sldChg>
      <pc:sldChg chg="modSp mod modTransition">
        <pc:chgData name="Andrea Esposito" userId="af663d4e0f6c8da9" providerId="LiveId" clId="{262502FB-FC54-43DB-AB78-73175A28E98A}" dt="2026-02-25T11:04:54.241" v="609" actId="20577"/>
        <pc:sldMkLst>
          <pc:docMk/>
          <pc:sldMk cId="3252642700" sldId="269"/>
        </pc:sldMkLst>
        <pc:spChg chg="mod">
          <ac:chgData name="Andrea Esposito" userId="af663d4e0f6c8da9" providerId="LiveId" clId="{262502FB-FC54-43DB-AB78-73175A28E98A}" dt="2026-02-25T11:04:54.241" v="609" actId="20577"/>
          <ac:spMkLst>
            <pc:docMk/>
            <pc:sldMk cId="3252642700" sldId="269"/>
            <ac:spMk id="6" creationId="{77865F30-5EE0-45E3-F15A-3076A32EAED4}"/>
          </ac:spMkLst>
        </pc:spChg>
      </pc:sldChg>
      <pc:sldChg chg="addSp delSp modSp new mod setBg">
        <pc:chgData name="Andrea Esposito" userId="af663d4e0f6c8da9" providerId="LiveId" clId="{262502FB-FC54-43DB-AB78-73175A28E98A}" dt="2026-02-25T10:41:52.546" v="598" actId="20577"/>
        <pc:sldMkLst>
          <pc:docMk/>
          <pc:sldMk cId="1685104250" sldId="270"/>
        </pc:sldMkLst>
        <pc:spChg chg="mod">
          <ac:chgData name="Andrea Esposito" userId="af663d4e0f6c8da9" providerId="LiveId" clId="{262502FB-FC54-43DB-AB78-73175A28E98A}" dt="2026-02-25T10:39:30.102" v="564" actId="26606"/>
          <ac:spMkLst>
            <pc:docMk/>
            <pc:sldMk cId="1685104250" sldId="270"/>
            <ac:spMk id="2" creationId="{B54B33A8-1065-9331-E3D0-230FF66E0567}"/>
          </ac:spMkLst>
        </pc:spChg>
        <pc:graphicFrameChg chg="add mod modGraphic">
          <ac:chgData name="Andrea Esposito" userId="af663d4e0f6c8da9" providerId="LiveId" clId="{262502FB-FC54-43DB-AB78-73175A28E98A}" dt="2026-02-25T10:41:52.546" v="598" actId="20577"/>
          <ac:graphicFrameMkLst>
            <pc:docMk/>
            <pc:sldMk cId="1685104250" sldId="270"/>
            <ac:graphicFrameMk id="5" creationId="{8FCC523F-B8E1-DE2C-DBAC-38C448301B88}"/>
          </ac:graphicFrameMkLst>
        </pc:graphicFrameChg>
      </pc:sldChg>
      <pc:sldMasterChg chg="modTransition modSldLayout">
        <pc:chgData name="Andrea Esposito" userId="af663d4e0f6c8da9" providerId="LiveId" clId="{262502FB-FC54-43DB-AB78-73175A28E98A}" dt="2026-02-24T18:12:19.679" v="10"/>
        <pc:sldMasterMkLst>
          <pc:docMk/>
          <pc:sldMasterMk cId="3505199564" sldId="2147483884"/>
        </pc:sldMasterMkLst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2621273142" sldId="2147483885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1769588502" sldId="2147483886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467764584" sldId="2147483887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4228922384" sldId="2147483888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2836781414" sldId="2147483889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3075932590" sldId="2147483890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3847588725" sldId="2147483891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903472515" sldId="2147483892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2440607328" sldId="2147483893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2963357031" sldId="2147483894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787662361" sldId="2147483895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3403809981" sldId="2147483896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409559129" sldId="2147483897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4017846481" sldId="2147483898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3775771764" sldId="2147483899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890500951" sldId="2147483900"/>
          </pc:sldLayoutMkLst>
        </pc:sldLayoutChg>
        <pc:sldLayoutChg chg="modTransition">
          <pc:chgData name="Andrea Esposito" userId="af663d4e0f6c8da9" providerId="LiveId" clId="{262502FB-FC54-43DB-AB78-73175A28E98A}" dt="2026-02-24T18:12:19.679" v="10"/>
          <pc:sldLayoutMkLst>
            <pc:docMk/>
            <pc:sldMasterMk cId="3505199564" sldId="2147483884"/>
            <pc:sldLayoutMk cId="2715629271" sldId="214748390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C10C96-489D-4973-9CDC-3B91DA71B85D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3EFE33A-1D5D-4E38-8481-D332A4F9D0A6}">
      <dgm:prSet/>
      <dgm:spPr/>
      <dgm:t>
        <a:bodyPr/>
        <a:lstStyle/>
        <a:p>
          <a:r>
            <a:rPr lang="en-US" b="0" i="0" dirty="0" err="1"/>
            <a:t>Compilazione</a:t>
          </a:r>
          <a:r>
            <a:rPr lang="en-US" b="0" i="0" dirty="0"/>
            <a:t> </a:t>
          </a:r>
          <a:r>
            <a:rPr lang="en-US" b="0" i="0" dirty="0" err="1"/>
            <a:t>esercizio</a:t>
          </a:r>
          <a:r>
            <a:rPr lang="en-US" b="0" i="0" dirty="0"/>
            <a:t> (make)</a:t>
          </a:r>
          <a:endParaRPr lang="en-US" dirty="0"/>
        </a:p>
      </dgm:t>
    </dgm:pt>
    <dgm:pt modelId="{E3377EC6-C7C7-4640-8DA9-371F3614D4E6}" type="parTrans" cxnId="{16525E0E-9181-4759-8A75-FB92B544B6FC}">
      <dgm:prSet/>
      <dgm:spPr/>
      <dgm:t>
        <a:bodyPr/>
        <a:lstStyle/>
        <a:p>
          <a:endParaRPr lang="en-US"/>
        </a:p>
      </dgm:t>
    </dgm:pt>
    <dgm:pt modelId="{D91FA4F6-2FE3-4D8E-B1B1-1537643C3AFD}" type="sibTrans" cxnId="{16525E0E-9181-4759-8A75-FB92B544B6FC}">
      <dgm:prSet/>
      <dgm:spPr/>
      <dgm:t>
        <a:bodyPr/>
        <a:lstStyle/>
        <a:p>
          <a:endParaRPr lang="en-US"/>
        </a:p>
      </dgm:t>
    </dgm:pt>
    <dgm:pt modelId="{EA9361D2-822C-44AF-BF84-FD3D1D10D65B}">
      <dgm:prSet/>
      <dgm:spPr/>
      <dgm:t>
        <a:bodyPr/>
        <a:lstStyle/>
        <a:p>
          <a:r>
            <a:rPr lang="en-US" dirty="0" err="1"/>
            <a:t>Esecuzione</a:t>
          </a:r>
          <a:r>
            <a:rPr lang="en-US" dirty="0"/>
            <a:t> </a:t>
          </a:r>
          <a:r>
            <a:rPr lang="en-US" dirty="0" err="1"/>
            <a:t>esercizio</a:t>
          </a:r>
          <a:r>
            <a:rPr lang="en-US" dirty="0"/>
            <a:t> e Test </a:t>
          </a:r>
          <a:r>
            <a:rPr lang="en-US" dirty="0" err="1"/>
            <a:t>automatici</a:t>
          </a:r>
          <a:r>
            <a:rPr lang="en-US" dirty="0"/>
            <a:t> (script bash)</a:t>
          </a:r>
        </a:p>
      </dgm:t>
    </dgm:pt>
    <dgm:pt modelId="{BC431DDF-05F9-42CC-87CD-065E88E0B1DD}" type="parTrans" cxnId="{158C3EB4-E9F8-41D3-8643-EB8FA52138AC}">
      <dgm:prSet/>
      <dgm:spPr/>
      <dgm:t>
        <a:bodyPr/>
        <a:lstStyle/>
        <a:p>
          <a:endParaRPr lang="en-US"/>
        </a:p>
      </dgm:t>
    </dgm:pt>
    <dgm:pt modelId="{A9128245-896D-45FB-B92A-6EB61CFE9D30}" type="sibTrans" cxnId="{158C3EB4-E9F8-41D3-8643-EB8FA52138AC}">
      <dgm:prSet/>
      <dgm:spPr/>
      <dgm:t>
        <a:bodyPr/>
        <a:lstStyle/>
        <a:p>
          <a:endParaRPr lang="en-US"/>
        </a:p>
      </dgm:t>
    </dgm:pt>
    <dgm:pt modelId="{691D06CA-BB30-4A2C-847F-511B6EEC39ED}">
      <dgm:prSet/>
      <dgm:spPr/>
      <dgm:t>
        <a:bodyPr/>
        <a:lstStyle/>
        <a:p>
          <a:r>
            <a:rPr lang="en-US" dirty="0" err="1"/>
            <a:t>Lettura</a:t>
          </a:r>
          <a:r>
            <a:rPr lang="en-US" dirty="0"/>
            <a:t> </a:t>
          </a:r>
          <a:r>
            <a:rPr lang="en-US" dirty="0" err="1"/>
            <a:t>Traccia</a:t>
          </a:r>
          <a:r>
            <a:rPr lang="en-US" dirty="0"/>
            <a:t> (file Readme)</a:t>
          </a:r>
        </a:p>
      </dgm:t>
    </dgm:pt>
    <dgm:pt modelId="{0EBC3BE3-85C1-45BE-BFF8-99F530E4673E}" type="parTrans" cxnId="{C4D419AE-4B12-4D2B-A326-B4F42E331736}">
      <dgm:prSet/>
      <dgm:spPr/>
      <dgm:t>
        <a:bodyPr/>
        <a:lstStyle/>
        <a:p>
          <a:endParaRPr lang="en-US"/>
        </a:p>
      </dgm:t>
    </dgm:pt>
    <dgm:pt modelId="{5185C872-9951-4BB0-9354-D72CF997F03A}" type="sibTrans" cxnId="{C4D419AE-4B12-4D2B-A326-B4F42E331736}">
      <dgm:prSet/>
      <dgm:spPr/>
      <dgm:t>
        <a:bodyPr/>
        <a:lstStyle/>
        <a:p>
          <a:endParaRPr lang="en-US"/>
        </a:p>
      </dgm:t>
    </dgm:pt>
    <dgm:pt modelId="{E7B18AA3-FF6E-43B9-B141-69C4944FAF7C}">
      <dgm:prSet/>
      <dgm:spPr/>
      <dgm:t>
        <a:bodyPr/>
        <a:lstStyle/>
        <a:p>
          <a:r>
            <a:rPr lang="en-US" dirty="0" err="1"/>
            <a:t>Raccolta</a:t>
          </a:r>
          <a:r>
            <a:rPr lang="en-US" dirty="0"/>
            <a:t> </a:t>
          </a:r>
          <a:r>
            <a:rPr lang="en-US" dirty="0" err="1"/>
            <a:t>codice</a:t>
          </a:r>
          <a:r>
            <a:rPr lang="en-US" dirty="0"/>
            <a:t> (file .c, .h)</a:t>
          </a:r>
        </a:p>
      </dgm:t>
    </dgm:pt>
    <dgm:pt modelId="{B07C8D7B-B569-4007-A259-0127C1B84236}" type="parTrans" cxnId="{2441400A-71F1-4C56-9411-5739BCFBAA80}">
      <dgm:prSet/>
      <dgm:spPr/>
      <dgm:t>
        <a:bodyPr/>
        <a:lstStyle/>
        <a:p>
          <a:endParaRPr lang="en-US"/>
        </a:p>
      </dgm:t>
    </dgm:pt>
    <dgm:pt modelId="{32347EF0-D7A7-41E9-9D6A-5DF7FA3CB401}" type="sibTrans" cxnId="{2441400A-71F1-4C56-9411-5739BCFBAA80}">
      <dgm:prSet/>
      <dgm:spPr/>
      <dgm:t>
        <a:bodyPr/>
        <a:lstStyle/>
        <a:p>
          <a:endParaRPr lang="en-US"/>
        </a:p>
      </dgm:t>
    </dgm:pt>
    <dgm:pt modelId="{66915D30-6DC0-45EB-A957-16E4EFF4F89A}">
      <dgm:prSet/>
      <dgm:spPr/>
      <dgm:t>
        <a:bodyPr/>
        <a:lstStyle/>
        <a:p>
          <a:r>
            <a:rPr lang="en-US" b="0" i="0" dirty="0" err="1"/>
            <a:t>Costruzione</a:t>
          </a:r>
          <a:r>
            <a:rPr lang="en-US" b="0" i="0" dirty="0"/>
            <a:t> Prompt LLM </a:t>
          </a:r>
          <a:r>
            <a:rPr lang="en-US" b="0" i="0" dirty="0" err="1"/>
            <a:t>Primario</a:t>
          </a:r>
          <a:endParaRPr lang="en-US" dirty="0"/>
        </a:p>
      </dgm:t>
    </dgm:pt>
    <dgm:pt modelId="{052E7433-3917-4093-A018-1D7C15E51AE2}" type="parTrans" cxnId="{A22864FB-D013-4EB8-ACF4-6DA3CAABCF50}">
      <dgm:prSet/>
      <dgm:spPr/>
      <dgm:t>
        <a:bodyPr/>
        <a:lstStyle/>
        <a:p>
          <a:endParaRPr lang="en-US"/>
        </a:p>
      </dgm:t>
    </dgm:pt>
    <dgm:pt modelId="{2D07DD77-5A37-4493-889F-1F347B284D5C}" type="sibTrans" cxnId="{A22864FB-D013-4EB8-ACF4-6DA3CAABCF50}">
      <dgm:prSet/>
      <dgm:spPr/>
      <dgm:t>
        <a:bodyPr/>
        <a:lstStyle/>
        <a:p>
          <a:endParaRPr lang="en-US"/>
        </a:p>
      </dgm:t>
    </dgm:pt>
    <dgm:pt modelId="{1EFFF14F-9434-4D82-9FBB-17C4811FF989}">
      <dgm:prSet/>
      <dgm:spPr/>
      <dgm:t>
        <a:bodyPr/>
        <a:lstStyle/>
        <a:p>
          <a:r>
            <a:rPr lang="en-US" b="0" i="0" dirty="0"/>
            <a:t>Query LLM </a:t>
          </a:r>
          <a:r>
            <a:rPr lang="en-US" b="0" i="0" dirty="0" err="1"/>
            <a:t>Primario</a:t>
          </a:r>
          <a:endParaRPr lang="en-US" dirty="0"/>
        </a:p>
      </dgm:t>
    </dgm:pt>
    <dgm:pt modelId="{4C038980-7ADA-4348-9C40-58FDA138F23E}" type="parTrans" cxnId="{14453136-495C-4934-83C4-89D99C9A88AD}">
      <dgm:prSet/>
      <dgm:spPr/>
      <dgm:t>
        <a:bodyPr/>
        <a:lstStyle/>
        <a:p>
          <a:endParaRPr lang="en-US"/>
        </a:p>
      </dgm:t>
    </dgm:pt>
    <dgm:pt modelId="{AB6D9B31-0A5A-41E1-81AB-DD0351F5879F}" type="sibTrans" cxnId="{14453136-495C-4934-83C4-89D99C9A88AD}">
      <dgm:prSet/>
      <dgm:spPr/>
      <dgm:t>
        <a:bodyPr/>
        <a:lstStyle/>
        <a:p>
          <a:endParaRPr lang="en-US"/>
        </a:p>
      </dgm:t>
    </dgm:pt>
    <dgm:pt modelId="{6436858F-584D-4596-8462-3E65E83DDE53}">
      <dgm:prSet/>
      <dgm:spPr/>
      <dgm:t>
        <a:bodyPr/>
        <a:lstStyle/>
        <a:p>
          <a:r>
            <a:rPr lang="en-US" dirty="0" err="1"/>
            <a:t>Estrazione</a:t>
          </a:r>
          <a:r>
            <a:rPr lang="en-US" dirty="0"/>
            <a:t> </a:t>
          </a:r>
          <a:r>
            <a:rPr lang="en-US" dirty="0" err="1"/>
            <a:t>risposte</a:t>
          </a:r>
          <a:r>
            <a:rPr lang="en-US" dirty="0"/>
            <a:t> LLM </a:t>
          </a:r>
          <a:r>
            <a:rPr lang="en-US" dirty="0" err="1"/>
            <a:t>Primario</a:t>
          </a:r>
          <a:r>
            <a:rPr lang="en-US" dirty="0"/>
            <a:t> (Parsing)</a:t>
          </a:r>
        </a:p>
      </dgm:t>
    </dgm:pt>
    <dgm:pt modelId="{8E32A257-E706-447C-98FA-7F997BC7EE33}" type="parTrans" cxnId="{4F78ED7C-C278-40E2-B10B-06D683645495}">
      <dgm:prSet/>
      <dgm:spPr/>
      <dgm:t>
        <a:bodyPr/>
        <a:lstStyle/>
        <a:p>
          <a:endParaRPr lang="en-US"/>
        </a:p>
      </dgm:t>
    </dgm:pt>
    <dgm:pt modelId="{BB0BA695-2D0F-47DD-AFB2-D42F4F5016D0}" type="sibTrans" cxnId="{4F78ED7C-C278-40E2-B10B-06D683645495}">
      <dgm:prSet/>
      <dgm:spPr/>
      <dgm:t>
        <a:bodyPr/>
        <a:lstStyle/>
        <a:p>
          <a:endParaRPr lang="en-US"/>
        </a:p>
      </dgm:t>
    </dgm:pt>
    <dgm:pt modelId="{92D7AF38-734A-4717-83F2-7009F0440F46}">
      <dgm:prSet/>
      <dgm:spPr/>
      <dgm:t>
        <a:bodyPr/>
        <a:lstStyle/>
        <a:p>
          <a:r>
            <a:rPr lang="en-US" b="0" i="0" dirty="0" err="1"/>
            <a:t>Costruzione</a:t>
          </a:r>
          <a:r>
            <a:rPr lang="en-US" b="0" i="0" dirty="0"/>
            <a:t> Prompt LLM Judge</a:t>
          </a:r>
          <a:endParaRPr lang="en-US" dirty="0"/>
        </a:p>
      </dgm:t>
    </dgm:pt>
    <dgm:pt modelId="{5452EBC8-247C-4B5B-BECC-DDE46E34A397}" type="parTrans" cxnId="{D070DF9C-5898-44FF-8E44-71D4D5026B21}">
      <dgm:prSet/>
      <dgm:spPr/>
      <dgm:t>
        <a:bodyPr/>
        <a:lstStyle/>
        <a:p>
          <a:endParaRPr lang="en-US"/>
        </a:p>
      </dgm:t>
    </dgm:pt>
    <dgm:pt modelId="{A798E262-40E5-47D5-8C86-EA7923DAB2BE}" type="sibTrans" cxnId="{D070DF9C-5898-44FF-8E44-71D4D5026B21}">
      <dgm:prSet/>
      <dgm:spPr/>
      <dgm:t>
        <a:bodyPr/>
        <a:lstStyle/>
        <a:p>
          <a:endParaRPr lang="en-US"/>
        </a:p>
      </dgm:t>
    </dgm:pt>
    <dgm:pt modelId="{301CB30D-3435-4AA1-BC16-3E54697A0102}">
      <dgm:prSet/>
      <dgm:spPr/>
      <dgm:t>
        <a:bodyPr/>
        <a:lstStyle/>
        <a:p>
          <a:r>
            <a:rPr lang="en-US" b="0" i="0" dirty="0"/>
            <a:t>Query LLM Judge</a:t>
          </a:r>
          <a:endParaRPr lang="en-US" dirty="0"/>
        </a:p>
      </dgm:t>
    </dgm:pt>
    <dgm:pt modelId="{DF27657C-0CB6-4E13-A802-FAC8F0B32B72}" type="parTrans" cxnId="{CB00214A-D10D-4208-9852-C65899F6672E}">
      <dgm:prSet/>
      <dgm:spPr/>
      <dgm:t>
        <a:bodyPr/>
        <a:lstStyle/>
        <a:p>
          <a:endParaRPr lang="en-US"/>
        </a:p>
      </dgm:t>
    </dgm:pt>
    <dgm:pt modelId="{3F80A79A-C3DF-4EF5-AB80-7B9FB164BD3C}" type="sibTrans" cxnId="{CB00214A-D10D-4208-9852-C65899F6672E}">
      <dgm:prSet/>
      <dgm:spPr/>
      <dgm:t>
        <a:bodyPr/>
        <a:lstStyle/>
        <a:p>
          <a:endParaRPr lang="en-US"/>
        </a:p>
      </dgm:t>
    </dgm:pt>
    <dgm:pt modelId="{A27900D2-0882-453E-90D9-5ADD8992C701}">
      <dgm:prSet/>
      <dgm:spPr/>
      <dgm:t>
        <a:bodyPr/>
        <a:lstStyle/>
        <a:p>
          <a:r>
            <a:rPr lang="en-US" dirty="0" err="1"/>
            <a:t>Estrazione</a:t>
          </a:r>
          <a:r>
            <a:rPr lang="en-US" dirty="0"/>
            <a:t> </a:t>
          </a:r>
          <a:r>
            <a:rPr lang="en-US" dirty="0" err="1"/>
            <a:t>risposte</a:t>
          </a:r>
          <a:r>
            <a:rPr lang="en-US" dirty="0"/>
            <a:t> LLM Judge (Parsing)</a:t>
          </a:r>
        </a:p>
      </dgm:t>
    </dgm:pt>
    <dgm:pt modelId="{D7D0AF10-768C-44D6-9A86-D2762606F87B}" type="parTrans" cxnId="{EFE768F1-0B58-4FFF-811F-478AAFE05565}">
      <dgm:prSet/>
      <dgm:spPr/>
      <dgm:t>
        <a:bodyPr/>
        <a:lstStyle/>
        <a:p>
          <a:endParaRPr lang="en-US"/>
        </a:p>
      </dgm:t>
    </dgm:pt>
    <dgm:pt modelId="{BFE7AC93-D740-410C-BC9F-BC6652BE385C}" type="sibTrans" cxnId="{EFE768F1-0B58-4FFF-811F-478AAFE05565}">
      <dgm:prSet/>
      <dgm:spPr/>
      <dgm:t>
        <a:bodyPr/>
        <a:lstStyle/>
        <a:p>
          <a:endParaRPr lang="en-US"/>
        </a:p>
      </dgm:t>
    </dgm:pt>
    <dgm:pt modelId="{9C67AB42-7579-4864-9DF7-0E2BBF52C4AF}">
      <dgm:prSet/>
      <dgm:spPr/>
      <dgm:t>
        <a:bodyPr/>
        <a:lstStyle/>
        <a:p>
          <a:r>
            <a:rPr lang="en-US" dirty="0" err="1"/>
            <a:t>Salvataggio</a:t>
          </a:r>
          <a:r>
            <a:rPr lang="en-US" dirty="0"/>
            <a:t> </a:t>
          </a:r>
          <a:r>
            <a:rPr lang="en-US" dirty="0" err="1"/>
            <a:t>Risultati</a:t>
          </a:r>
          <a:r>
            <a:rPr lang="en-US" dirty="0"/>
            <a:t> (JSON)</a:t>
          </a:r>
        </a:p>
      </dgm:t>
    </dgm:pt>
    <dgm:pt modelId="{0BB23DBC-A48F-42F9-8783-FA12E68C6F4F}" type="parTrans" cxnId="{36237346-4EE2-4487-A453-8B5EFE25D642}">
      <dgm:prSet/>
      <dgm:spPr/>
      <dgm:t>
        <a:bodyPr/>
        <a:lstStyle/>
        <a:p>
          <a:endParaRPr lang="en-US"/>
        </a:p>
      </dgm:t>
    </dgm:pt>
    <dgm:pt modelId="{96DD0F30-1573-47A1-9724-B97616D2047F}" type="sibTrans" cxnId="{36237346-4EE2-4487-A453-8B5EFE25D642}">
      <dgm:prSet/>
      <dgm:spPr/>
      <dgm:t>
        <a:bodyPr/>
        <a:lstStyle/>
        <a:p>
          <a:endParaRPr lang="en-US"/>
        </a:p>
      </dgm:t>
    </dgm:pt>
    <dgm:pt modelId="{063138CE-AC3C-48F8-A8F3-310C49DC904F}" type="pres">
      <dgm:prSet presAssocID="{75C10C96-489D-4973-9CDC-3B91DA71B85D}" presName="diagram" presStyleCnt="0">
        <dgm:presLayoutVars>
          <dgm:dir/>
          <dgm:resizeHandles val="exact"/>
        </dgm:presLayoutVars>
      </dgm:prSet>
      <dgm:spPr/>
    </dgm:pt>
    <dgm:pt modelId="{4142ABD2-727B-4BC8-95E0-887F187E05D6}" type="pres">
      <dgm:prSet presAssocID="{83EFE33A-1D5D-4E38-8481-D332A4F9D0A6}" presName="node" presStyleLbl="node1" presStyleIdx="0" presStyleCnt="11">
        <dgm:presLayoutVars>
          <dgm:bulletEnabled val="1"/>
        </dgm:presLayoutVars>
      </dgm:prSet>
      <dgm:spPr/>
    </dgm:pt>
    <dgm:pt modelId="{52DAA8D3-8443-4162-BB15-C076F48BC8EA}" type="pres">
      <dgm:prSet presAssocID="{D91FA4F6-2FE3-4D8E-B1B1-1537643C3AFD}" presName="sibTrans" presStyleLbl="sibTrans2D1" presStyleIdx="0" presStyleCnt="10"/>
      <dgm:spPr/>
    </dgm:pt>
    <dgm:pt modelId="{6F97E14C-9834-4BEB-A1B7-364E58DB606A}" type="pres">
      <dgm:prSet presAssocID="{D91FA4F6-2FE3-4D8E-B1B1-1537643C3AFD}" presName="connectorText" presStyleLbl="sibTrans2D1" presStyleIdx="0" presStyleCnt="10"/>
      <dgm:spPr/>
    </dgm:pt>
    <dgm:pt modelId="{65CBAB87-8C99-442F-950B-F10E8BF0A008}" type="pres">
      <dgm:prSet presAssocID="{EA9361D2-822C-44AF-BF84-FD3D1D10D65B}" presName="node" presStyleLbl="node1" presStyleIdx="1" presStyleCnt="11">
        <dgm:presLayoutVars>
          <dgm:bulletEnabled val="1"/>
        </dgm:presLayoutVars>
      </dgm:prSet>
      <dgm:spPr/>
    </dgm:pt>
    <dgm:pt modelId="{4AF018E8-F186-46BE-8BCF-4D52315E5A24}" type="pres">
      <dgm:prSet presAssocID="{A9128245-896D-45FB-B92A-6EB61CFE9D30}" presName="sibTrans" presStyleLbl="sibTrans2D1" presStyleIdx="1" presStyleCnt="10"/>
      <dgm:spPr/>
    </dgm:pt>
    <dgm:pt modelId="{B8E8AD4B-9A63-456E-9778-92C437AE0601}" type="pres">
      <dgm:prSet presAssocID="{A9128245-896D-45FB-B92A-6EB61CFE9D30}" presName="connectorText" presStyleLbl="sibTrans2D1" presStyleIdx="1" presStyleCnt="10"/>
      <dgm:spPr/>
    </dgm:pt>
    <dgm:pt modelId="{BA7B07E8-3CA2-4584-BED5-6F6490E0F174}" type="pres">
      <dgm:prSet presAssocID="{691D06CA-BB30-4A2C-847F-511B6EEC39ED}" presName="node" presStyleLbl="node1" presStyleIdx="2" presStyleCnt="11">
        <dgm:presLayoutVars>
          <dgm:bulletEnabled val="1"/>
        </dgm:presLayoutVars>
      </dgm:prSet>
      <dgm:spPr/>
    </dgm:pt>
    <dgm:pt modelId="{C7C3BEA5-992A-4CE2-8269-97A498EF6619}" type="pres">
      <dgm:prSet presAssocID="{5185C872-9951-4BB0-9354-D72CF997F03A}" presName="sibTrans" presStyleLbl="sibTrans2D1" presStyleIdx="2" presStyleCnt="10"/>
      <dgm:spPr/>
    </dgm:pt>
    <dgm:pt modelId="{ED1C6E22-7CDB-40B1-9AD0-C2947E3E554C}" type="pres">
      <dgm:prSet presAssocID="{5185C872-9951-4BB0-9354-D72CF997F03A}" presName="connectorText" presStyleLbl="sibTrans2D1" presStyleIdx="2" presStyleCnt="10"/>
      <dgm:spPr/>
    </dgm:pt>
    <dgm:pt modelId="{3036B900-65C0-4AF8-B64B-3E2D0A560E70}" type="pres">
      <dgm:prSet presAssocID="{E7B18AA3-FF6E-43B9-B141-69C4944FAF7C}" presName="node" presStyleLbl="node1" presStyleIdx="3" presStyleCnt="11">
        <dgm:presLayoutVars>
          <dgm:bulletEnabled val="1"/>
        </dgm:presLayoutVars>
      </dgm:prSet>
      <dgm:spPr/>
    </dgm:pt>
    <dgm:pt modelId="{EEE6A622-C6CF-43CE-89B4-2234E2D0B209}" type="pres">
      <dgm:prSet presAssocID="{32347EF0-D7A7-41E9-9D6A-5DF7FA3CB401}" presName="sibTrans" presStyleLbl="sibTrans2D1" presStyleIdx="3" presStyleCnt="10"/>
      <dgm:spPr/>
    </dgm:pt>
    <dgm:pt modelId="{A7CB22D4-B25D-451C-8B73-6A40DCC690AB}" type="pres">
      <dgm:prSet presAssocID="{32347EF0-D7A7-41E9-9D6A-5DF7FA3CB401}" presName="connectorText" presStyleLbl="sibTrans2D1" presStyleIdx="3" presStyleCnt="10"/>
      <dgm:spPr/>
    </dgm:pt>
    <dgm:pt modelId="{370A5603-DA1D-4E7B-9421-0AC9DD50A167}" type="pres">
      <dgm:prSet presAssocID="{66915D30-6DC0-45EB-A957-16E4EFF4F89A}" presName="node" presStyleLbl="node1" presStyleIdx="4" presStyleCnt="11">
        <dgm:presLayoutVars>
          <dgm:bulletEnabled val="1"/>
        </dgm:presLayoutVars>
      </dgm:prSet>
      <dgm:spPr/>
    </dgm:pt>
    <dgm:pt modelId="{1EB707DF-6077-43C5-912F-DFB9C4E3FF25}" type="pres">
      <dgm:prSet presAssocID="{2D07DD77-5A37-4493-889F-1F347B284D5C}" presName="sibTrans" presStyleLbl="sibTrans2D1" presStyleIdx="4" presStyleCnt="10"/>
      <dgm:spPr/>
    </dgm:pt>
    <dgm:pt modelId="{CF039411-66DE-4CDD-A38A-DB3FBE5B2600}" type="pres">
      <dgm:prSet presAssocID="{2D07DD77-5A37-4493-889F-1F347B284D5C}" presName="connectorText" presStyleLbl="sibTrans2D1" presStyleIdx="4" presStyleCnt="10"/>
      <dgm:spPr/>
    </dgm:pt>
    <dgm:pt modelId="{7F612746-354B-4849-921F-31CAECB6273C}" type="pres">
      <dgm:prSet presAssocID="{1EFFF14F-9434-4D82-9FBB-17C4811FF989}" presName="node" presStyleLbl="node1" presStyleIdx="5" presStyleCnt="11">
        <dgm:presLayoutVars>
          <dgm:bulletEnabled val="1"/>
        </dgm:presLayoutVars>
      </dgm:prSet>
      <dgm:spPr/>
    </dgm:pt>
    <dgm:pt modelId="{0AA6E8CC-FC66-4A7E-8941-427577CE2845}" type="pres">
      <dgm:prSet presAssocID="{AB6D9B31-0A5A-41E1-81AB-DD0351F5879F}" presName="sibTrans" presStyleLbl="sibTrans2D1" presStyleIdx="5" presStyleCnt="10"/>
      <dgm:spPr/>
    </dgm:pt>
    <dgm:pt modelId="{14C4FE28-A2E0-434D-802A-7FB6D43F305C}" type="pres">
      <dgm:prSet presAssocID="{AB6D9B31-0A5A-41E1-81AB-DD0351F5879F}" presName="connectorText" presStyleLbl="sibTrans2D1" presStyleIdx="5" presStyleCnt="10"/>
      <dgm:spPr/>
    </dgm:pt>
    <dgm:pt modelId="{DD929819-7ED4-4EBD-B898-3DF65601ADF4}" type="pres">
      <dgm:prSet presAssocID="{6436858F-584D-4596-8462-3E65E83DDE53}" presName="node" presStyleLbl="node1" presStyleIdx="6" presStyleCnt="11">
        <dgm:presLayoutVars>
          <dgm:bulletEnabled val="1"/>
        </dgm:presLayoutVars>
      </dgm:prSet>
      <dgm:spPr/>
    </dgm:pt>
    <dgm:pt modelId="{6800C014-7E6A-4D54-B55C-E716DAB8434F}" type="pres">
      <dgm:prSet presAssocID="{BB0BA695-2D0F-47DD-AFB2-D42F4F5016D0}" presName="sibTrans" presStyleLbl="sibTrans2D1" presStyleIdx="6" presStyleCnt="10"/>
      <dgm:spPr/>
    </dgm:pt>
    <dgm:pt modelId="{60F91CAD-B6FF-40BE-8917-1FEACC9E3809}" type="pres">
      <dgm:prSet presAssocID="{BB0BA695-2D0F-47DD-AFB2-D42F4F5016D0}" presName="connectorText" presStyleLbl="sibTrans2D1" presStyleIdx="6" presStyleCnt="10"/>
      <dgm:spPr/>
    </dgm:pt>
    <dgm:pt modelId="{5590FE8D-9E89-48EF-B17C-DD827E284D4B}" type="pres">
      <dgm:prSet presAssocID="{92D7AF38-734A-4717-83F2-7009F0440F46}" presName="node" presStyleLbl="node1" presStyleIdx="7" presStyleCnt="11">
        <dgm:presLayoutVars>
          <dgm:bulletEnabled val="1"/>
        </dgm:presLayoutVars>
      </dgm:prSet>
      <dgm:spPr/>
    </dgm:pt>
    <dgm:pt modelId="{8837BB1B-DADF-4FB6-BC2D-A525BE41F8BD}" type="pres">
      <dgm:prSet presAssocID="{A798E262-40E5-47D5-8C86-EA7923DAB2BE}" presName="sibTrans" presStyleLbl="sibTrans2D1" presStyleIdx="7" presStyleCnt="10"/>
      <dgm:spPr/>
    </dgm:pt>
    <dgm:pt modelId="{EC6E6FEC-9AC7-4B3F-9C62-55CB535BAB95}" type="pres">
      <dgm:prSet presAssocID="{A798E262-40E5-47D5-8C86-EA7923DAB2BE}" presName="connectorText" presStyleLbl="sibTrans2D1" presStyleIdx="7" presStyleCnt="10"/>
      <dgm:spPr/>
    </dgm:pt>
    <dgm:pt modelId="{DCBB52A5-054C-4496-B2C8-28A5F96A9A2B}" type="pres">
      <dgm:prSet presAssocID="{301CB30D-3435-4AA1-BC16-3E54697A0102}" presName="node" presStyleLbl="node1" presStyleIdx="8" presStyleCnt="11">
        <dgm:presLayoutVars>
          <dgm:bulletEnabled val="1"/>
        </dgm:presLayoutVars>
      </dgm:prSet>
      <dgm:spPr/>
    </dgm:pt>
    <dgm:pt modelId="{D3ABAD69-BF73-4588-8E80-7BBAE0BCA224}" type="pres">
      <dgm:prSet presAssocID="{3F80A79A-C3DF-4EF5-AB80-7B9FB164BD3C}" presName="sibTrans" presStyleLbl="sibTrans2D1" presStyleIdx="8" presStyleCnt="10"/>
      <dgm:spPr/>
    </dgm:pt>
    <dgm:pt modelId="{F3576CFC-1932-4C80-9F62-E7C75DB53CDE}" type="pres">
      <dgm:prSet presAssocID="{3F80A79A-C3DF-4EF5-AB80-7B9FB164BD3C}" presName="connectorText" presStyleLbl="sibTrans2D1" presStyleIdx="8" presStyleCnt="10"/>
      <dgm:spPr/>
    </dgm:pt>
    <dgm:pt modelId="{D30F1131-B473-4FF9-A630-20012A6EC1F1}" type="pres">
      <dgm:prSet presAssocID="{A27900D2-0882-453E-90D9-5ADD8992C701}" presName="node" presStyleLbl="node1" presStyleIdx="9" presStyleCnt="11">
        <dgm:presLayoutVars>
          <dgm:bulletEnabled val="1"/>
        </dgm:presLayoutVars>
      </dgm:prSet>
      <dgm:spPr/>
    </dgm:pt>
    <dgm:pt modelId="{87DA9A4C-0D95-4F60-AC02-FB16C2B596F1}" type="pres">
      <dgm:prSet presAssocID="{BFE7AC93-D740-410C-BC9F-BC6652BE385C}" presName="sibTrans" presStyleLbl="sibTrans2D1" presStyleIdx="9" presStyleCnt="10"/>
      <dgm:spPr/>
    </dgm:pt>
    <dgm:pt modelId="{D9EC5B6E-357A-466F-86FF-6F8D57D74875}" type="pres">
      <dgm:prSet presAssocID="{BFE7AC93-D740-410C-BC9F-BC6652BE385C}" presName="connectorText" presStyleLbl="sibTrans2D1" presStyleIdx="9" presStyleCnt="10"/>
      <dgm:spPr/>
    </dgm:pt>
    <dgm:pt modelId="{777E9F17-72B4-4106-AC02-EE02C3236A4F}" type="pres">
      <dgm:prSet presAssocID="{9C67AB42-7579-4864-9DF7-0E2BBF52C4A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A92A804-72F1-4F98-BB5E-09A2231DA67B}" type="presOf" srcId="{32347EF0-D7A7-41E9-9D6A-5DF7FA3CB401}" destId="{A7CB22D4-B25D-451C-8B73-6A40DCC690AB}" srcOrd="1" destOrd="0" presId="urn:microsoft.com/office/officeart/2005/8/layout/process5"/>
    <dgm:cxn modelId="{E6A94B08-F6CA-4F59-99DF-E8D655689B1D}" type="presOf" srcId="{1EFFF14F-9434-4D82-9FBB-17C4811FF989}" destId="{7F612746-354B-4849-921F-31CAECB6273C}" srcOrd="0" destOrd="0" presId="urn:microsoft.com/office/officeart/2005/8/layout/process5"/>
    <dgm:cxn modelId="{2441400A-71F1-4C56-9411-5739BCFBAA80}" srcId="{75C10C96-489D-4973-9CDC-3B91DA71B85D}" destId="{E7B18AA3-FF6E-43B9-B141-69C4944FAF7C}" srcOrd="3" destOrd="0" parTransId="{B07C8D7B-B569-4007-A259-0127C1B84236}" sibTransId="{32347EF0-D7A7-41E9-9D6A-5DF7FA3CB401}"/>
    <dgm:cxn modelId="{A8C76B0B-F870-4EEB-81DD-81501E14D085}" type="presOf" srcId="{BFE7AC93-D740-410C-BC9F-BC6652BE385C}" destId="{D9EC5B6E-357A-466F-86FF-6F8D57D74875}" srcOrd="1" destOrd="0" presId="urn:microsoft.com/office/officeart/2005/8/layout/process5"/>
    <dgm:cxn modelId="{C020AA0D-3450-466F-86CF-75DCDA94F077}" type="presOf" srcId="{691D06CA-BB30-4A2C-847F-511B6EEC39ED}" destId="{BA7B07E8-3CA2-4584-BED5-6F6490E0F174}" srcOrd="0" destOrd="0" presId="urn:microsoft.com/office/officeart/2005/8/layout/process5"/>
    <dgm:cxn modelId="{16525E0E-9181-4759-8A75-FB92B544B6FC}" srcId="{75C10C96-489D-4973-9CDC-3B91DA71B85D}" destId="{83EFE33A-1D5D-4E38-8481-D332A4F9D0A6}" srcOrd="0" destOrd="0" parTransId="{E3377EC6-C7C7-4640-8DA9-371F3614D4E6}" sibTransId="{D91FA4F6-2FE3-4D8E-B1B1-1537643C3AFD}"/>
    <dgm:cxn modelId="{C1DC3F14-0ED3-4254-A957-4E95F41B068B}" type="presOf" srcId="{AB6D9B31-0A5A-41E1-81AB-DD0351F5879F}" destId="{14C4FE28-A2E0-434D-802A-7FB6D43F305C}" srcOrd="1" destOrd="0" presId="urn:microsoft.com/office/officeart/2005/8/layout/process5"/>
    <dgm:cxn modelId="{BDD28425-B450-4D68-931C-1D5E629505F5}" type="presOf" srcId="{3F80A79A-C3DF-4EF5-AB80-7B9FB164BD3C}" destId="{D3ABAD69-BF73-4588-8E80-7BBAE0BCA224}" srcOrd="0" destOrd="0" presId="urn:microsoft.com/office/officeart/2005/8/layout/process5"/>
    <dgm:cxn modelId="{01E06D30-2EE2-4C57-B938-481D5CEF17D7}" type="presOf" srcId="{32347EF0-D7A7-41E9-9D6A-5DF7FA3CB401}" destId="{EEE6A622-C6CF-43CE-89B4-2234E2D0B209}" srcOrd="0" destOrd="0" presId="urn:microsoft.com/office/officeart/2005/8/layout/process5"/>
    <dgm:cxn modelId="{14453136-495C-4934-83C4-89D99C9A88AD}" srcId="{75C10C96-489D-4973-9CDC-3B91DA71B85D}" destId="{1EFFF14F-9434-4D82-9FBB-17C4811FF989}" srcOrd="5" destOrd="0" parTransId="{4C038980-7ADA-4348-9C40-58FDA138F23E}" sibTransId="{AB6D9B31-0A5A-41E1-81AB-DD0351F5879F}"/>
    <dgm:cxn modelId="{9577025F-4D69-4ECB-90AA-33C626C75F16}" type="presOf" srcId="{5185C872-9951-4BB0-9354-D72CF997F03A}" destId="{C7C3BEA5-992A-4CE2-8269-97A498EF6619}" srcOrd="0" destOrd="0" presId="urn:microsoft.com/office/officeart/2005/8/layout/process5"/>
    <dgm:cxn modelId="{36237346-4EE2-4487-A453-8B5EFE25D642}" srcId="{75C10C96-489D-4973-9CDC-3B91DA71B85D}" destId="{9C67AB42-7579-4864-9DF7-0E2BBF52C4AF}" srcOrd="10" destOrd="0" parTransId="{0BB23DBC-A48F-42F9-8783-FA12E68C6F4F}" sibTransId="{96DD0F30-1573-47A1-9724-B97616D2047F}"/>
    <dgm:cxn modelId="{6DCC4349-556D-440B-A4FB-3DAA8E3A5836}" type="presOf" srcId="{BFE7AC93-D740-410C-BC9F-BC6652BE385C}" destId="{87DA9A4C-0D95-4F60-AC02-FB16C2B596F1}" srcOrd="0" destOrd="0" presId="urn:microsoft.com/office/officeart/2005/8/layout/process5"/>
    <dgm:cxn modelId="{CB00214A-D10D-4208-9852-C65899F6672E}" srcId="{75C10C96-489D-4973-9CDC-3B91DA71B85D}" destId="{301CB30D-3435-4AA1-BC16-3E54697A0102}" srcOrd="8" destOrd="0" parTransId="{DF27657C-0CB6-4E13-A802-FAC8F0B32B72}" sibTransId="{3F80A79A-C3DF-4EF5-AB80-7B9FB164BD3C}"/>
    <dgm:cxn modelId="{2CF6376E-C1F6-4A92-B5C1-9E0168EE7CA4}" type="presOf" srcId="{A798E262-40E5-47D5-8C86-EA7923DAB2BE}" destId="{8837BB1B-DADF-4FB6-BC2D-A525BE41F8BD}" srcOrd="0" destOrd="0" presId="urn:microsoft.com/office/officeart/2005/8/layout/process5"/>
    <dgm:cxn modelId="{C445C450-926C-48DF-BF53-5040014BD110}" type="presOf" srcId="{E7B18AA3-FF6E-43B9-B141-69C4944FAF7C}" destId="{3036B900-65C0-4AF8-B64B-3E2D0A560E70}" srcOrd="0" destOrd="0" presId="urn:microsoft.com/office/officeart/2005/8/layout/process5"/>
    <dgm:cxn modelId="{54C17E76-6652-4A32-B38C-01CCAC95F967}" type="presOf" srcId="{A27900D2-0882-453E-90D9-5ADD8992C701}" destId="{D30F1131-B473-4FF9-A630-20012A6EC1F1}" srcOrd="0" destOrd="0" presId="urn:microsoft.com/office/officeart/2005/8/layout/process5"/>
    <dgm:cxn modelId="{302CD97B-F130-4D09-AE2A-0537EF6CA872}" type="presOf" srcId="{BB0BA695-2D0F-47DD-AFB2-D42F4F5016D0}" destId="{60F91CAD-B6FF-40BE-8917-1FEACC9E3809}" srcOrd="1" destOrd="0" presId="urn:microsoft.com/office/officeart/2005/8/layout/process5"/>
    <dgm:cxn modelId="{4F78ED7C-C278-40E2-B10B-06D683645495}" srcId="{75C10C96-489D-4973-9CDC-3B91DA71B85D}" destId="{6436858F-584D-4596-8462-3E65E83DDE53}" srcOrd="6" destOrd="0" parTransId="{8E32A257-E706-447C-98FA-7F997BC7EE33}" sibTransId="{BB0BA695-2D0F-47DD-AFB2-D42F4F5016D0}"/>
    <dgm:cxn modelId="{A07C2C82-5951-46A0-B03D-9A44F00E29FD}" type="presOf" srcId="{75C10C96-489D-4973-9CDC-3B91DA71B85D}" destId="{063138CE-AC3C-48F8-A8F3-310C49DC904F}" srcOrd="0" destOrd="0" presId="urn:microsoft.com/office/officeart/2005/8/layout/process5"/>
    <dgm:cxn modelId="{529D448D-3A69-478A-BEAB-3ACF7C6636A3}" type="presOf" srcId="{6436858F-584D-4596-8462-3E65E83DDE53}" destId="{DD929819-7ED4-4EBD-B898-3DF65601ADF4}" srcOrd="0" destOrd="0" presId="urn:microsoft.com/office/officeart/2005/8/layout/process5"/>
    <dgm:cxn modelId="{D144DA8E-6CDE-4819-9884-1E820BC224BA}" type="presOf" srcId="{AB6D9B31-0A5A-41E1-81AB-DD0351F5879F}" destId="{0AA6E8CC-FC66-4A7E-8941-427577CE2845}" srcOrd="0" destOrd="0" presId="urn:microsoft.com/office/officeart/2005/8/layout/process5"/>
    <dgm:cxn modelId="{26779A8F-496F-493E-89FE-134E640523B0}" type="presOf" srcId="{A798E262-40E5-47D5-8C86-EA7923DAB2BE}" destId="{EC6E6FEC-9AC7-4B3F-9C62-55CB535BAB95}" srcOrd="1" destOrd="0" presId="urn:microsoft.com/office/officeart/2005/8/layout/process5"/>
    <dgm:cxn modelId="{9B891295-1ACA-43C8-92EE-3B4753E0DA91}" type="presOf" srcId="{9C67AB42-7579-4864-9DF7-0E2BBF52C4AF}" destId="{777E9F17-72B4-4106-AC02-EE02C3236A4F}" srcOrd="0" destOrd="0" presId="urn:microsoft.com/office/officeart/2005/8/layout/process5"/>
    <dgm:cxn modelId="{98646A9A-A0B8-4994-BDCB-A497C6FD59E2}" type="presOf" srcId="{5185C872-9951-4BB0-9354-D72CF997F03A}" destId="{ED1C6E22-7CDB-40B1-9AD0-C2947E3E554C}" srcOrd="1" destOrd="0" presId="urn:microsoft.com/office/officeart/2005/8/layout/process5"/>
    <dgm:cxn modelId="{D3A3C49B-C01C-47EA-9787-648C552B938E}" type="presOf" srcId="{3F80A79A-C3DF-4EF5-AB80-7B9FB164BD3C}" destId="{F3576CFC-1932-4C80-9F62-E7C75DB53CDE}" srcOrd="1" destOrd="0" presId="urn:microsoft.com/office/officeart/2005/8/layout/process5"/>
    <dgm:cxn modelId="{D070DF9C-5898-44FF-8E44-71D4D5026B21}" srcId="{75C10C96-489D-4973-9CDC-3B91DA71B85D}" destId="{92D7AF38-734A-4717-83F2-7009F0440F46}" srcOrd="7" destOrd="0" parTransId="{5452EBC8-247C-4B5B-BECC-DDE46E34A397}" sibTransId="{A798E262-40E5-47D5-8C86-EA7923DAB2BE}"/>
    <dgm:cxn modelId="{B9DC00A4-1A8A-4F62-9907-B91D38D2C5E4}" type="presOf" srcId="{83EFE33A-1D5D-4E38-8481-D332A4F9D0A6}" destId="{4142ABD2-727B-4BC8-95E0-887F187E05D6}" srcOrd="0" destOrd="0" presId="urn:microsoft.com/office/officeart/2005/8/layout/process5"/>
    <dgm:cxn modelId="{C4D419AE-4B12-4D2B-A326-B4F42E331736}" srcId="{75C10C96-489D-4973-9CDC-3B91DA71B85D}" destId="{691D06CA-BB30-4A2C-847F-511B6EEC39ED}" srcOrd="2" destOrd="0" parTransId="{0EBC3BE3-85C1-45BE-BFF8-99F530E4673E}" sibTransId="{5185C872-9951-4BB0-9354-D72CF997F03A}"/>
    <dgm:cxn modelId="{158C3EB4-E9F8-41D3-8643-EB8FA52138AC}" srcId="{75C10C96-489D-4973-9CDC-3B91DA71B85D}" destId="{EA9361D2-822C-44AF-BF84-FD3D1D10D65B}" srcOrd="1" destOrd="0" parTransId="{BC431DDF-05F9-42CC-87CD-065E88E0B1DD}" sibTransId="{A9128245-896D-45FB-B92A-6EB61CFE9D30}"/>
    <dgm:cxn modelId="{D7E928B7-99CC-4D8C-A6A0-D125F2315528}" type="presOf" srcId="{2D07DD77-5A37-4493-889F-1F347B284D5C}" destId="{1EB707DF-6077-43C5-912F-DFB9C4E3FF25}" srcOrd="0" destOrd="0" presId="urn:microsoft.com/office/officeart/2005/8/layout/process5"/>
    <dgm:cxn modelId="{3C1A95D5-02FA-4583-B892-3BEE6615113A}" type="presOf" srcId="{92D7AF38-734A-4717-83F2-7009F0440F46}" destId="{5590FE8D-9E89-48EF-B17C-DD827E284D4B}" srcOrd="0" destOrd="0" presId="urn:microsoft.com/office/officeart/2005/8/layout/process5"/>
    <dgm:cxn modelId="{C1AF59D9-8A9C-4C58-8CEB-B364524AA38A}" type="presOf" srcId="{A9128245-896D-45FB-B92A-6EB61CFE9D30}" destId="{B8E8AD4B-9A63-456E-9778-92C437AE0601}" srcOrd="1" destOrd="0" presId="urn:microsoft.com/office/officeart/2005/8/layout/process5"/>
    <dgm:cxn modelId="{23058DE0-ACE8-48DE-8C1E-7ACE58E7FE04}" type="presOf" srcId="{EA9361D2-822C-44AF-BF84-FD3D1D10D65B}" destId="{65CBAB87-8C99-442F-950B-F10E8BF0A008}" srcOrd="0" destOrd="0" presId="urn:microsoft.com/office/officeart/2005/8/layout/process5"/>
    <dgm:cxn modelId="{CE16EBE0-2CBD-4E0F-BC53-81E44614AEDE}" type="presOf" srcId="{D91FA4F6-2FE3-4D8E-B1B1-1537643C3AFD}" destId="{6F97E14C-9834-4BEB-A1B7-364E58DB606A}" srcOrd="1" destOrd="0" presId="urn:microsoft.com/office/officeart/2005/8/layout/process5"/>
    <dgm:cxn modelId="{130AB4E1-973B-4B9C-820A-E238D1D57CA1}" type="presOf" srcId="{66915D30-6DC0-45EB-A957-16E4EFF4F89A}" destId="{370A5603-DA1D-4E7B-9421-0AC9DD50A167}" srcOrd="0" destOrd="0" presId="urn:microsoft.com/office/officeart/2005/8/layout/process5"/>
    <dgm:cxn modelId="{CF6973E7-60C1-4478-AD58-D367F964C8E5}" type="presOf" srcId="{2D07DD77-5A37-4493-889F-1F347B284D5C}" destId="{CF039411-66DE-4CDD-A38A-DB3FBE5B2600}" srcOrd="1" destOrd="0" presId="urn:microsoft.com/office/officeart/2005/8/layout/process5"/>
    <dgm:cxn modelId="{24A100E8-AB11-4B8E-BBB1-0FDC37CBFACA}" type="presOf" srcId="{BB0BA695-2D0F-47DD-AFB2-D42F4F5016D0}" destId="{6800C014-7E6A-4D54-B55C-E716DAB8434F}" srcOrd="0" destOrd="0" presId="urn:microsoft.com/office/officeart/2005/8/layout/process5"/>
    <dgm:cxn modelId="{24D587EC-9784-4FF8-8375-4944374604B3}" type="presOf" srcId="{301CB30D-3435-4AA1-BC16-3E54697A0102}" destId="{DCBB52A5-054C-4496-B2C8-28A5F96A9A2B}" srcOrd="0" destOrd="0" presId="urn:microsoft.com/office/officeart/2005/8/layout/process5"/>
    <dgm:cxn modelId="{EFE768F1-0B58-4FFF-811F-478AAFE05565}" srcId="{75C10C96-489D-4973-9CDC-3B91DA71B85D}" destId="{A27900D2-0882-453E-90D9-5ADD8992C701}" srcOrd="9" destOrd="0" parTransId="{D7D0AF10-768C-44D6-9A86-D2762606F87B}" sibTransId="{BFE7AC93-D740-410C-BC9F-BC6652BE385C}"/>
    <dgm:cxn modelId="{C5DF9DF9-7E48-4ECE-9552-EB7F24DF9259}" type="presOf" srcId="{D91FA4F6-2FE3-4D8E-B1B1-1537643C3AFD}" destId="{52DAA8D3-8443-4162-BB15-C076F48BC8EA}" srcOrd="0" destOrd="0" presId="urn:microsoft.com/office/officeart/2005/8/layout/process5"/>
    <dgm:cxn modelId="{A22864FB-D013-4EB8-ACF4-6DA3CAABCF50}" srcId="{75C10C96-489D-4973-9CDC-3B91DA71B85D}" destId="{66915D30-6DC0-45EB-A957-16E4EFF4F89A}" srcOrd="4" destOrd="0" parTransId="{052E7433-3917-4093-A018-1D7C15E51AE2}" sibTransId="{2D07DD77-5A37-4493-889F-1F347B284D5C}"/>
    <dgm:cxn modelId="{1465C3FC-55A4-4853-9A09-17700B897976}" type="presOf" srcId="{A9128245-896D-45FB-B92A-6EB61CFE9D30}" destId="{4AF018E8-F186-46BE-8BCF-4D52315E5A24}" srcOrd="0" destOrd="0" presId="urn:microsoft.com/office/officeart/2005/8/layout/process5"/>
    <dgm:cxn modelId="{394ED961-7251-4703-9D36-35D5D17FAEFE}" type="presParOf" srcId="{063138CE-AC3C-48F8-A8F3-310C49DC904F}" destId="{4142ABD2-727B-4BC8-95E0-887F187E05D6}" srcOrd="0" destOrd="0" presId="urn:microsoft.com/office/officeart/2005/8/layout/process5"/>
    <dgm:cxn modelId="{44C4B278-273E-4589-8D14-FDA9BC22520E}" type="presParOf" srcId="{063138CE-AC3C-48F8-A8F3-310C49DC904F}" destId="{52DAA8D3-8443-4162-BB15-C076F48BC8EA}" srcOrd="1" destOrd="0" presId="urn:microsoft.com/office/officeart/2005/8/layout/process5"/>
    <dgm:cxn modelId="{209873AB-4C19-4528-9EAE-DCD02C4E97FA}" type="presParOf" srcId="{52DAA8D3-8443-4162-BB15-C076F48BC8EA}" destId="{6F97E14C-9834-4BEB-A1B7-364E58DB606A}" srcOrd="0" destOrd="0" presId="urn:microsoft.com/office/officeart/2005/8/layout/process5"/>
    <dgm:cxn modelId="{9CBDE7A9-948F-42E2-A6D6-92367C1EA351}" type="presParOf" srcId="{063138CE-AC3C-48F8-A8F3-310C49DC904F}" destId="{65CBAB87-8C99-442F-950B-F10E8BF0A008}" srcOrd="2" destOrd="0" presId="urn:microsoft.com/office/officeart/2005/8/layout/process5"/>
    <dgm:cxn modelId="{B4AC3A90-9349-41F0-A87E-F86330DFAF85}" type="presParOf" srcId="{063138CE-AC3C-48F8-A8F3-310C49DC904F}" destId="{4AF018E8-F186-46BE-8BCF-4D52315E5A24}" srcOrd="3" destOrd="0" presId="urn:microsoft.com/office/officeart/2005/8/layout/process5"/>
    <dgm:cxn modelId="{ABCACA55-7D1A-4469-9D65-F6E095DD0DED}" type="presParOf" srcId="{4AF018E8-F186-46BE-8BCF-4D52315E5A24}" destId="{B8E8AD4B-9A63-456E-9778-92C437AE0601}" srcOrd="0" destOrd="0" presId="urn:microsoft.com/office/officeart/2005/8/layout/process5"/>
    <dgm:cxn modelId="{4162BBE3-4AA7-4484-99DD-4086062E920B}" type="presParOf" srcId="{063138CE-AC3C-48F8-A8F3-310C49DC904F}" destId="{BA7B07E8-3CA2-4584-BED5-6F6490E0F174}" srcOrd="4" destOrd="0" presId="urn:microsoft.com/office/officeart/2005/8/layout/process5"/>
    <dgm:cxn modelId="{998ED225-D205-45D4-9633-B195CA14BB26}" type="presParOf" srcId="{063138CE-AC3C-48F8-A8F3-310C49DC904F}" destId="{C7C3BEA5-992A-4CE2-8269-97A498EF6619}" srcOrd="5" destOrd="0" presId="urn:microsoft.com/office/officeart/2005/8/layout/process5"/>
    <dgm:cxn modelId="{2ADEE0FE-7245-453F-AD32-176094BDA293}" type="presParOf" srcId="{C7C3BEA5-992A-4CE2-8269-97A498EF6619}" destId="{ED1C6E22-7CDB-40B1-9AD0-C2947E3E554C}" srcOrd="0" destOrd="0" presId="urn:microsoft.com/office/officeart/2005/8/layout/process5"/>
    <dgm:cxn modelId="{E832D7F0-28EB-44D2-968C-F0D325CB6A17}" type="presParOf" srcId="{063138CE-AC3C-48F8-A8F3-310C49DC904F}" destId="{3036B900-65C0-4AF8-B64B-3E2D0A560E70}" srcOrd="6" destOrd="0" presId="urn:microsoft.com/office/officeart/2005/8/layout/process5"/>
    <dgm:cxn modelId="{F1757FF7-90CF-48DF-AEE9-25E836E6F282}" type="presParOf" srcId="{063138CE-AC3C-48F8-A8F3-310C49DC904F}" destId="{EEE6A622-C6CF-43CE-89B4-2234E2D0B209}" srcOrd="7" destOrd="0" presId="urn:microsoft.com/office/officeart/2005/8/layout/process5"/>
    <dgm:cxn modelId="{C3C81388-80CF-4D2E-A65A-DA86F2C11E71}" type="presParOf" srcId="{EEE6A622-C6CF-43CE-89B4-2234E2D0B209}" destId="{A7CB22D4-B25D-451C-8B73-6A40DCC690AB}" srcOrd="0" destOrd="0" presId="urn:microsoft.com/office/officeart/2005/8/layout/process5"/>
    <dgm:cxn modelId="{E6DB9E98-A497-4D20-9946-E0CE1178FC64}" type="presParOf" srcId="{063138CE-AC3C-48F8-A8F3-310C49DC904F}" destId="{370A5603-DA1D-4E7B-9421-0AC9DD50A167}" srcOrd="8" destOrd="0" presId="urn:microsoft.com/office/officeart/2005/8/layout/process5"/>
    <dgm:cxn modelId="{4437EAB4-A4F2-456F-BBF2-FA7A30E89D1C}" type="presParOf" srcId="{063138CE-AC3C-48F8-A8F3-310C49DC904F}" destId="{1EB707DF-6077-43C5-912F-DFB9C4E3FF25}" srcOrd="9" destOrd="0" presId="urn:microsoft.com/office/officeart/2005/8/layout/process5"/>
    <dgm:cxn modelId="{74F452F7-DD73-4A53-B930-062BEF72E4B5}" type="presParOf" srcId="{1EB707DF-6077-43C5-912F-DFB9C4E3FF25}" destId="{CF039411-66DE-4CDD-A38A-DB3FBE5B2600}" srcOrd="0" destOrd="0" presId="urn:microsoft.com/office/officeart/2005/8/layout/process5"/>
    <dgm:cxn modelId="{A5C68E3D-A83A-42C3-B9D1-6002B4556B23}" type="presParOf" srcId="{063138CE-AC3C-48F8-A8F3-310C49DC904F}" destId="{7F612746-354B-4849-921F-31CAECB6273C}" srcOrd="10" destOrd="0" presId="urn:microsoft.com/office/officeart/2005/8/layout/process5"/>
    <dgm:cxn modelId="{661C179C-8B78-47B2-8FD3-5D828A5D5060}" type="presParOf" srcId="{063138CE-AC3C-48F8-A8F3-310C49DC904F}" destId="{0AA6E8CC-FC66-4A7E-8941-427577CE2845}" srcOrd="11" destOrd="0" presId="urn:microsoft.com/office/officeart/2005/8/layout/process5"/>
    <dgm:cxn modelId="{10274DEB-5121-4E28-B060-5745E044F26A}" type="presParOf" srcId="{0AA6E8CC-FC66-4A7E-8941-427577CE2845}" destId="{14C4FE28-A2E0-434D-802A-7FB6D43F305C}" srcOrd="0" destOrd="0" presId="urn:microsoft.com/office/officeart/2005/8/layout/process5"/>
    <dgm:cxn modelId="{D9BADAF6-EE11-45F1-8904-2F6717B6EC19}" type="presParOf" srcId="{063138CE-AC3C-48F8-A8F3-310C49DC904F}" destId="{DD929819-7ED4-4EBD-B898-3DF65601ADF4}" srcOrd="12" destOrd="0" presId="urn:microsoft.com/office/officeart/2005/8/layout/process5"/>
    <dgm:cxn modelId="{A689502F-8A2B-4D4E-BC88-41978F973E38}" type="presParOf" srcId="{063138CE-AC3C-48F8-A8F3-310C49DC904F}" destId="{6800C014-7E6A-4D54-B55C-E716DAB8434F}" srcOrd="13" destOrd="0" presId="urn:microsoft.com/office/officeart/2005/8/layout/process5"/>
    <dgm:cxn modelId="{5E912A2B-8BBC-4A36-B628-C4185795CB4A}" type="presParOf" srcId="{6800C014-7E6A-4D54-B55C-E716DAB8434F}" destId="{60F91CAD-B6FF-40BE-8917-1FEACC9E3809}" srcOrd="0" destOrd="0" presId="urn:microsoft.com/office/officeart/2005/8/layout/process5"/>
    <dgm:cxn modelId="{506ECF0A-B420-4533-BCF3-714056FD73BA}" type="presParOf" srcId="{063138CE-AC3C-48F8-A8F3-310C49DC904F}" destId="{5590FE8D-9E89-48EF-B17C-DD827E284D4B}" srcOrd="14" destOrd="0" presId="urn:microsoft.com/office/officeart/2005/8/layout/process5"/>
    <dgm:cxn modelId="{C754D28D-182F-40D7-B018-E1CC3B1CC83E}" type="presParOf" srcId="{063138CE-AC3C-48F8-A8F3-310C49DC904F}" destId="{8837BB1B-DADF-4FB6-BC2D-A525BE41F8BD}" srcOrd="15" destOrd="0" presId="urn:microsoft.com/office/officeart/2005/8/layout/process5"/>
    <dgm:cxn modelId="{3F64D62D-3503-4DB7-A62E-F4A00C15C189}" type="presParOf" srcId="{8837BB1B-DADF-4FB6-BC2D-A525BE41F8BD}" destId="{EC6E6FEC-9AC7-4B3F-9C62-55CB535BAB95}" srcOrd="0" destOrd="0" presId="urn:microsoft.com/office/officeart/2005/8/layout/process5"/>
    <dgm:cxn modelId="{9AE7D1FF-257F-43ED-8911-2E8078183D70}" type="presParOf" srcId="{063138CE-AC3C-48F8-A8F3-310C49DC904F}" destId="{DCBB52A5-054C-4496-B2C8-28A5F96A9A2B}" srcOrd="16" destOrd="0" presId="urn:microsoft.com/office/officeart/2005/8/layout/process5"/>
    <dgm:cxn modelId="{5A56CD1B-33A8-4ACB-81D6-EDB5B056CD6E}" type="presParOf" srcId="{063138CE-AC3C-48F8-A8F3-310C49DC904F}" destId="{D3ABAD69-BF73-4588-8E80-7BBAE0BCA224}" srcOrd="17" destOrd="0" presId="urn:microsoft.com/office/officeart/2005/8/layout/process5"/>
    <dgm:cxn modelId="{8AFF0550-F38A-4E00-85DB-BFA26EC7F35A}" type="presParOf" srcId="{D3ABAD69-BF73-4588-8E80-7BBAE0BCA224}" destId="{F3576CFC-1932-4C80-9F62-E7C75DB53CDE}" srcOrd="0" destOrd="0" presId="urn:microsoft.com/office/officeart/2005/8/layout/process5"/>
    <dgm:cxn modelId="{998DA49E-A3ED-4C05-9AF3-D3C968752DFD}" type="presParOf" srcId="{063138CE-AC3C-48F8-A8F3-310C49DC904F}" destId="{D30F1131-B473-4FF9-A630-20012A6EC1F1}" srcOrd="18" destOrd="0" presId="urn:microsoft.com/office/officeart/2005/8/layout/process5"/>
    <dgm:cxn modelId="{3EA59949-E9A9-435A-AAFB-68E7126F6530}" type="presParOf" srcId="{063138CE-AC3C-48F8-A8F3-310C49DC904F}" destId="{87DA9A4C-0D95-4F60-AC02-FB16C2B596F1}" srcOrd="19" destOrd="0" presId="urn:microsoft.com/office/officeart/2005/8/layout/process5"/>
    <dgm:cxn modelId="{4A70FCAF-A205-4ED5-BDD4-8218714643EA}" type="presParOf" srcId="{87DA9A4C-0D95-4F60-AC02-FB16C2B596F1}" destId="{D9EC5B6E-357A-466F-86FF-6F8D57D74875}" srcOrd="0" destOrd="0" presId="urn:microsoft.com/office/officeart/2005/8/layout/process5"/>
    <dgm:cxn modelId="{B4090898-2E75-4DD9-85FE-41CB2B33DFDA}" type="presParOf" srcId="{063138CE-AC3C-48F8-A8F3-310C49DC904F}" destId="{777E9F17-72B4-4106-AC02-EE02C3236A4F}" srcOrd="2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2ABD2-727B-4BC8-95E0-887F187E05D6}">
      <dsp:nvSpPr>
        <dsp:cNvPr id="0" name=""/>
        <dsp:cNvSpPr/>
      </dsp:nvSpPr>
      <dsp:spPr>
        <a:xfrm>
          <a:off x="884964" y="521"/>
          <a:ext cx="1809782" cy="10858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Compilazione</a:t>
          </a:r>
          <a:r>
            <a:rPr lang="en-US" sz="1600" b="0" i="0" kern="1200" dirty="0"/>
            <a:t> </a:t>
          </a:r>
          <a:r>
            <a:rPr lang="en-US" sz="1600" b="0" i="0" kern="1200" dirty="0" err="1"/>
            <a:t>esercizio</a:t>
          </a:r>
          <a:r>
            <a:rPr lang="en-US" sz="1600" b="0" i="0" kern="1200" dirty="0"/>
            <a:t> (make)</a:t>
          </a:r>
          <a:endParaRPr lang="en-US" sz="1600" kern="1200" dirty="0"/>
        </a:p>
      </dsp:txBody>
      <dsp:txXfrm>
        <a:off x="916768" y="32325"/>
        <a:ext cx="1746174" cy="1022261"/>
      </dsp:txXfrm>
    </dsp:sp>
    <dsp:sp modelId="{52DAA8D3-8443-4162-BB15-C076F48BC8EA}">
      <dsp:nvSpPr>
        <dsp:cNvPr id="0" name=""/>
        <dsp:cNvSpPr/>
      </dsp:nvSpPr>
      <dsp:spPr>
        <a:xfrm>
          <a:off x="2854008" y="319042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54008" y="408807"/>
        <a:ext cx="268571" cy="269296"/>
      </dsp:txXfrm>
    </dsp:sp>
    <dsp:sp modelId="{65CBAB87-8C99-442F-950B-F10E8BF0A008}">
      <dsp:nvSpPr>
        <dsp:cNvPr id="0" name=""/>
        <dsp:cNvSpPr/>
      </dsp:nvSpPr>
      <dsp:spPr>
        <a:xfrm>
          <a:off x="3418660" y="521"/>
          <a:ext cx="1809782" cy="10858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Esecuzione</a:t>
          </a:r>
          <a:r>
            <a:rPr lang="en-US" sz="1600" kern="1200" dirty="0"/>
            <a:t> </a:t>
          </a:r>
          <a:r>
            <a:rPr lang="en-US" sz="1600" kern="1200" dirty="0" err="1"/>
            <a:t>esercizio</a:t>
          </a:r>
          <a:r>
            <a:rPr lang="en-US" sz="1600" kern="1200" dirty="0"/>
            <a:t> e Test </a:t>
          </a:r>
          <a:r>
            <a:rPr lang="en-US" sz="1600" kern="1200" dirty="0" err="1"/>
            <a:t>automatici</a:t>
          </a:r>
          <a:r>
            <a:rPr lang="en-US" sz="1600" kern="1200" dirty="0"/>
            <a:t> (script bash)</a:t>
          </a:r>
        </a:p>
      </dsp:txBody>
      <dsp:txXfrm>
        <a:off x="3450464" y="32325"/>
        <a:ext cx="1746174" cy="1022261"/>
      </dsp:txXfrm>
    </dsp:sp>
    <dsp:sp modelId="{4AF018E8-F186-46BE-8BCF-4D52315E5A24}">
      <dsp:nvSpPr>
        <dsp:cNvPr id="0" name=""/>
        <dsp:cNvSpPr/>
      </dsp:nvSpPr>
      <dsp:spPr>
        <a:xfrm>
          <a:off x="5387703" y="319042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387703" y="408807"/>
        <a:ext cx="268571" cy="269296"/>
      </dsp:txXfrm>
    </dsp:sp>
    <dsp:sp modelId="{BA7B07E8-3CA2-4584-BED5-6F6490E0F174}">
      <dsp:nvSpPr>
        <dsp:cNvPr id="0" name=""/>
        <dsp:cNvSpPr/>
      </dsp:nvSpPr>
      <dsp:spPr>
        <a:xfrm>
          <a:off x="5952356" y="521"/>
          <a:ext cx="1809782" cy="10858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Lettura</a:t>
          </a:r>
          <a:r>
            <a:rPr lang="en-US" sz="1600" kern="1200" dirty="0"/>
            <a:t> </a:t>
          </a:r>
          <a:r>
            <a:rPr lang="en-US" sz="1600" kern="1200" dirty="0" err="1"/>
            <a:t>Traccia</a:t>
          </a:r>
          <a:r>
            <a:rPr lang="en-US" sz="1600" kern="1200" dirty="0"/>
            <a:t> (file Readme)</a:t>
          </a:r>
        </a:p>
      </dsp:txBody>
      <dsp:txXfrm>
        <a:off x="5984160" y="32325"/>
        <a:ext cx="1746174" cy="1022261"/>
      </dsp:txXfrm>
    </dsp:sp>
    <dsp:sp modelId="{C7C3BEA5-992A-4CE2-8269-97A498EF6619}">
      <dsp:nvSpPr>
        <dsp:cNvPr id="0" name=""/>
        <dsp:cNvSpPr/>
      </dsp:nvSpPr>
      <dsp:spPr>
        <a:xfrm>
          <a:off x="7921399" y="319042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7921399" y="408807"/>
        <a:ext cx="268571" cy="269296"/>
      </dsp:txXfrm>
    </dsp:sp>
    <dsp:sp modelId="{3036B900-65C0-4AF8-B64B-3E2D0A560E70}">
      <dsp:nvSpPr>
        <dsp:cNvPr id="0" name=""/>
        <dsp:cNvSpPr/>
      </dsp:nvSpPr>
      <dsp:spPr>
        <a:xfrm>
          <a:off x="8486051" y="521"/>
          <a:ext cx="1809782" cy="10858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Raccolta</a:t>
          </a:r>
          <a:r>
            <a:rPr lang="en-US" sz="1600" kern="1200" dirty="0"/>
            <a:t> </a:t>
          </a:r>
          <a:r>
            <a:rPr lang="en-US" sz="1600" kern="1200" dirty="0" err="1"/>
            <a:t>codice</a:t>
          </a:r>
          <a:r>
            <a:rPr lang="en-US" sz="1600" kern="1200" dirty="0"/>
            <a:t> (file .c, .h)</a:t>
          </a:r>
        </a:p>
      </dsp:txBody>
      <dsp:txXfrm>
        <a:off x="8517855" y="32325"/>
        <a:ext cx="1746174" cy="1022261"/>
      </dsp:txXfrm>
    </dsp:sp>
    <dsp:sp modelId="{EEE6A622-C6CF-43CE-89B4-2234E2D0B209}">
      <dsp:nvSpPr>
        <dsp:cNvPr id="0" name=""/>
        <dsp:cNvSpPr/>
      </dsp:nvSpPr>
      <dsp:spPr>
        <a:xfrm rot="5400000">
          <a:off x="9199106" y="1213075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9256295" y="1245651"/>
        <a:ext cx="269296" cy="268571"/>
      </dsp:txXfrm>
    </dsp:sp>
    <dsp:sp modelId="{370A5603-DA1D-4E7B-9421-0AC9DD50A167}">
      <dsp:nvSpPr>
        <dsp:cNvPr id="0" name=""/>
        <dsp:cNvSpPr/>
      </dsp:nvSpPr>
      <dsp:spPr>
        <a:xfrm>
          <a:off x="8486051" y="1810303"/>
          <a:ext cx="1809782" cy="108586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Costruzione</a:t>
          </a:r>
          <a:r>
            <a:rPr lang="en-US" sz="1600" b="0" i="0" kern="1200" dirty="0"/>
            <a:t> Prompt LLM </a:t>
          </a:r>
          <a:r>
            <a:rPr lang="en-US" sz="1600" b="0" i="0" kern="1200" dirty="0" err="1"/>
            <a:t>Primario</a:t>
          </a:r>
          <a:endParaRPr lang="en-US" sz="1600" kern="1200" dirty="0"/>
        </a:p>
      </dsp:txBody>
      <dsp:txXfrm>
        <a:off x="8517855" y="1842107"/>
        <a:ext cx="1746174" cy="1022261"/>
      </dsp:txXfrm>
    </dsp:sp>
    <dsp:sp modelId="{1EB707DF-6077-43C5-912F-DFB9C4E3FF25}">
      <dsp:nvSpPr>
        <dsp:cNvPr id="0" name=""/>
        <dsp:cNvSpPr/>
      </dsp:nvSpPr>
      <dsp:spPr>
        <a:xfrm rot="10800000">
          <a:off x="7943116" y="2128825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8058218" y="2218590"/>
        <a:ext cx="268571" cy="269296"/>
      </dsp:txXfrm>
    </dsp:sp>
    <dsp:sp modelId="{7F612746-354B-4849-921F-31CAECB6273C}">
      <dsp:nvSpPr>
        <dsp:cNvPr id="0" name=""/>
        <dsp:cNvSpPr/>
      </dsp:nvSpPr>
      <dsp:spPr>
        <a:xfrm>
          <a:off x="5952356" y="1810303"/>
          <a:ext cx="1809782" cy="10858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Query LLM </a:t>
          </a:r>
          <a:r>
            <a:rPr lang="en-US" sz="1600" b="0" i="0" kern="1200" dirty="0" err="1"/>
            <a:t>Primario</a:t>
          </a:r>
          <a:endParaRPr lang="en-US" sz="1600" kern="1200" dirty="0"/>
        </a:p>
      </dsp:txBody>
      <dsp:txXfrm>
        <a:off x="5984160" y="1842107"/>
        <a:ext cx="1746174" cy="1022261"/>
      </dsp:txXfrm>
    </dsp:sp>
    <dsp:sp modelId="{0AA6E8CC-FC66-4A7E-8941-427577CE2845}">
      <dsp:nvSpPr>
        <dsp:cNvPr id="0" name=""/>
        <dsp:cNvSpPr/>
      </dsp:nvSpPr>
      <dsp:spPr>
        <a:xfrm rot="10800000">
          <a:off x="5409421" y="2128825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524523" y="2218590"/>
        <a:ext cx="268571" cy="269296"/>
      </dsp:txXfrm>
    </dsp:sp>
    <dsp:sp modelId="{DD929819-7ED4-4EBD-B898-3DF65601ADF4}">
      <dsp:nvSpPr>
        <dsp:cNvPr id="0" name=""/>
        <dsp:cNvSpPr/>
      </dsp:nvSpPr>
      <dsp:spPr>
        <a:xfrm>
          <a:off x="3418660" y="1810303"/>
          <a:ext cx="1809782" cy="10858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Estrazione</a:t>
          </a:r>
          <a:r>
            <a:rPr lang="en-US" sz="1600" kern="1200" dirty="0"/>
            <a:t> </a:t>
          </a:r>
          <a:r>
            <a:rPr lang="en-US" sz="1600" kern="1200" dirty="0" err="1"/>
            <a:t>risposte</a:t>
          </a:r>
          <a:r>
            <a:rPr lang="en-US" sz="1600" kern="1200" dirty="0"/>
            <a:t> LLM </a:t>
          </a:r>
          <a:r>
            <a:rPr lang="en-US" sz="1600" kern="1200" dirty="0" err="1"/>
            <a:t>Primario</a:t>
          </a:r>
          <a:r>
            <a:rPr lang="en-US" sz="1600" kern="1200" dirty="0"/>
            <a:t> (Parsing)</a:t>
          </a:r>
        </a:p>
      </dsp:txBody>
      <dsp:txXfrm>
        <a:off x="3450464" y="1842107"/>
        <a:ext cx="1746174" cy="1022261"/>
      </dsp:txXfrm>
    </dsp:sp>
    <dsp:sp modelId="{6800C014-7E6A-4D54-B55C-E716DAB8434F}">
      <dsp:nvSpPr>
        <dsp:cNvPr id="0" name=""/>
        <dsp:cNvSpPr/>
      </dsp:nvSpPr>
      <dsp:spPr>
        <a:xfrm rot="10800000">
          <a:off x="2875725" y="2128825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2990827" y="2218590"/>
        <a:ext cx="268571" cy="269296"/>
      </dsp:txXfrm>
    </dsp:sp>
    <dsp:sp modelId="{5590FE8D-9E89-48EF-B17C-DD827E284D4B}">
      <dsp:nvSpPr>
        <dsp:cNvPr id="0" name=""/>
        <dsp:cNvSpPr/>
      </dsp:nvSpPr>
      <dsp:spPr>
        <a:xfrm>
          <a:off x="884964" y="1810303"/>
          <a:ext cx="1809782" cy="10858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Costruzione</a:t>
          </a:r>
          <a:r>
            <a:rPr lang="en-US" sz="1600" b="0" i="0" kern="1200" dirty="0"/>
            <a:t> Prompt LLM Judge</a:t>
          </a:r>
          <a:endParaRPr lang="en-US" sz="1600" kern="1200" dirty="0"/>
        </a:p>
      </dsp:txBody>
      <dsp:txXfrm>
        <a:off x="916768" y="1842107"/>
        <a:ext cx="1746174" cy="1022261"/>
      </dsp:txXfrm>
    </dsp:sp>
    <dsp:sp modelId="{8837BB1B-DADF-4FB6-BC2D-A525BE41F8BD}">
      <dsp:nvSpPr>
        <dsp:cNvPr id="0" name=""/>
        <dsp:cNvSpPr/>
      </dsp:nvSpPr>
      <dsp:spPr>
        <a:xfrm rot="5400000">
          <a:off x="1598018" y="3022858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655207" y="3055434"/>
        <a:ext cx="269296" cy="268571"/>
      </dsp:txXfrm>
    </dsp:sp>
    <dsp:sp modelId="{DCBB52A5-054C-4496-B2C8-28A5F96A9A2B}">
      <dsp:nvSpPr>
        <dsp:cNvPr id="0" name=""/>
        <dsp:cNvSpPr/>
      </dsp:nvSpPr>
      <dsp:spPr>
        <a:xfrm>
          <a:off x="884964" y="3620086"/>
          <a:ext cx="1809782" cy="10858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Query LLM Judge</a:t>
          </a:r>
          <a:endParaRPr lang="en-US" sz="1600" kern="1200" dirty="0"/>
        </a:p>
      </dsp:txBody>
      <dsp:txXfrm>
        <a:off x="916768" y="3651890"/>
        <a:ext cx="1746174" cy="1022261"/>
      </dsp:txXfrm>
    </dsp:sp>
    <dsp:sp modelId="{D3ABAD69-BF73-4588-8E80-7BBAE0BCA224}">
      <dsp:nvSpPr>
        <dsp:cNvPr id="0" name=""/>
        <dsp:cNvSpPr/>
      </dsp:nvSpPr>
      <dsp:spPr>
        <a:xfrm>
          <a:off x="2854008" y="3938608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54008" y="4028373"/>
        <a:ext cx="268571" cy="269296"/>
      </dsp:txXfrm>
    </dsp:sp>
    <dsp:sp modelId="{D30F1131-B473-4FF9-A630-20012A6EC1F1}">
      <dsp:nvSpPr>
        <dsp:cNvPr id="0" name=""/>
        <dsp:cNvSpPr/>
      </dsp:nvSpPr>
      <dsp:spPr>
        <a:xfrm>
          <a:off x="3418660" y="3620086"/>
          <a:ext cx="1809782" cy="108586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Estrazione</a:t>
          </a:r>
          <a:r>
            <a:rPr lang="en-US" sz="1600" kern="1200" dirty="0"/>
            <a:t> </a:t>
          </a:r>
          <a:r>
            <a:rPr lang="en-US" sz="1600" kern="1200" dirty="0" err="1"/>
            <a:t>risposte</a:t>
          </a:r>
          <a:r>
            <a:rPr lang="en-US" sz="1600" kern="1200" dirty="0"/>
            <a:t> LLM Judge (Parsing)</a:t>
          </a:r>
        </a:p>
      </dsp:txBody>
      <dsp:txXfrm>
        <a:off x="3450464" y="3651890"/>
        <a:ext cx="1746174" cy="1022261"/>
      </dsp:txXfrm>
    </dsp:sp>
    <dsp:sp modelId="{87DA9A4C-0D95-4F60-AC02-FB16C2B596F1}">
      <dsp:nvSpPr>
        <dsp:cNvPr id="0" name=""/>
        <dsp:cNvSpPr/>
      </dsp:nvSpPr>
      <dsp:spPr>
        <a:xfrm>
          <a:off x="5387703" y="3938608"/>
          <a:ext cx="383673" cy="448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387703" y="4028373"/>
        <a:ext cx="268571" cy="269296"/>
      </dsp:txXfrm>
    </dsp:sp>
    <dsp:sp modelId="{777E9F17-72B4-4106-AC02-EE02C3236A4F}">
      <dsp:nvSpPr>
        <dsp:cNvPr id="0" name=""/>
        <dsp:cNvSpPr/>
      </dsp:nvSpPr>
      <dsp:spPr>
        <a:xfrm>
          <a:off x="5952356" y="3620086"/>
          <a:ext cx="1809782" cy="10858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Salvataggio</a:t>
          </a:r>
          <a:r>
            <a:rPr lang="en-US" sz="1600" kern="1200" dirty="0"/>
            <a:t> </a:t>
          </a:r>
          <a:r>
            <a:rPr lang="en-US" sz="1600" kern="1200" dirty="0" err="1"/>
            <a:t>Risultati</a:t>
          </a:r>
          <a:r>
            <a:rPr lang="en-US" sz="1600" kern="1200" dirty="0"/>
            <a:t> (JSON)</a:t>
          </a:r>
        </a:p>
      </dsp:txBody>
      <dsp:txXfrm>
        <a:off x="5984160" y="3651890"/>
        <a:ext cx="1746174" cy="1022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7314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8850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6458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2238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8141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3259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8872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7251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0732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7031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6236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809981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9129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46481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71764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00951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2927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796-F675-488F-AC46-C88938C8035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99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28C0E-4B44-AE91-0AC0-2C2B292407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6589F58-A08D-CE97-7557-37E4EE640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9" y="641547"/>
            <a:ext cx="11297264" cy="4182632"/>
          </a:xfrm>
        </p:spPr>
        <p:txBody>
          <a:bodyPr anchor="t">
            <a:normAutofit fontScale="90000"/>
          </a:bodyPr>
          <a:lstStyle/>
          <a:p>
            <a:r>
              <a:rPr lang="it-IT" sz="8000" dirty="0">
                <a:solidFill>
                  <a:srgbClr val="FFFFFF"/>
                </a:solidFill>
              </a:rPr>
              <a:t>LLM PER SO</a:t>
            </a:r>
            <a:br>
              <a:rPr lang="it-IT" sz="8000" dirty="0">
                <a:solidFill>
                  <a:srgbClr val="FFFFFF"/>
                </a:solidFill>
              </a:rPr>
            </a:br>
            <a:r>
              <a:rPr lang="it-IT" sz="8000" dirty="0">
                <a:solidFill>
                  <a:srgbClr val="FFFFFF"/>
                </a:solidFill>
              </a:rPr>
              <a:t>ESPERIMENTO 1.0</a:t>
            </a:r>
            <a:br>
              <a:rPr lang="it-IT" sz="8000" dirty="0">
                <a:solidFill>
                  <a:srgbClr val="FFFFFF"/>
                </a:solidFill>
              </a:rPr>
            </a:br>
            <a:r>
              <a:rPr lang="it-IT" sz="8000" dirty="0">
                <a:solidFill>
                  <a:srgbClr val="FFFFFF"/>
                </a:solidFill>
              </a:rPr>
              <a:t>(PRIMA PRESENTAZIONE)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E09D758-365D-156A-5234-C3086A490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4953406"/>
            <a:ext cx="9257512" cy="1263047"/>
          </a:xfrm>
        </p:spPr>
        <p:txBody>
          <a:bodyPr anchor="b"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Tesi di laurea magistrale in Software Security </a:t>
            </a:r>
          </a:p>
          <a:p>
            <a:r>
              <a:rPr lang="it-IT" dirty="0">
                <a:solidFill>
                  <a:srgbClr val="FFFFFF"/>
                </a:solidFill>
              </a:rPr>
              <a:t>Andrea Esposito, M63001650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7A069C-CC32-2115-EB4B-3687677A3594}"/>
              </a:ext>
            </a:extLst>
          </p:cNvPr>
          <p:cNvSpPr txBox="1"/>
          <p:nvPr/>
        </p:nvSpPr>
        <p:spPr>
          <a:xfrm>
            <a:off x="8904093" y="5847121"/>
            <a:ext cx="310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(25/02/2026)</a:t>
            </a:r>
          </a:p>
        </p:txBody>
      </p:sp>
    </p:spTree>
    <p:extLst>
      <p:ext uri="{BB962C8B-B14F-4D97-AF65-F5344CB8AC3E}">
        <p14:creationId xmlns:p14="http://schemas.microsoft.com/office/powerpoint/2010/main" val="126348803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170434-7B5E-C954-BB14-27131969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TRACCIA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C6C49C-41CB-00EC-2AC9-8A780E2E6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/>
              <a:t>Esperimento 1.0 (compilano ed eseguono, alcuni hanno errori dell’output, e altri sono ok):</a:t>
            </a:r>
          </a:p>
          <a:p>
            <a:pPr lvl="0"/>
            <a:r>
              <a:rPr lang="it-IT"/>
              <a:t>LLM ha solo il testo della traccia, e il codice dello studente</a:t>
            </a:r>
          </a:p>
          <a:p>
            <a:pPr lvl="0"/>
            <a:r>
              <a:rPr lang="it-IT"/>
              <a:t>si esegue il codice dello studente, si ottiene output</a:t>
            </a:r>
          </a:p>
          <a:p>
            <a:pPr lvl="0"/>
            <a:r>
              <a:rPr lang="it-IT"/>
              <a:t>si chiede se output è coerente con il testo della traccia (si basa su template prompt generico)</a:t>
            </a:r>
          </a:p>
          <a:p>
            <a:pPr lvl="0"/>
            <a:r>
              <a:rPr lang="it-IT"/>
              <a:t>verifichiamo queste cose:</a:t>
            </a:r>
          </a:p>
          <a:p>
            <a:pPr lvl="1"/>
            <a:r>
              <a:rPr lang="it-IT"/>
              <a:t>se il programma esegue correttamente (si/no)</a:t>
            </a:r>
          </a:p>
          <a:p>
            <a:pPr lvl="1"/>
            <a:r>
              <a:rPr lang="it-IT"/>
              <a:t>se il problema rilevato è effettivamente il vero problema (gli chiediamo una diagnosi testuale – usiamo un LLM giudice per valutare la diagnosi, confrontato con le regole basate sull’output)</a:t>
            </a:r>
          </a:p>
          <a:p>
            <a:pPr lvl="1"/>
            <a:r>
              <a:rPr lang="it-IT"/>
              <a:t>se l’output del programma è riscontrato essere errato, gli chiediamo dove sia il problema nel codice (manca al momento una ground truth – potremmo usare un giudice LLM che confronta con la soluzione corretta)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75884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F2A3-0609-FE52-155A-3D26EE2A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INIZIALE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FD4274-68FE-639D-87D7-95BE00982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Si è scelto di partire con l’analisi dall</a:t>
            </a:r>
            <a:r>
              <a:rPr lang="it-IT" b="1" dirty="0"/>
              <a:t>’Esercitazione 5 (Server </a:t>
            </a:r>
            <a:r>
              <a:rPr lang="it-IT" b="1" dirty="0" err="1"/>
              <a:t>Multithread</a:t>
            </a:r>
            <a:r>
              <a:rPr lang="it-IT" b="1" dirty="0"/>
              <a:t>)</a:t>
            </a:r>
            <a:r>
              <a:rPr lang="it-IT" dirty="0"/>
              <a:t>.</a:t>
            </a:r>
            <a:endParaRPr lang="it-IT" b="1" dirty="0"/>
          </a:p>
          <a:p>
            <a:r>
              <a:rPr lang="it-IT" dirty="0"/>
              <a:t>Ci sono in totale 110 studenti partecipanti.</a:t>
            </a:r>
          </a:p>
          <a:p>
            <a:r>
              <a:rPr lang="it-IT" dirty="0"/>
              <a:t>Ogni studente ha implementato 3 esercizi:</a:t>
            </a:r>
          </a:p>
          <a:p>
            <a:pPr lvl="1"/>
            <a:r>
              <a:rPr lang="it-IT" b="1" dirty="0" err="1"/>
              <a:t>remote_procedure_call</a:t>
            </a:r>
            <a:endParaRPr lang="it-IT" b="1" dirty="0"/>
          </a:p>
          <a:p>
            <a:pPr lvl="1"/>
            <a:r>
              <a:rPr lang="it-IT" b="1" dirty="0" err="1"/>
              <a:t>server_aggregatore_thread</a:t>
            </a:r>
            <a:endParaRPr lang="it-IT" b="1" dirty="0"/>
          </a:p>
          <a:p>
            <a:pPr lvl="1"/>
            <a:r>
              <a:rPr lang="it-IT" b="1" dirty="0" err="1"/>
              <a:t>un_primo_esempio_di_server_multithread</a:t>
            </a:r>
            <a:r>
              <a:rPr lang="it-IT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832947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C3D9A0-8B0F-1590-2226-90C4E5AD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RACCOLTA DATI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27D153-3C3A-F2AE-D934-2D190E9C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esercizi consegnati dagli studenti sono stati raccolti e scaricati in locale utilizzando </a:t>
            </a:r>
            <a:r>
              <a:rPr lang="it-IT" b="1" dirty="0"/>
              <a:t>WSL</a:t>
            </a:r>
            <a:r>
              <a:rPr lang="it-IT" dirty="0"/>
              <a:t>, così da operare in un ambiente Linux coerente con quello di esecuzione e test.</a:t>
            </a:r>
          </a:p>
          <a:p>
            <a:r>
              <a:rPr lang="it-IT" dirty="0"/>
              <a:t>Il download delle repository è stato effettuato tramite </a:t>
            </a:r>
            <a:r>
              <a:rPr lang="it-IT" b="1" dirty="0"/>
              <a:t>GitHub </a:t>
            </a:r>
            <a:r>
              <a:rPr lang="it-IT" b="1" dirty="0" err="1"/>
              <a:t>Classroom</a:t>
            </a:r>
            <a:r>
              <a:rPr lang="it-IT" dirty="0"/>
              <a:t>, sfruttando la </a:t>
            </a:r>
            <a:r>
              <a:rPr lang="it-IT" b="1" dirty="0" err="1"/>
              <a:t>Classroom</a:t>
            </a:r>
            <a:r>
              <a:rPr lang="it-IT" b="1" dirty="0"/>
              <a:t> CLI</a:t>
            </a:r>
            <a:r>
              <a:rPr lang="it-IT" dirty="0"/>
              <a:t> ufficiale. In particolare, è stato utilizzato il tool </a:t>
            </a:r>
            <a:r>
              <a:rPr lang="it-IT" b="1" dirty="0" err="1"/>
              <a:t>gh</a:t>
            </a:r>
            <a:r>
              <a:rPr lang="it-IT" dirty="0"/>
              <a:t>.</a:t>
            </a:r>
          </a:p>
          <a:p>
            <a:r>
              <a:rPr lang="it-IT" dirty="0"/>
              <a:t>In questo modo è stato possibile ottenere una copia completa e strutturata delle sottomissioni, pronta per la fase di compilazione, esecuzione dei test e analisi automatizzata tramite script Python e modelli LLM.</a:t>
            </a:r>
          </a:p>
        </p:txBody>
      </p:sp>
    </p:spTree>
    <p:extLst>
      <p:ext uri="{BB962C8B-B14F-4D97-AF65-F5344CB8AC3E}">
        <p14:creationId xmlns:p14="http://schemas.microsoft.com/office/powerpoint/2010/main" val="357920060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7D4309-9CDA-D2BF-40C5-87BBF90C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DI SVILUPPO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54E08A-9145-2622-D02F-77D771E15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2052918"/>
            <a:ext cx="9282937" cy="4195481"/>
          </a:xfrm>
        </p:spPr>
        <p:txBody>
          <a:bodyPr/>
          <a:lstStyle/>
          <a:p>
            <a:r>
              <a:rPr lang="it-IT" b="1" dirty="0">
                <a:latin typeface="+mn-lt"/>
              </a:rPr>
              <a:t>Script Python </a:t>
            </a:r>
            <a:r>
              <a:rPr lang="it-IT" dirty="0">
                <a:latin typeface="+mn-lt"/>
              </a:rPr>
              <a:t>utilizzato per la s</a:t>
            </a:r>
            <a:r>
              <a:rPr lang="it-IT" altLang="it-IT" dirty="0">
                <a:latin typeface="+mn-lt"/>
              </a:rPr>
              <a:t>cansione automatica dei 110 studenti, che include:</a:t>
            </a:r>
          </a:p>
          <a:p>
            <a:pPr lvl="1"/>
            <a:r>
              <a:rPr lang="it-IT" dirty="0"/>
              <a:t>Compilazione via </a:t>
            </a:r>
            <a:r>
              <a:rPr lang="it-IT" b="1" dirty="0"/>
              <a:t>make</a:t>
            </a:r>
            <a:r>
              <a:rPr lang="it-IT" dirty="0"/>
              <a:t>.</a:t>
            </a:r>
          </a:p>
          <a:p>
            <a:pPr lvl="1"/>
            <a:r>
              <a:rPr lang="it-IT" altLang="it-IT" dirty="0">
                <a:latin typeface="+mn-lt"/>
              </a:rPr>
              <a:t>Esecuzione </a:t>
            </a:r>
            <a:r>
              <a:rPr lang="it-IT" altLang="it-IT" b="1" dirty="0">
                <a:latin typeface="+mn-lt"/>
              </a:rPr>
              <a:t>test automatici </a:t>
            </a:r>
            <a:r>
              <a:rPr lang="it-IT" altLang="it-IT" dirty="0">
                <a:latin typeface="+mn-lt"/>
              </a:rPr>
              <a:t>attraverso script </a:t>
            </a:r>
            <a:r>
              <a:rPr lang="it-IT" altLang="it-IT" dirty="0" err="1">
                <a:latin typeface="+mn-lt"/>
              </a:rPr>
              <a:t>bash</a:t>
            </a:r>
            <a:r>
              <a:rPr lang="it-IT" altLang="it-IT" dirty="0">
                <a:latin typeface="+mn-lt"/>
              </a:rPr>
              <a:t> presenti nelle rispettive cartelle « </a:t>
            </a:r>
            <a:r>
              <a:rPr lang="it-IT" altLang="it-IT" i="1" dirty="0">
                <a:latin typeface="+mn-lt"/>
              </a:rPr>
              <a:t>.test »</a:t>
            </a:r>
            <a:r>
              <a:rPr lang="it-IT" altLang="it-IT" dirty="0">
                <a:latin typeface="+mn-lt"/>
              </a:rPr>
              <a:t>.</a:t>
            </a:r>
          </a:p>
          <a:p>
            <a:r>
              <a:rPr lang="it-IT" dirty="0">
                <a:latin typeface="+mn-lt"/>
              </a:rPr>
              <a:t>LLM </a:t>
            </a:r>
            <a:r>
              <a:rPr lang="it-IT" dirty="0" err="1">
                <a:latin typeface="+mn-lt"/>
              </a:rPr>
              <a:t>Ollama</a:t>
            </a:r>
            <a:r>
              <a:rPr lang="it-IT" dirty="0">
                <a:latin typeface="+mn-lt"/>
              </a:rPr>
              <a:t> per l’analisi degli esercizi oltre che giudizio della diagnosi (LLM </a:t>
            </a:r>
            <a:r>
              <a:rPr lang="it-IT" dirty="0" err="1">
                <a:latin typeface="+mn-lt"/>
              </a:rPr>
              <a:t>Judge</a:t>
            </a:r>
            <a:r>
              <a:rPr lang="it-IT" dirty="0">
                <a:latin typeface="+mn-lt"/>
              </a:rPr>
              <a:t>), </a:t>
            </a:r>
            <a:r>
              <a:rPr lang="fr-FR" dirty="0" err="1">
                <a:latin typeface="+mn-lt"/>
              </a:rPr>
              <a:t>tramite</a:t>
            </a:r>
            <a:r>
              <a:rPr lang="fr-FR" dirty="0">
                <a:latin typeface="+mn-lt"/>
              </a:rPr>
              <a:t> API REST locale e </a:t>
            </a:r>
            <a:r>
              <a:rPr lang="fr-FR" dirty="0" err="1">
                <a:latin typeface="+mn-lt"/>
              </a:rPr>
              <a:t>metodo</a:t>
            </a:r>
            <a:r>
              <a:rPr lang="fr-FR" dirty="0">
                <a:latin typeface="+mn-lt"/>
              </a:rPr>
              <a:t> HTTP POST.</a:t>
            </a:r>
            <a:endParaRPr lang="it-IT" dirty="0">
              <a:latin typeface="+mn-lt"/>
            </a:endParaRPr>
          </a:p>
          <a:p>
            <a:r>
              <a:rPr lang="it-IT" dirty="0">
                <a:latin typeface="+mn-lt"/>
              </a:rPr>
              <a:t>Scrittura risultati su file JSON.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75430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4B33A8-1065-9331-E3D0-230FF66E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it-IT" dirty="0"/>
              <a:t>PIPELINE DI ESECUZIONE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FCC523F-B8E1-DE2C-DBAC-38C448301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113214"/>
              </p:ext>
            </p:extLst>
          </p:nvPr>
        </p:nvGraphicFramePr>
        <p:xfrm>
          <a:off x="646110" y="1577591"/>
          <a:ext cx="11180799" cy="4706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510425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F60CBF-771C-91D2-CC82-546E6A64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LLM PRIMARIO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63FEA6-C9D6-E04B-07DB-AAA8212B7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396182"/>
            <a:ext cx="9404722" cy="4852218"/>
          </a:xfrm>
        </p:spPr>
        <p:txBody>
          <a:bodyPr>
            <a:normAutofit fontScale="92500" lnSpcReduction="20000"/>
          </a:bodyPr>
          <a:lstStyle/>
          <a:p>
            <a:r>
              <a:rPr lang="it-IT" dirty="0" err="1"/>
              <a:t>Primary</a:t>
            </a:r>
            <a:r>
              <a:rPr lang="it-IT" dirty="0"/>
              <a:t> Model (</a:t>
            </a:r>
            <a:r>
              <a:rPr lang="it-IT" b="1" dirty="0"/>
              <a:t>llama3:8b</a:t>
            </a:r>
            <a:r>
              <a:rPr lang="it-IT" dirty="0"/>
              <a:t>): questo modello si è dimostrato essere il giusto compromesso tra prestazioni e dimensionalità, generando discreti risultati.</a:t>
            </a:r>
          </a:p>
          <a:p>
            <a:pPr lvl="1"/>
            <a:r>
              <a:rPr lang="it-IT" dirty="0"/>
              <a:t>Tramite prompt riceve: </a:t>
            </a:r>
            <a:r>
              <a:rPr lang="it-IT" b="1" dirty="0"/>
              <a:t>traccia, </a:t>
            </a:r>
            <a:r>
              <a:rPr lang="it-IT" b="1" dirty="0" err="1"/>
              <a:t>stdout</a:t>
            </a:r>
            <a:r>
              <a:rPr lang="it-IT" b="1" dirty="0"/>
              <a:t>, </a:t>
            </a:r>
            <a:r>
              <a:rPr lang="it-IT" b="1" dirty="0" err="1"/>
              <a:t>stderr</a:t>
            </a:r>
            <a:r>
              <a:rPr lang="it-IT" b="1" dirty="0"/>
              <a:t>, codice</a:t>
            </a:r>
            <a:r>
              <a:rPr lang="it-IT" dirty="0"/>
              <a:t>.</a:t>
            </a:r>
          </a:p>
          <a:p>
            <a:r>
              <a:rPr lang="it-IT" dirty="0"/>
              <a:t>Risponde a 3 domande: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Il programma ESEGUE correttamente? (SI/NO)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Qual è la DIAGNOSI basata SOLO su </a:t>
            </a:r>
            <a:r>
              <a:rPr lang="it-IT" dirty="0" err="1"/>
              <a:t>stdout</a:t>
            </a:r>
            <a:r>
              <a:rPr lang="it-IT" dirty="0"/>
              <a:t>/</a:t>
            </a:r>
            <a:r>
              <a:rPr lang="it-IT" dirty="0" err="1"/>
              <a:t>stderr</a:t>
            </a:r>
            <a:r>
              <a:rPr lang="it-IT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Se errore, indica FILE + LINEA + SNIPPET precisi.</a:t>
            </a:r>
          </a:p>
          <a:p>
            <a:r>
              <a:rPr lang="it-IT" dirty="0"/>
              <a:t>Viene vincolato a rispondere attraverso un formato predefinito, producendo:</a:t>
            </a:r>
          </a:p>
          <a:p>
            <a:pPr lvl="1"/>
            <a:r>
              <a:rPr lang="it-IT" dirty="0"/>
              <a:t>ESECUZIONE_CORRETTA: SI oppure NO</a:t>
            </a:r>
          </a:p>
          <a:p>
            <a:pPr lvl="1"/>
            <a:r>
              <a:rPr lang="it-IT" dirty="0"/>
              <a:t>DIAGNOSI (max 6 righe)</a:t>
            </a:r>
          </a:p>
          <a:p>
            <a:pPr lvl="1"/>
            <a:r>
              <a:rPr lang="it-IT" dirty="0"/>
              <a:t>LOCALIZZAZIONE:</a:t>
            </a:r>
          </a:p>
          <a:p>
            <a:pPr lvl="2"/>
            <a:r>
              <a:rPr lang="it-IT" dirty="0"/>
              <a:t>File:</a:t>
            </a:r>
          </a:p>
          <a:p>
            <a:pPr lvl="2"/>
            <a:r>
              <a:rPr lang="it-IT" dirty="0"/>
              <a:t>Linea:</a:t>
            </a:r>
          </a:p>
          <a:p>
            <a:pPr lvl="2"/>
            <a:r>
              <a:rPr lang="it-IT" dirty="0" err="1"/>
              <a:t>Snippet</a:t>
            </a:r>
            <a:r>
              <a:rPr lang="it-IT" dirty="0"/>
              <a:t>:</a:t>
            </a:r>
          </a:p>
          <a:p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21183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3DC250-68D9-60B8-FA58-CC3984C8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LLM JUDGE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199C10-9F08-1B1B-7FC7-B0626FB3E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Sfrutta lo stesso modello (</a:t>
            </a:r>
            <a:r>
              <a:rPr lang="it-IT" b="1" dirty="0"/>
              <a:t>llama3:8b</a:t>
            </a:r>
            <a:r>
              <a:rPr lang="it-IT" dirty="0"/>
              <a:t>), che si è dimostrato il più adeguato.</a:t>
            </a:r>
          </a:p>
          <a:p>
            <a:pPr lvl="1"/>
            <a:r>
              <a:rPr lang="it-IT" dirty="0"/>
              <a:t>Tramite prompt riceve: </a:t>
            </a:r>
            <a:r>
              <a:rPr lang="it-IT" b="1" dirty="0"/>
              <a:t>regole YAML </a:t>
            </a:r>
            <a:r>
              <a:rPr lang="it-IT" dirty="0"/>
              <a:t>(necessarie per verificare che la diagnosi sia adeguata, non essendoci una ground truth attualmente, così come l’assenza della soluzione)</a:t>
            </a:r>
            <a:r>
              <a:rPr lang="it-IT" b="1" dirty="0"/>
              <a:t>, </a:t>
            </a:r>
            <a:r>
              <a:rPr lang="it-IT" b="1" dirty="0" err="1"/>
              <a:t>stdout</a:t>
            </a:r>
            <a:r>
              <a:rPr lang="it-IT" b="1" dirty="0"/>
              <a:t>, </a:t>
            </a:r>
            <a:r>
              <a:rPr lang="it-IT" b="1" dirty="0" err="1"/>
              <a:t>stderr</a:t>
            </a:r>
            <a:r>
              <a:rPr lang="it-IT" b="1" dirty="0"/>
              <a:t>, diagnosi e localizzazione errore LLM Primario</a:t>
            </a:r>
            <a:r>
              <a:rPr lang="it-IT" dirty="0"/>
              <a:t>.</a:t>
            </a:r>
          </a:p>
          <a:p>
            <a:r>
              <a:rPr lang="it-IT" dirty="0"/>
              <a:t>Verifica 2 aspetti: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Se la DIAGNOSI è coerente con </a:t>
            </a:r>
            <a:r>
              <a:rPr lang="it-IT" dirty="0" err="1"/>
              <a:t>stdout</a:t>
            </a:r>
            <a:r>
              <a:rPr lang="it-IT" dirty="0"/>
              <a:t>/</a:t>
            </a:r>
            <a:r>
              <a:rPr lang="it-IT" dirty="0" err="1"/>
              <a:t>stderr</a:t>
            </a:r>
            <a:r>
              <a:rPr lang="it-IT" dirty="0"/>
              <a:t> e con le regole YAML.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Se la LOCALIZZAZIONE dell’errore è corretta o meno.</a:t>
            </a:r>
          </a:p>
          <a:p>
            <a:r>
              <a:rPr lang="it-IT" dirty="0"/>
              <a:t>Viene vincolato a rispondere attraverso un formato predefinito, producendo:</a:t>
            </a:r>
          </a:p>
          <a:p>
            <a:pPr lvl="1"/>
            <a:r>
              <a:rPr lang="it-IT" dirty="0"/>
              <a:t>DIAGNOSI_CORRETTA: SI oppure NO</a:t>
            </a:r>
          </a:p>
          <a:p>
            <a:pPr lvl="1"/>
            <a:r>
              <a:rPr lang="it-IT" dirty="0"/>
              <a:t>LOCALIZZAZIONE_CORRETTA: SI oppure NO oppure NON_VERIFICABILE</a:t>
            </a:r>
          </a:p>
          <a:p>
            <a:pPr lvl="1"/>
            <a:r>
              <a:rPr lang="it-IT" dirty="0"/>
              <a:t>MOTIVAZIONE_GIUDICE (max 4 righe)</a:t>
            </a:r>
          </a:p>
          <a:p>
            <a:pPr lvl="1"/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255920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CBB7FC-8052-E15E-1E6D-B430E9BB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PARSING DELLE RISPOSTE E SCRITTURA RISULTATI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82B24F-17C2-730C-CABD-36D8CBE6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Attraverso le funzioni </a:t>
            </a:r>
            <a:r>
              <a:rPr lang="it-IT" b="1" dirty="0" err="1"/>
              <a:t>extract_primary</a:t>
            </a:r>
            <a:r>
              <a:rPr lang="it-IT" b="1" dirty="0"/>
              <a:t> </a:t>
            </a:r>
            <a:r>
              <a:rPr lang="it-IT" dirty="0"/>
              <a:t>e </a:t>
            </a:r>
            <a:r>
              <a:rPr lang="it-IT" b="1" dirty="0" err="1"/>
              <a:t>extract_judge</a:t>
            </a:r>
            <a:r>
              <a:rPr lang="it-IT" dirty="0"/>
              <a:t>, che fanno uso di </a:t>
            </a:r>
            <a:r>
              <a:rPr lang="it-IT" b="1" dirty="0" err="1"/>
              <a:t>regex</a:t>
            </a:r>
            <a:r>
              <a:rPr lang="it-IT" dirty="0"/>
              <a:t>, sfruttando le risposte in formato predefinito fornite dagli LLM viene popolato il file dei risultati in formato JSON, che contiene elementi caratterizzati da:</a:t>
            </a:r>
          </a:p>
          <a:p>
            <a:pPr lvl="1"/>
            <a:r>
              <a:rPr lang="it-IT" dirty="0"/>
              <a:t>Username Studente</a:t>
            </a:r>
          </a:p>
          <a:p>
            <a:pPr lvl="1"/>
            <a:r>
              <a:rPr lang="it-IT" dirty="0"/>
              <a:t>Nome esercizio</a:t>
            </a:r>
          </a:p>
          <a:p>
            <a:pPr lvl="1"/>
            <a:r>
              <a:rPr lang="it-IT" dirty="0" err="1"/>
              <a:t>compile_success</a:t>
            </a:r>
            <a:r>
              <a:rPr lang="it-IT" dirty="0"/>
              <a:t>: </a:t>
            </a:r>
            <a:r>
              <a:rPr lang="it-IT" dirty="0" err="1"/>
              <a:t>true</a:t>
            </a:r>
            <a:r>
              <a:rPr lang="it-IT" dirty="0"/>
              <a:t>/false</a:t>
            </a:r>
          </a:p>
          <a:p>
            <a:pPr lvl="1"/>
            <a:r>
              <a:rPr lang="it-IT" dirty="0" err="1"/>
              <a:t>test_success</a:t>
            </a:r>
            <a:r>
              <a:rPr lang="it-IT" dirty="0"/>
              <a:t>: </a:t>
            </a:r>
            <a:r>
              <a:rPr lang="it-IT" dirty="0" err="1"/>
              <a:t>true</a:t>
            </a:r>
            <a:r>
              <a:rPr lang="it-IT" dirty="0"/>
              <a:t>/false</a:t>
            </a:r>
          </a:p>
          <a:p>
            <a:pPr lvl="1"/>
            <a:r>
              <a:rPr lang="it-IT" dirty="0" err="1"/>
              <a:t>llm_esecuzione_corretta</a:t>
            </a:r>
            <a:r>
              <a:rPr lang="it-IT" dirty="0"/>
              <a:t>: SI/NO</a:t>
            </a:r>
          </a:p>
          <a:p>
            <a:pPr lvl="1"/>
            <a:r>
              <a:rPr lang="it-IT" dirty="0" err="1"/>
              <a:t>llm_diagnosi</a:t>
            </a:r>
            <a:r>
              <a:rPr lang="it-IT" dirty="0"/>
              <a:t>: poche righe che descrivono l’esito dell’analisi fatta dal LLM primario.</a:t>
            </a:r>
          </a:p>
          <a:p>
            <a:pPr lvl="1"/>
            <a:r>
              <a:rPr lang="it-IT" dirty="0" err="1"/>
              <a:t>llm_localizzazione</a:t>
            </a:r>
            <a:r>
              <a:rPr lang="it-IT" dirty="0"/>
              <a:t>: File + Linea + </a:t>
            </a:r>
            <a:r>
              <a:rPr lang="it-IT" dirty="0" err="1"/>
              <a:t>Snippet</a:t>
            </a:r>
            <a:endParaRPr lang="it-IT" dirty="0"/>
          </a:p>
          <a:p>
            <a:pPr lvl="1"/>
            <a:r>
              <a:rPr lang="it-IT" dirty="0" err="1"/>
              <a:t>judge_diagnosi_corretta</a:t>
            </a:r>
            <a:r>
              <a:rPr lang="it-IT" dirty="0"/>
              <a:t>: SI/NO</a:t>
            </a:r>
          </a:p>
          <a:p>
            <a:pPr lvl="1"/>
            <a:r>
              <a:rPr lang="it-IT" dirty="0" err="1"/>
              <a:t>judge_localizzazione_corretta</a:t>
            </a:r>
            <a:r>
              <a:rPr lang="it-IT" dirty="0"/>
              <a:t>: SI/NO</a:t>
            </a:r>
          </a:p>
          <a:p>
            <a:pPr lvl="1"/>
            <a:r>
              <a:rPr lang="it-IT" dirty="0" err="1"/>
              <a:t>judge_motivazione</a:t>
            </a:r>
            <a:r>
              <a:rPr lang="it-IT" dirty="0"/>
              <a:t>: poche righe che motivano il fatto che la diagnosi effettuata dal LLM primario sia corretta o meno ed in tal caso la descrizione del vero problema.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635723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4F031E-82FC-0679-8928-A2B3D596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risultato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0DF8B56F-3DF5-4D26-AC06-BEA1E4A82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845505"/>
              </p:ext>
            </p:extLst>
          </p:nvPr>
        </p:nvGraphicFramePr>
        <p:xfrm>
          <a:off x="221220" y="1366683"/>
          <a:ext cx="11749560" cy="5407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812">
                  <a:extLst>
                    <a:ext uri="{9D8B030D-6E8A-4147-A177-3AD203B41FA5}">
                      <a16:colId xmlns:a16="http://schemas.microsoft.com/office/drawing/2014/main" val="1875058376"/>
                    </a:ext>
                  </a:extLst>
                </a:gridCol>
                <a:gridCol w="1160207">
                  <a:extLst>
                    <a:ext uri="{9D8B030D-6E8A-4147-A177-3AD203B41FA5}">
                      <a16:colId xmlns:a16="http://schemas.microsoft.com/office/drawing/2014/main" val="2729272592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959452781"/>
                    </a:ext>
                  </a:extLst>
                </a:gridCol>
                <a:gridCol w="786581">
                  <a:extLst>
                    <a:ext uri="{9D8B030D-6E8A-4147-A177-3AD203B41FA5}">
                      <a16:colId xmlns:a16="http://schemas.microsoft.com/office/drawing/2014/main" val="1078437898"/>
                    </a:ext>
                  </a:extLst>
                </a:gridCol>
                <a:gridCol w="1091380">
                  <a:extLst>
                    <a:ext uri="{9D8B030D-6E8A-4147-A177-3AD203B41FA5}">
                      <a16:colId xmlns:a16="http://schemas.microsoft.com/office/drawing/2014/main" val="2402471246"/>
                    </a:ext>
                  </a:extLst>
                </a:gridCol>
                <a:gridCol w="1759974">
                  <a:extLst>
                    <a:ext uri="{9D8B030D-6E8A-4147-A177-3AD203B41FA5}">
                      <a16:colId xmlns:a16="http://schemas.microsoft.com/office/drawing/2014/main" val="457757330"/>
                    </a:ext>
                  </a:extLst>
                </a:gridCol>
                <a:gridCol w="1858297">
                  <a:extLst>
                    <a:ext uri="{9D8B030D-6E8A-4147-A177-3AD203B41FA5}">
                      <a16:colId xmlns:a16="http://schemas.microsoft.com/office/drawing/2014/main" val="75598170"/>
                    </a:ext>
                  </a:extLst>
                </a:gridCol>
                <a:gridCol w="929152">
                  <a:extLst>
                    <a:ext uri="{9D8B030D-6E8A-4147-A177-3AD203B41FA5}">
                      <a16:colId xmlns:a16="http://schemas.microsoft.com/office/drawing/2014/main" val="963411808"/>
                    </a:ext>
                  </a:extLst>
                </a:gridCol>
                <a:gridCol w="889816">
                  <a:extLst>
                    <a:ext uri="{9D8B030D-6E8A-4147-A177-3AD203B41FA5}">
                      <a16:colId xmlns:a16="http://schemas.microsoft.com/office/drawing/2014/main" val="27591704"/>
                    </a:ext>
                  </a:extLst>
                </a:gridCol>
                <a:gridCol w="1460096">
                  <a:extLst>
                    <a:ext uri="{9D8B030D-6E8A-4147-A177-3AD203B41FA5}">
                      <a16:colId xmlns:a16="http://schemas.microsoft.com/office/drawing/2014/main" val="228824343"/>
                    </a:ext>
                  </a:extLst>
                </a:gridCol>
              </a:tblGrid>
              <a:tr h="1042960">
                <a:tc>
                  <a:txBody>
                    <a:bodyPr/>
                    <a:lstStyle/>
                    <a:p>
                      <a:r>
                        <a:rPr lang="it-IT" sz="1200" dirty="0" err="1"/>
                        <a:t>student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exercise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compile_success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test_success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llm_esecuzione_corretta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llm_diagnosi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llm_localizzazione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judge_diagnosi_corretta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judge_localizzazione_corretta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judge_motivazione</a:t>
                      </a:r>
                      <a:endParaRPr lang="it-I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492581"/>
                  </a:ext>
                </a:extLst>
              </a:tr>
              <a:tr h="4364783">
                <a:tc>
                  <a:txBody>
                    <a:bodyPr/>
                    <a:lstStyle/>
                    <a:p>
                      <a:r>
                        <a:rPr lang="it-IT" sz="1200" dirty="0"/>
                        <a:t>andrewng47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remote_procedure_call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true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 err="1"/>
                        <a:t>true</a:t>
                      </a:r>
                      <a:endParaRPr lang="it-I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«Il programma non esegue correttamente poiché il messaggio di risposta non viene ricevuto e la funzione `</a:t>
                      </a:r>
                      <a:r>
                        <a:rPr lang="it-IT" sz="1200" dirty="0" err="1"/>
                        <a:t>produci_con_somma</a:t>
                      </a:r>
                      <a:r>
                        <a:rPr lang="it-IT" sz="1200" dirty="0"/>
                        <a:t>` termina senza aspettare la risposta dal server.»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"File: </a:t>
                      </a:r>
                      <a:r>
                        <a:rPr lang="it-IT" sz="1200" dirty="0" err="1"/>
                        <a:t>prodcons_client.c</a:t>
                      </a:r>
                      <a:endParaRPr lang="it-IT" sz="1200" dirty="0"/>
                    </a:p>
                    <a:p>
                      <a:r>
                        <a:rPr lang="it-IT" sz="1200" dirty="0"/>
                        <a:t>Linea: 34</a:t>
                      </a:r>
                    </a:p>
                    <a:p>
                      <a:r>
                        <a:rPr lang="it-IT" sz="1200" dirty="0" err="1"/>
                        <a:t>Snippet</a:t>
                      </a:r>
                      <a:r>
                        <a:rPr lang="it-IT" sz="1200" dirty="0"/>
                        <a:t>:</a:t>
                      </a:r>
                    </a:p>
                    <a:p>
                      <a:r>
                        <a:rPr lang="it-IT" sz="1200" dirty="0" err="1"/>
                        <a:t>int</a:t>
                      </a:r>
                      <a:r>
                        <a:rPr lang="it-IT" sz="1200" dirty="0"/>
                        <a:t> </a:t>
                      </a:r>
                      <a:r>
                        <a:rPr lang="it-IT" sz="1200" dirty="0" err="1"/>
                        <a:t>result</a:t>
                      </a:r>
                      <a:r>
                        <a:rPr lang="it-IT" sz="1200" dirty="0"/>
                        <a:t> = </a:t>
                      </a:r>
                      <a:r>
                        <a:rPr lang="it-IT" sz="1200" dirty="0" err="1"/>
                        <a:t>msgrcv</a:t>
                      </a:r>
                      <a:r>
                        <a:rPr lang="it-IT" sz="1200" dirty="0"/>
                        <a:t>(</a:t>
                      </a:r>
                      <a:r>
                        <a:rPr lang="it-IT" sz="1200" dirty="0" err="1"/>
                        <a:t>id_coda_risposte</a:t>
                      </a:r>
                      <a:r>
                        <a:rPr lang="it-IT" sz="1200" dirty="0"/>
                        <a:t>, &amp;</a:t>
                      </a:r>
                      <a:r>
                        <a:rPr lang="it-IT" sz="1200" dirty="0" err="1"/>
                        <a:t>risp</a:t>
                      </a:r>
                      <a:r>
                        <a:rPr lang="it-IT" sz="1200" dirty="0"/>
                        <a:t>, </a:t>
                      </a:r>
                      <a:r>
                        <a:rPr lang="it-IT" sz="1200" dirty="0" err="1"/>
                        <a:t>sizeof</a:t>
                      </a:r>
                      <a:r>
                        <a:rPr lang="it-IT" sz="1200" dirty="0"/>
                        <a:t>(</a:t>
                      </a:r>
                      <a:r>
                        <a:rPr lang="it-IT" sz="1200" dirty="0" err="1"/>
                        <a:t>risposta_rpc</a:t>
                      </a:r>
                      <a:r>
                        <a:rPr lang="it-IT" sz="1200" dirty="0"/>
                        <a:t>) - </a:t>
                      </a:r>
                      <a:r>
                        <a:rPr lang="it-IT" sz="1200" dirty="0" err="1"/>
                        <a:t>sizeof</a:t>
                      </a:r>
                      <a:r>
                        <a:rPr lang="it-IT" sz="1200" dirty="0"/>
                        <a:t>(long), </a:t>
                      </a:r>
                      <a:r>
                        <a:rPr lang="it-IT" sz="1200" dirty="0" err="1"/>
                        <a:t>getpid</a:t>
                      </a:r>
                      <a:r>
                        <a:rPr lang="it-IT" sz="1200" dirty="0"/>
                        <a:t>(), 0);</a:t>
                      </a:r>
                    </a:p>
                    <a:p>
                      <a:r>
                        <a:rPr lang="it-IT" sz="1200" dirty="0" err="1"/>
                        <a:t>if</a:t>
                      </a:r>
                      <a:r>
                        <a:rPr lang="it-IT" sz="1200" dirty="0"/>
                        <a:t>(</a:t>
                      </a:r>
                      <a:r>
                        <a:rPr lang="it-IT" sz="1200" dirty="0" err="1"/>
                        <a:t>result</a:t>
                      </a:r>
                      <a:r>
                        <a:rPr lang="it-IT" sz="1200" dirty="0"/>
                        <a:t> &lt; 0){</a:t>
                      </a:r>
                    </a:p>
                    <a:p>
                      <a:r>
                        <a:rPr lang="it-IT" sz="1200" dirty="0" err="1"/>
                        <a:t>perror</a:t>
                      </a:r>
                      <a:r>
                        <a:rPr lang="it-IT" sz="1200" dirty="0"/>
                        <a:t>(\"Errore </a:t>
                      </a:r>
                      <a:r>
                        <a:rPr lang="it-IT" sz="1200" dirty="0" err="1"/>
                        <a:t>msgrcv</a:t>
                      </a:r>
                      <a:r>
                        <a:rPr lang="it-IT" sz="1200" dirty="0"/>
                        <a:t> messaggio risposta\");</a:t>
                      </a:r>
                    </a:p>
                    <a:p>
                      <a:r>
                        <a:rPr lang="it-IT" sz="1200" dirty="0"/>
                        <a:t>        exit(1);  </a:t>
                      </a:r>
                    </a:p>
                    <a:p>
                      <a:r>
                        <a:rPr lang="it-IT" sz="1200" dirty="0"/>
                        <a:t>}"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 "Il problema è nella gestione delle comunicazioni tra il client e il server, in particolare nella funzione `</a:t>
                      </a:r>
                      <a:r>
                        <a:rPr lang="it-IT" sz="1200" dirty="0" err="1"/>
                        <a:t>produci_con_somma</a:t>
                      </a:r>
                      <a:r>
                        <a:rPr lang="it-IT" sz="1200" dirty="0"/>
                        <a:t>` che non aspetta la risposta dal server."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19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54197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9DE025-FB32-1C85-4B0A-5F280E02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DISTIBUZIONI DI COMPILAZIONE E TEST AUTOMATICI</a:t>
            </a:r>
          </a:p>
        </p:txBody>
      </p:sp>
      <p:pic>
        <p:nvPicPr>
          <p:cNvPr id="23" name="Segnaposto contenuto 22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80E94CC7-7356-97F8-D928-1ADE9739E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78" y="2101799"/>
            <a:ext cx="5594349" cy="4195762"/>
          </a:xfrm>
          <a:prstGeom prst="rect">
            <a:avLst/>
          </a:prstGeom>
        </p:spPr>
      </p:pic>
      <p:pic>
        <p:nvPicPr>
          <p:cNvPr id="25" name="Immagine 2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9FB0A00-7DB0-69C8-ADFA-01953BAAA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1799"/>
            <a:ext cx="577132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3509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F3AC5B-84A8-60FF-8411-8EC8557B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MATRICE DI CONFUSIONE (LLM PRIMARIO VS TEST AUTOMATICI)</a:t>
            </a:r>
          </a:p>
        </p:txBody>
      </p:sp>
      <p:pic>
        <p:nvPicPr>
          <p:cNvPr id="5" name="Segnaposto contenuto 4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3C8FE0BF-7667-420A-53E6-084AE4DBB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9"/>
          <a:stretch>
            <a:fillRect/>
          </a:stretch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836667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DD444F6-0461-5B73-A727-0F8DAF4E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DISTRIBUZIONE RISPOSTE LLM PRIMARIO</a:t>
            </a:r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D7EBDA4-8C0A-A560-DB67-3C3DBA3B2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9"/>
          <a:stretch>
            <a:fillRect/>
          </a:stretch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255615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72B5AF1-5B6A-9A98-2CFC-50C8A301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PERCENTUALE SUPERAMENTO TEST AUTOMATICI PER ESERCIZIO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C86F1E-8E2D-4B0B-BB05-41E8E936C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5303D0D-18F8-0CBA-D9B7-7913E4ABD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92" y="1078253"/>
            <a:ext cx="6275584" cy="470668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3787089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F7EEF5-FF52-04BA-7B77-5BEEA296A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DISTRIBUZIONE VERIFICA DELLA DIAGNOSI TRAMITE LLM JUDGE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865F30-5EE0-45E3-F15A-3076A32EAED4}"/>
              </a:ext>
            </a:extLst>
          </p:cNvPr>
          <p:cNvSpPr txBox="1"/>
          <p:nvPr/>
        </p:nvSpPr>
        <p:spPr>
          <a:xfrm>
            <a:off x="648931" y="2438400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 Nel 63.64 % </a:t>
            </a:r>
            <a:r>
              <a:rPr lang="en-US" dirty="0" err="1">
                <a:latin typeface="+mj-lt"/>
                <a:ea typeface="+mj-ea"/>
                <a:cs typeface="+mj-cs"/>
              </a:rPr>
              <a:t>dei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casi</a:t>
            </a:r>
            <a:r>
              <a:rPr lang="en-US" dirty="0">
                <a:latin typeface="+mj-lt"/>
                <a:ea typeface="+mj-ea"/>
                <a:cs typeface="+mj-cs"/>
              </a:rPr>
              <a:t> il LLM Judge </a:t>
            </a:r>
            <a:r>
              <a:rPr lang="en-US" dirty="0" err="1">
                <a:latin typeface="+mj-lt"/>
                <a:ea typeface="+mj-ea"/>
                <a:cs typeface="+mj-cs"/>
              </a:rPr>
              <a:t>ritiene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corretta</a:t>
            </a:r>
            <a:r>
              <a:rPr lang="en-US" dirty="0">
                <a:latin typeface="+mj-lt"/>
                <a:ea typeface="+mj-ea"/>
                <a:cs typeface="+mj-cs"/>
              </a:rPr>
              <a:t> la </a:t>
            </a:r>
            <a:r>
              <a:rPr lang="en-US" dirty="0" err="1">
                <a:latin typeface="+mj-lt"/>
                <a:ea typeface="+mj-ea"/>
                <a:cs typeface="+mj-cs"/>
              </a:rPr>
              <a:t>diagnosi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fornita</a:t>
            </a:r>
            <a:r>
              <a:rPr lang="en-US" dirty="0">
                <a:latin typeface="+mj-lt"/>
                <a:ea typeface="+mj-ea"/>
                <a:cs typeface="+mj-cs"/>
              </a:rPr>
              <a:t> dal LLM </a:t>
            </a:r>
            <a:r>
              <a:rPr lang="en-US" dirty="0" err="1">
                <a:latin typeface="+mj-lt"/>
                <a:ea typeface="+mj-ea"/>
                <a:cs typeface="+mj-cs"/>
              </a:rPr>
              <a:t>primario</a:t>
            </a:r>
            <a:r>
              <a:rPr lang="en-US" dirty="0">
                <a:latin typeface="+mj-lt"/>
                <a:ea typeface="+mj-ea"/>
                <a:cs typeface="+mj-cs"/>
              </a:rPr>
              <a:t>.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D6CEF2A9-EF08-4FB3-AFFB-C5F77AB6E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4109C3C2-C0A8-4559-8462-8007573D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4C535542-B72A-4DE0-BE5A-5EA00508C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5" name="Segnaposto contenuto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DDF55EE-A08D-72EC-B0B2-F96510717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92" y="1385290"/>
            <a:ext cx="5449889" cy="4087416"/>
          </a:xfrm>
          <a:prstGeom prst="rect">
            <a:avLst/>
          </a:prstGeom>
          <a:effectLst/>
        </p:spPr>
      </p:pic>
      <p:sp>
        <p:nvSpPr>
          <p:cNvPr id="28" name="Rectangle 16">
            <a:extLst>
              <a:ext uri="{FF2B5EF4-FFF2-40B4-BE49-F238E27FC236}">
                <a16:creationId xmlns:a16="http://schemas.microsoft.com/office/drawing/2014/main" id="{11DF0705-615B-4CF3-A16F-8C14680D8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2642700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1116</TotalTime>
  <Words>1045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Ione</vt:lpstr>
      <vt:lpstr>LLM PER SO ESPERIMENTO 1.0 (PRIMA PRESENTAZIONE)</vt:lpstr>
      <vt:lpstr>TRACCIA</vt:lpstr>
      <vt:lpstr>ANALISI INIZIALE</vt:lpstr>
      <vt:lpstr>RACCOLTA DATI</vt:lpstr>
      <vt:lpstr>SCELTE DI SVILUPPO</vt:lpstr>
      <vt:lpstr>PIPELINE DI ESECUZIONE</vt:lpstr>
      <vt:lpstr>LLM PRIMARIO</vt:lpstr>
      <vt:lpstr>LLM JUDGE</vt:lpstr>
      <vt:lpstr>PARSING DELLE RISPOSTE E SCRITTURA RISULTATI</vt:lpstr>
      <vt:lpstr>Esempio di risultato</vt:lpstr>
      <vt:lpstr>DISTIBUZIONI DI COMPILAZIONE E TEST AUTOMATICI</vt:lpstr>
      <vt:lpstr>MATRICE DI CONFUSIONE (LLM PRIMARIO VS TEST AUTOMATICI)</vt:lpstr>
      <vt:lpstr>DISTRIBUZIONE RISPOSTE LLM PRIMARIO</vt:lpstr>
      <vt:lpstr>PERCENTUALE SUPERAMENTO TEST AUTOMATICI PER ESERCIZIO</vt:lpstr>
      <vt:lpstr>DISTRIBUZIONE VERIFICA DELLA DIAGNOSI TRAMITE LLM JUDGE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Esposito</dc:creator>
  <cp:lastModifiedBy>Andrea Esposito</cp:lastModifiedBy>
  <cp:revision>1</cp:revision>
  <dcterms:created xsi:type="dcterms:W3CDTF">2026-02-24T16:30:10Z</dcterms:created>
  <dcterms:modified xsi:type="dcterms:W3CDTF">2026-03-04T09:43:20Z</dcterms:modified>
</cp:coreProperties>
</file>