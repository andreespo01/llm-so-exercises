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0" r:id="rId4"/>
    <p:sldId id="259" r:id="rId5"/>
    <p:sldId id="265" r:id="rId6"/>
    <p:sldId id="261" r:id="rId7"/>
    <p:sldId id="262" r:id="rId8"/>
    <p:sldId id="266" r:id="rId9"/>
    <p:sldId id="275" r:id="rId10"/>
    <p:sldId id="264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1633F6-C9C2-4B36-A1D6-B407D8A8A35A}" v="108" dt="2026-03-05T10:30:06.8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Esposito" userId="af663d4e0f6c8da9" providerId="LiveId" clId="{262502FB-FC54-43DB-AB78-73175A28E98A}"/>
    <pc:docChg chg="undo redo custSel addSld delSld modSld">
      <pc:chgData name="Andrea Esposito" userId="af663d4e0f6c8da9" providerId="LiveId" clId="{262502FB-FC54-43DB-AB78-73175A28E98A}" dt="2026-03-05T12:59:23.988" v="3121" actId="20577"/>
      <pc:docMkLst>
        <pc:docMk/>
      </pc:docMkLst>
      <pc:sldChg chg="addSp modSp mod">
        <pc:chgData name="Andrea Esposito" userId="af663d4e0f6c8da9" providerId="LiveId" clId="{262502FB-FC54-43DB-AB78-73175A28E98A}" dt="2026-03-04T10:44:36.615" v="52" actId="14826"/>
        <pc:sldMkLst>
          <pc:docMk/>
          <pc:sldMk cId="1263488033" sldId="257"/>
        </pc:sldMkLst>
        <pc:spChg chg="add mod">
          <ac:chgData name="Andrea Esposito" userId="af663d4e0f6c8da9" providerId="LiveId" clId="{262502FB-FC54-43DB-AB78-73175A28E98A}" dt="2026-03-04T10:44:36.615" v="52" actId="14826"/>
          <ac:spMkLst>
            <pc:docMk/>
            <pc:sldMk cId="1263488033" sldId="257"/>
            <ac:spMk id="6" creationId="{7FB01C33-AA13-1B3E-9453-88844D95AF13}"/>
          </ac:spMkLst>
        </pc:spChg>
        <pc:picChg chg="mod">
          <ac:chgData name="Andrea Esposito" userId="af663d4e0f6c8da9" providerId="LiveId" clId="{262502FB-FC54-43DB-AB78-73175A28E98A}" dt="2026-03-04T10:44:36.615" v="52" actId="14826"/>
          <ac:picMkLst>
            <pc:docMk/>
            <pc:sldMk cId="1263488033" sldId="257"/>
            <ac:picMk id="4" creationId="{5D228C0E-4B44-AE91-0AC0-2C2B2924078C}"/>
          </ac:picMkLst>
        </pc:picChg>
      </pc:sldChg>
      <pc:sldChg chg="modSp mod">
        <pc:chgData name="Andrea Esposito" userId="af663d4e0f6c8da9" providerId="LiveId" clId="{262502FB-FC54-43DB-AB78-73175A28E98A}" dt="2026-03-05T12:53:44.139" v="3102" actId="20577"/>
        <pc:sldMkLst>
          <pc:docMk/>
          <pc:sldMk cId="390661760" sldId="258"/>
        </pc:sldMkLst>
        <pc:spChg chg="mod">
          <ac:chgData name="Andrea Esposito" userId="af663d4e0f6c8da9" providerId="LiveId" clId="{262502FB-FC54-43DB-AB78-73175A28E98A}" dt="2026-03-05T12:53:44.139" v="3102" actId="20577"/>
          <ac:spMkLst>
            <pc:docMk/>
            <pc:sldMk cId="390661760" sldId="258"/>
            <ac:spMk id="3" creationId="{71DE7DEB-E78E-8286-14C0-2000608E9251}"/>
          </ac:spMkLst>
        </pc:spChg>
      </pc:sldChg>
      <pc:sldChg chg="addSp modSp new mod">
        <pc:chgData name="Andrea Esposito" userId="af663d4e0f6c8da9" providerId="LiveId" clId="{262502FB-FC54-43DB-AB78-73175A28E98A}" dt="2026-03-04T17:58:44.138" v="2186" actId="113"/>
        <pc:sldMkLst>
          <pc:docMk/>
          <pc:sldMk cId="193747621" sldId="259"/>
        </pc:sldMkLst>
        <pc:spChg chg="mod">
          <ac:chgData name="Andrea Esposito" userId="af663d4e0f6c8da9" providerId="LiveId" clId="{262502FB-FC54-43DB-AB78-73175A28E98A}" dt="2026-03-04T17:22:15.875" v="1445" actId="20577"/>
          <ac:spMkLst>
            <pc:docMk/>
            <pc:sldMk cId="193747621" sldId="259"/>
            <ac:spMk id="2" creationId="{503C882B-3904-5353-9B9A-819E9AA8AD94}"/>
          </ac:spMkLst>
        </pc:spChg>
        <pc:spChg chg="mod">
          <ac:chgData name="Andrea Esposito" userId="af663d4e0f6c8da9" providerId="LiveId" clId="{262502FB-FC54-43DB-AB78-73175A28E98A}" dt="2026-03-04T17:58:44.138" v="2186" actId="113"/>
          <ac:spMkLst>
            <pc:docMk/>
            <pc:sldMk cId="193747621" sldId="259"/>
            <ac:spMk id="3" creationId="{177E0C3E-FDC8-9A6D-7156-7F688E5CC846}"/>
          </ac:spMkLst>
        </pc:spChg>
        <pc:spChg chg="add">
          <ac:chgData name="Andrea Esposito" userId="af663d4e0f6c8da9" providerId="LiveId" clId="{262502FB-FC54-43DB-AB78-73175A28E98A}" dt="2026-03-04T17:21:51.302" v="1438"/>
          <ac:spMkLst>
            <pc:docMk/>
            <pc:sldMk cId="193747621" sldId="259"/>
            <ac:spMk id="4" creationId="{1F0BFA1F-6B85-5ADF-48D1-48F2288D368F}"/>
          </ac:spMkLst>
        </pc:spChg>
        <pc:spChg chg="add">
          <ac:chgData name="Andrea Esposito" userId="af663d4e0f6c8da9" providerId="LiveId" clId="{262502FB-FC54-43DB-AB78-73175A28E98A}" dt="2026-03-04T17:21:51.302" v="1438"/>
          <ac:spMkLst>
            <pc:docMk/>
            <pc:sldMk cId="193747621" sldId="259"/>
            <ac:spMk id="5" creationId="{45D84E2D-B0A5-9800-A253-82E5FC204268}"/>
          </ac:spMkLst>
        </pc:spChg>
        <pc:spChg chg="add">
          <ac:chgData name="Andrea Esposito" userId="af663d4e0f6c8da9" providerId="LiveId" clId="{262502FB-FC54-43DB-AB78-73175A28E98A}" dt="2026-03-04T17:21:51.302" v="1438"/>
          <ac:spMkLst>
            <pc:docMk/>
            <pc:sldMk cId="193747621" sldId="259"/>
            <ac:spMk id="6" creationId="{69B7425B-C72F-2039-96F1-081995DC8B27}"/>
          </ac:spMkLst>
        </pc:spChg>
        <pc:spChg chg="add">
          <ac:chgData name="Andrea Esposito" userId="af663d4e0f6c8da9" providerId="LiveId" clId="{262502FB-FC54-43DB-AB78-73175A28E98A}" dt="2026-03-04T17:21:51.302" v="1438"/>
          <ac:spMkLst>
            <pc:docMk/>
            <pc:sldMk cId="193747621" sldId="259"/>
            <ac:spMk id="7" creationId="{F3BA17D4-915C-0B54-CECA-2F8975E5EFDE}"/>
          </ac:spMkLst>
        </pc:spChg>
        <pc:spChg chg="add">
          <ac:chgData name="Andrea Esposito" userId="af663d4e0f6c8da9" providerId="LiveId" clId="{262502FB-FC54-43DB-AB78-73175A28E98A}" dt="2026-03-04T17:21:51.302" v="1438"/>
          <ac:spMkLst>
            <pc:docMk/>
            <pc:sldMk cId="193747621" sldId="259"/>
            <ac:spMk id="8" creationId="{8A8B4589-3BC8-2CD2-109B-BADB64792828}"/>
          </ac:spMkLst>
        </pc:spChg>
      </pc:sldChg>
      <pc:sldChg chg="modSp new mod">
        <pc:chgData name="Andrea Esposito" userId="af663d4e0f6c8da9" providerId="LiveId" clId="{262502FB-FC54-43DB-AB78-73175A28E98A}" dt="2026-03-04T17:19:31.472" v="1437" actId="20577"/>
        <pc:sldMkLst>
          <pc:docMk/>
          <pc:sldMk cId="419019314" sldId="260"/>
        </pc:sldMkLst>
        <pc:spChg chg="mod">
          <ac:chgData name="Andrea Esposito" userId="af663d4e0f6c8da9" providerId="LiveId" clId="{262502FB-FC54-43DB-AB78-73175A28E98A}" dt="2026-03-04T10:46:55.799" v="87" actId="20577"/>
          <ac:spMkLst>
            <pc:docMk/>
            <pc:sldMk cId="419019314" sldId="260"/>
            <ac:spMk id="2" creationId="{C917844A-39E6-50FC-17BE-6F9E99F29BCE}"/>
          </ac:spMkLst>
        </pc:spChg>
        <pc:spChg chg="mod">
          <ac:chgData name="Andrea Esposito" userId="af663d4e0f6c8da9" providerId="LiveId" clId="{262502FB-FC54-43DB-AB78-73175A28E98A}" dt="2026-03-04T17:19:31.472" v="1437" actId="20577"/>
          <ac:spMkLst>
            <pc:docMk/>
            <pc:sldMk cId="419019314" sldId="260"/>
            <ac:spMk id="3" creationId="{C8C12828-0C70-3C6E-71D8-E3CBE2E8DA66}"/>
          </ac:spMkLst>
        </pc:spChg>
      </pc:sldChg>
      <pc:sldChg chg="modSp new mod">
        <pc:chgData name="Andrea Esposito" userId="af663d4e0f6c8da9" providerId="LiveId" clId="{262502FB-FC54-43DB-AB78-73175A28E98A}" dt="2026-03-04T17:37:11.729" v="1821" actId="1076"/>
        <pc:sldMkLst>
          <pc:docMk/>
          <pc:sldMk cId="559199428" sldId="261"/>
        </pc:sldMkLst>
        <pc:spChg chg="mod">
          <ac:chgData name="Andrea Esposito" userId="af663d4e0f6c8da9" providerId="LiveId" clId="{262502FB-FC54-43DB-AB78-73175A28E98A}" dt="2026-03-04T17:37:11.729" v="1821" actId="1076"/>
          <ac:spMkLst>
            <pc:docMk/>
            <pc:sldMk cId="559199428" sldId="261"/>
            <ac:spMk id="2" creationId="{BEAB4F55-7C72-D22F-3741-0672BE70F060}"/>
          </ac:spMkLst>
        </pc:spChg>
        <pc:spChg chg="mod">
          <ac:chgData name="Andrea Esposito" userId="af663d4e0f6c8da9" providerId="LiveId" clId="{262502FB-FC54-43DB-AB78-73175A28E98A}" dt="2026-03-04T17:37:07.773" v="1820" actId="1076"/>
          <ac:spMkLst>
            <pc:docMk/>
            <pc:sldMk cId="559199428" sldId="261"/>
            <ac:spMk id="3" creationId="{CA0C6D87-6196-9922-FC76-73927550DA72}"/>
          </ac:spMkLst>
        </pc:spChg>
      </pc:sldChg>
      <pc:sldChg chg="addSp delSp modSp new mod">
        <pc:chgData name="Andrea Esposito" userId="af663d4e0f6c8da9" providerId="LiveId" clId="{262502FB-FC54-43DB-AB78-73175A28E98A}" dt="2026-03-04T17:53:03.055" v="2124" actId="20577"/>
        <pc:sldMkLst>
          <pc:docMk/>
          <pc:sldMk cId="2490692555" sldId="262"/>
        </pc:sldMkLst>
        <pc:spChg chg="mod">
          <ac:chgData name="Andrea Esposito" userId="af663d4e0f6c8da9" providerId="LiveId" clId="{262502FB-FC54-43DB-AB78-73175A28E98A}" dt="2026-03-04T17:38:56.269" v="1838" actId="20577"/>
          <ac:spMkLst>
            <pc:docMk/>
            <pc:sldMk cId="2490692555" sldId="262"/>
            <ac:spMk id="2" creationId="{CA62C599-7F54-870E-A9BD-3B228839A984}"/>
          </ac:spMkLst>
        </pc:spChg>
        <pc:spChg chg="add del mod">
          <ac:chgData name="Andrea Esposito" userId="af663d4e0f6c8da9" providerId="LiveId" clId="{262502FB-FC54-43DB-AB78-73175A28E98A}" dt="2026-03-04T17:53:03.055" v="2124" actId="20577"/>
          <ac:spMkLst>
            <pc:docMk/>
            <pc:sldMk cId="2490692555" sldId="262"/>
            <ac:spMk id="3" creationId="{9FE5D9AD-BC92-CB5B-9439-EA91EA373459}"/>
          </ac:spMkLst>
        </pc:spChg>
        <pc:spChg chg="add">
          <ac:chgData name="Andrea Esposito" userId="af663d4e0f6c8da9" providerId="LiveId" clId="{262502FB-FC54-43DB-AB78-73175A28E98A}" dt="2026-03-04T17:40:00.885" v="1841"/>
          <ac:spMkLst>
            <pc:docMk/>
            <pc:sldMk cId="2490692555" sldId="262"/>
            <ac:spMk id="4" creationId="{BF440A0A-47F7-9C5A-F492-C22C73272BD8}"/>
          </ac:spMkLst>
        </pc:spChg>
        <pc:spChg chg="add">
          <ac:chgData name="Andrea Esposito" userId="af663d4e0f6c8da9" providerId="LiveId" clId="{262502FB-FC54-43DB-AB78-73175A28E98A}" dt="2026-03-04T17:40:00.885" v="1841"/>
          <ac:spMkLst>
            <pc:docMk/>
            <pc:sldMk cId="2490692555" sldId="262"/>
            <ac:spMk id="5" creationId="{59527B1F-D508-F78F-A870-14DE419D9CAB}"/>
          </ac:spMkLst>
        </pc:spChg>
        <pc:spChg chg="add">
          <ac:chgData name="Andrea Esposito" userId="af663d4e0f6c8da9" providerId="LiveId" clId="{262502FB-FC54-43DB-AB78-73175A28E98A}" dt="2026-03-04T17:40:00.885" v="1841"/>
          <ac:spMkLst>
            <pc:docMk/>
            <pc:sldMk cId="2490692555" sldId="262"/>
            <ac:spMk id="6" creationId="{037A642E-1BA6-5F5D-B171-C99972815FE9}"/>
          </ac:spMkLst>
        </pc:spChg>
        <pc:graphicFrameChg chg="add del mod">
          <ac:chgData name="Andrea Esposito" userId="af663d4e0f6c8da9" providerId="LiveId" clId="{262502FB-FC54-43DB-AB78-73175A28E98A}" dt="2026-03-04T17:46:01.183" v="2010" actId="26606"/>
          <ac:graphicFrameMkLst>
            <pc:docMk/>
            <pc:sldMk cId="2490692555" sldId="262"/>
            <ac:graphicFrameMk id="7" creationId="{038C80DA-BE5B-799F-54DE-27E32D51C2B1}"/>
          </ac:graphicFrameMkLst>
        </pc:graphicFrameChg>
      </pc:sldChg>
      <pc:sldChg chg="modSp new add del mod">
        <pc:chgData name="Andrea Esposito" userId="af663d4e0f6c8da9" providerId="LiveId" clId="{262502FB-FC54-43DB-AB78-73175A28E98A}" dt="2026-03-04T18:01:11.718" v="2204" actId="47"/>
        <pc:sldMkLst>
          <pc:docMk/>
          <pc:sldMk cId="3209957432" sldId="263"/>
        </pc:sldMkLst>
        <pc:spChg chg="mod">
          <ac:chgData name="Andrea Esposito" userId="af663d4e0f6c8da9" providerId="LiveId" clId="{262502FB-FC54-43DB-AB78-73175A28E98A}" dt="2026-03-04T10:53:25.828" v="609" actId="20577"/>
          <ac:spMkLst>
            <pc:docMk/>
            <pc:sldMk cId="3209957432" sldId="263"/>
            <ac:spMk id="2" creationId="{DD386C3B-993E-6C9F-CF77-DF4BC4A54DE8}"/>
          </ac:spMkLst>
        </pc:spChg>
        <pc:spChg chg="mod">
          <ac:chgData name="Andrea Esposito" userId="af663d4e0f6c8da9" providerId="LiveId" clId="{262502FB-FC54-43DB-AB78-73175A28E98A}" dt="2026-03-04T17:56:27.453" v="2137"/>
          <ac:spMkLst>
            <pc:docMk/>
            <pc:sldMk cId="3209957432" sldId="263"/>
            <ac:spMk id="3" creationId="{20013963-7474-8164-EE03-7229044222BE}"/>
          </ac:spMkLst>
        </pc:spChg>
      </pc:sldChg>
      <pc:sldChg chg="modSp new mod">
        <pc:chgData name="Andrea Esposito" userId="af663d4e0f6c8da9" providerId="LiveId" clId="{262502FB-FC54-43DB-AB78-73175A28E98A}" dt="2026-03-05T12:59:23.988" v="3121" actId="20577"/>
        <pc:sldMkLst>
          <pc:docMk/>
          <pc:sldMk cId="2218945759" sldId="264"/>
        </pc:sldMkLst>
        <pc:spChg chg="mod">
          <ac:chgData name="Andrea Esposito" userId="af663d4e0f6c8da9" providerId="LiveId" clId="{262502FB-FC54-43DB-AB78-73175A28E98A}" dt="2026-03-04T10:54:05.310" v="654" actId="20577"/>
          <ac:spMkLst>
            <pc:docMk/>
            <pc:sldMk cId="2218945759" sldId="264"/>
            <ac:spMk id="2" creationId="{F48363AB-38CE-3AC2-1065-EC960CDCAEA1}"/>
          </ac:spMkLst>
        </pc:spChg>
        <pc:spChg chg="mod">
          <ac:chgData name="Andrea Esposito" userId="af663d4e0f6c8da9" providerId="LiveId" clId="{262502FB-FC54-43DB-AB78-73175A28E98A}" dt="2026-03-05T12:59:23.988" v="3121" actId="20577"/>
          <ac:spMkLst>
            <pc:docMk/>
            <pc:sldMk cId="2218945759" sldId="264"/>
            <ac:spMk id="3" creationId="{FE8E244F-E0E7-6602-DF9C-C278A7003585}"/>
          </ac:spMkLst>
        </pc:spChg>
      </pc:sldChg>
      <pc:sldChg chg="addSp delSp modSp new mod setBg setClrOvrMap">
        <pc:chgData name="Andrea Esposito" userId="af663d4e0f6c8da9" providerId="LiveId" clId="{262502FB-FC54-43DB-AB78-73175A28E98A}" dt="2026-03-04T17:29:28.864" v="1666"/>
        <pc:sldMkLst>
          <pc:docMk/>
          <pc:sldMk cId="1902367140" sldId="265"/>
        </pc:sldMkLst>
        <pc:spChg chg="mod">
          <ac:chgData name="Andrea Esposito" userId="af663d4e0f6c8da9" providerId="LiveId" clId="{262502FB-FC54-43DB-AB78-73175A28E98A}" dt="2026-03-04T17:28:59.831" v="1665" actId="26606"/>
          <ac:spMkLst>
            <pc:docMk/>
            <pc:sldMk cId="1902367140" sldId="265"/>
            <ac:spMk id="2" creationId="{D4ABD543-5059-766D-3AF0-D4E129E99460}"/>
          </ac:spMkLst>
        </pc:spChg>
        <pc:spChg chg="del mod">
          <ac:chgData name="Andrea Esposito" userId="af663d4e0f6c8da9" providerId="LiveId" clId="{262502FB-FC54-43DB-AB78-73175A28E98A}" dt="2026-03-04T17:28:36.929" v="1664" actId="26606"/>
          <ac:spMkLst>
            <pc:docMk/>
            <pc:sldMk cId="1902367140" sldId="265"/>
            <ac:spMk id="3" creationId="{FE5D0416-7F15-A2FC-1625-645333CB286A}"/>
          </ac:spMkLst>
        </pc:spChg>
        <pc:spChg chg="add del">
          <ac:chgData name="Andrea Esposito" userId="af663d4e0f6c8da9" providerId="LiveId" clId="{262502FB-FC54-43DB-AB78-73175A28E98A}" dt="2026-03-04T17:28:59.831" v="1665" actId="26606"/>
          <ac:spMkLst>
            <pc:docMk/>
            <pc:sldMk cId="1902367140" sldId="265"/>
            <ac:spMk id="9" creationId="{D8B9538A-2A89-47DD-996C-7D2BE2AB6CA0}"/>
          </ac:spMkLst>
        </pc:spChg>
        <pc:spChg chg="add del">
          <ac:chgData name="Andrea Esposito" userId="af663d4e0f6c8da9" providerId="LiveId" clId="{262502FB-FC54-43DB-AB78-73175A28E98A}" dt="2026-03-04T17:28:59.831" v="1665" actId="26606"/>
          <ac:spMkLst>
            <pc:docMk/>
            <pc:sldMk cId="1902367140" sldId="265"/>
            <ac:spMk id="11" creationId="{E625979B-5325-4898-8EF9-5C174B19218E}"/>
          </ac:spMkLst>
        </pc:spChg>
        <pc:spChg chg="add del">
          <ac:chgData name="Andrea Esposito" userId="af663d4e0f6c8da9" providerId="LiveId" clId="{262502FB-FC54-43DB-AB78-73175A28E98A}" dt="2026-03-04T17:28:59.831" v="1665" actId="26606"/>
          <ac:spMkLst>
            <pc:docMk/>
            <pc:sldMk cId="1902367140" sldId="265"/>
            <ac:spMk id="13" creationId="{34B22E2B-30D5-47A4-97C5-091EA1ABC728}"/>
          </ac:spMkLst>
        </pc:spChg>
        <pc:spChg chg="add del">
          <ac:chgData name="Andrea Esposito" userId="af663d4e0f6c8da9" providerId="LiveId" clId="{262502FB-FC54-43DB-AB78-73175A28E98A}" dt="2026-03-04T17:28:59.831" v="1665" actId="26606"/>
          <ac:spMkLst>
            <pc:docMk/>
            <pc:sldMk cId="1902367140" sldId="265"/>
            <ac:spMk id="15" creationId="{9B6DA3CD-A002-40ED-8194-B4E637BD7669}"/>
          </ac:spMkLst>
        </pc:spChg>
        <pc:spChg chg="add">
          <ac:chgData name="Andrea Esposito" userId="af663d4e0f6c8da9" providerId="LiveId" clId="{262502FB-FC54-43DB-AB78-73175A28E98A}" dt="2026-03-04T17:28:59.831" v="1665" actId="26606"/>
          <ac:spMkLst>
            <pc:docMk/>
            <pc:sldMk cId="1902367140" sldId="265"/>
            <ac:spMk id="20" creationId="{E3A446B6-2204-48B8-A7C5-606E45BCA1EE}"/>
          </ac:spMkLst>
        </pc:spChg>
        <pc:spChg chg="add">
          <ac:chgData name="Andrea Esposito" userId="af663d4e0f6c8da9" providerId="LiveId" clId="{262502FB-FC54-43DB-AB78-73175A28E98A}" dt="2026-03-04T17:28:59.831" v="1665" actId="26606"/>
          <ac:spMkLst>
            <pc:docMk/>
            <pc:sldMk cId="1902367140" sldId="265"/>
            <ac:spMk id="22" creationId="{FBF70932-2C39-4BA6-AA08-EF3AD899CBD1}"/>
          </ac:spMkLst>
        </pc:spChg>
        <pc:spChg chg="add">
          <ac:chgData name="Andrea Esposito" userId="af663d4e0f6c8da9" providerId="LiveId" clId="{262502FB-FC54-43DB-AB78-73175A28E98A}" dt="2026-03-04T17:28:59.831" v="1665" actId="26606"/>
          <ac:spMkLst>
            <pc:docMk/>
            <pc:sldMk cId="1902367140" sldId="265"/>
            <ac:spMk id="24" creationId="{0FD39269-4644-4CAE-8A56-899A62A9C756}"/>
          </ac:spMkLst>
        </pc:spChg>
        <pc:spChg chg="add">
          <ac:chgData name="Andrea Esposito" userId="af663d4e0f6c8da9" providerId="LiveId" clId="{262502FB-FC54-43DB-AB78-73175A28E98A}" dt="2026-03-04T17:28:59.831" v="1665" actId="26606"/>
          <ac:spMkLst>
            <pc:docMk/>
            <pc:sldMk cId="1902367140" sldId="265"/>
            <ac:spMk id="26" creationId="{302302A5-B07A-48BB-9A56-89192DCCAB1E}"/>
          </ac:spMkLst>
        </pc:spChg>
        <pc:graphicFrameChg chg="add mod modGraphic">
          <ac:chgData name="Andrea Esposito" userId="af663d4e0f6c8da9" providerId="LiveId" clId="{262502FB-FC54-43DB-AB78-73175A28E98A}" dt="2026-03-04T17:29:28.864" v="1666"/>
          <ac:graphicFrameMkLst>
            <pc:docMk/>
            <pc:sldMk cId="1902367140" sldId="265"/>
            <ac:graphicFrameMk id="5" creationId="{58453BCB-85E8-9AB2-9593-FBB77414160A}"/>
          </ac:graphicFrameMkLst>
        </pc:graphicFrameChg>
      </pc:sldChg>
      <pc:sldChg chg="modSp add del mod">
        <pc:chgData name="Andrea Esposito" userId="af663d4e0f6c8da9" providerId="LiveId" clId="{262502FB-FC54-43DB-AB78-73175A28E98A}" dt="2026-03-05T10:27:55.419" v="2997" actId="14734"/>
        <pc:sldMkLst>
          <pc:docMk/>
          <pc:sldMk cId="2048541978" sldId="266"/>
        </pc:sldMkLst>
        <pc:spChg chg="mod">
          <ac:chgData name="Andrea Esposito" userId="af663d4e0f6c8da9" providerId="LiveId" clId="{262502FB-FC54-43DB-AB78-73175A28E98A}" dt="2026-03-05T09:42:24.573" v="2807" actId="20577"/>
          <ac:spMkLst>
            <pc:docMk/>
            <pc:sldMk cId="2048541978" sldId="266"/>
            <ac:spMk id="2" creationId="{0B4F031E-82FC-0679-8928-A2B3D596E8EF}"/>
          </ac:spMkLst>
        </pc:spChg>
        <pc:graphicFrameChg chg="mod modGraphic">
          <ac:chgData name="Andrea Esposito" userId="af663d4e0f6c8da9" providerId="LiveId" clId="{262502FB-FC54-43DB-AB78-73175A28E98A}" dt="2026-03-05T10:27:55.419" v="2997" actId="14734"/>
          <ac:graphicFrameMkLst>
            <pc:docMk/>
            <pc:sldMk cId="2048541978" sldId="266"/>
            <ac:graphicFrameMk id="4" creationId="{0DF8B56F-3DF5-4D26-AC06-BEA1E4A82D7C}"/>
          </ac:graphicFrameMkLst>
        </pc:graphicFrameChg>
      </pc:sldChg>
      <pc:sldChg chg="addSp delSp modSp new mod">
        <pc:chgData name="Andrea Esposito" userId="af663d4e0f6c8da9" providerId="LiveId" clId="{262502FB-FC54-43DB-AB78-73175A28E98A}" dt="2026-03-05T09:12:26.540" v="2408" actId="20577"/>
        <pc:sldMkLst>
          <pc:docMk/>
          <pc:sldMk cId="2283275298" sldId="267"/>
        </pc:sldMkLst>
        <pc:spChg chg="mod">
          <ac:chgData name="Andrea Esposito" userId="af663d4e0f6c8da9" providerId="LiveId" clId="{262502FB-FC54-43DB-AB78-73175A28E98A}" dt="2026-03-05T09:12:26.540" v="2408" actId="20577"/>
          <ac:spMkLst>
            <pc:docMk/>
            <pc:sldMk cId="2283275298" sldId="267"/>
            <ac:spMk id="2" creationId="{4F8766DE-826F-5A29-26E8-02398D96165D}"/>
          </ac:spMkLst>
        </pc:spChg>
        <pc:spChg chg="del">
          <ac:chgData name="Andrea Esposito" userId="af663d4e0f6c8da9" providerId="LiveId" clId="{262502FB-FC54-43DB-AB78-73175A28E98A}" dt="2026-03-05T09:10:45.570" v="2377" actId="931"/>
          <ac:spMkLst>
            <pc:docMk/>
            <pc:sldMk cId="2283275298" sldId="267"/>
            <ac:spMk id="3" creationId="{6362ACA9-6FA9-1784-E940-2DC2C27A7682}"/>
          </ac:spMkLst>
        </pc:spChg>
        <pc:picChg chg="add mod ord">
          <ac:chgData name="Andrea Esposito" userId="af663d4e0f6c8da9" providerId="LiveId" clId="{262502FB-FC54-43DB-AB78-73175A28E98A}" dt="2026-03-05T09:10:45.570" v="2377" actId="931"/>
          <ac:picMkLst>
            <pc:docMk/>
            <pc:sldMk cId="2283275298" sldId="267"/>
            <ac:picMk id="5" creationId="{723E0170-6237-61F9-4C64-0A6A06AFF96F}"/>
          </ac:picMkLst>
        </pc:picChg>
      </pc:sldChg>
      <pc:sldChg chg="addSp delSp modSp new mod">
        <pc:chgData name="Andrea Esposito" userId="af663d4e0f6c8da9" providerId="LiveId" clId="{262502FB-FC54-43DB-AB78-73175A28E98A}" dt="2026-03-05T09:12:32.199" v="2410" actId="20577"/>
        <pc:sldMkLst>
          <pc:docMk/>
          <pc:sldMk cId="1543807186" sldId="268"/>
        </pc:sldMkLst>
        <pc:spChg chg="mod">
          <ac:chgData name="Andrea Esposito" userId="af663d4e0f6c8da9" providerId="LiveId" clId="{262502FB-FC54-43DB-AB78-73175A28E98A}" dt="2026-03-05T09:12:32.199" v="2410" actId="20577"/>
          <ac:spMkLst>
            <pc:docMk/>
            <pc:sldMk cId="1543807186" sldId="268"/>
            <ac:spMk id="2" creationId="{EAA5BC66-7C60-C8EB-A2BC-02ED8C7530A2}"/>
          </ac:spMkLst>
        </pc:spChg>
        <pc:spChg chg="del">
          <ac:chgData name="Andrea Esposito" userId="af663d4e0f6c8da9" providerId="LiveId" clId="{262502FB-FC54-43DB-AB78-73175A28E98A}" dt="2026-03-05T09:11:00.251" v="2379" actId="931"/>
          <ac:spMkLst>
            <pc:docMk/>
            <pc:sldMk cId="1543807186" sldId="268"/>
            <ac:spMk id="3" creationId="{F157B0CE-1AFF-B74C-E086-D32281B6B245}"/>
          </ac:spMkLst>
        </pc:spChg>
        <pc:picChg chg="add mod ord">
          <ac:chgData name="Andrea Esposito" userId="af663d4e0f6c8da9" providerId="LiveId" clId="{262502FB-FC54-43DB-AB78-73175A28E98A}" dt="2026-03-05T09:11:00.251" v="2379" actId="931"/>
          <ac:picMkLst>
            <pc:docMk/>
            <pc:sldMk cId="1543807186" sldId="268"/>
            <ac:picMk id="5" creationId="{2BC952F0-C461-3452-6B84-71684DDB12FB}"/>
          </ac:picMkLst>
        </pc:picChg>
      </pc:sldChg>
      <pc:sldChg chg="addSp delSp modSp new mod">
        <pc:chgData name="Andrea Esposito" userId="af663d4e0f6c8da9" providerId="LiveId" clId="{262502FB-FC54-43DB-AB78-73175A28E98A}" dt="2026-03-05T09:22:56.428" v="2507" actId="931"/>
        <pc:sldMkLst>
          <pc:docMk/>
          <pc:sldMk cId="1473031227" sldId="269"/>
        </pc:sldMkLst>
        <pc:spChg chg="mod">
          <ac:chgData name="Andrea Esposito" userId="af663d4e0f6c8da9" providerId="LiveId" clId="{262502FB-FC54-43DB-AB78-73175A28E98A}" dt="2026-03-05T09:13:55.775" v="2447" actId="20577"/>
          <ac:spMkLst>
            <pc:docMk/>
            <pc:sldMk cId="1473031227" sldId="269"/>
            <ac:spMk id="2" creationId="{C174DCEF-BF1A-4B21-431C-51B612A94B64}"/>
          </ac:spMkLst>
        </pc:spChg>
        <pc:spChg chg="del">
          <ac:chgData name="Andrea Esposito" userId="af663d4e0f6c8da9" providerId="LiveId" clId="{262502FB-FC54-43DB-AB78-73175A28E98A}" dt="2026-03-05T09:11:11.796" v="2381" actId="931"/>
          <ac:spMkLst>
            <pc:docMk/>
            <pc:sldMk cId="1473031227" sldId="269"/>
            <ac:spMk id="3" creationId="{B4881F8D-348E-1308-DC9C-FA304FA906CD}"/>
          </ac:spMkLst>
        </pc:spChg>
        <pc:spChg chg="add del mod">
          <ac:chgData name="Andrea Esposito" userId="af663d4e0f6c8da9" providerId="LiveId" clId="{262502FB-FC54-43DB-AB78-73175A28E98A}" dt="2026-03-05T09:22:56.428" v="2507" actId="931"/>
          <ac:spMkLst>
            <pc:docMk/>
            <pc:sldMk cId="1473031227" sldId="269"/>
            <ac:spMk id="7" creationId="{AD9E3614-FC82-D0B0-10CC-083280B56144}"/>
          </ac:spMkLst>
        </pc:spChg>
        <pc:picChg chg="add del mod ord">
          <ac:chgData name="Andrea Esposito" userId="af663d4e0f6c8da9" providerId="LiveId" clId="{262502FB-FC54-43DB-AB78-73175A28E98A}" dt="2026-03-05T09:22:51.401" v="2506" actId="478"/>
          <ac:picMkLst>
            <pc:docMk/>
            <pc:sldMk cId="1473031227" sldId="269"/>
            <ac:picMk id="5" creationId="{94839E07-EC1D-1F93-072B-1282A59D5F27}"/>
          </ac:picMkLst>
        </pc:picChg>
        <pc:picChg chg="add mod ord">
          <ac:chgData name="Andrea Esposito" userId="af663d4e0f6c8da9" providerId="LiveId" clId="{262502FB-FC54-43DB-AB78-73175A28E98A}" dt="2026-03-05T09:22:56.428" v="2507" actId="931"/>
          <ac:picMkLst>
            <pc:docMk/>
            <pc:sldMk cId="1473031227" sldId="269"/>
            <ac:picMk id="9" creationId="{FA71C9FD-0B6F-B9F7-44C5-F32464CF01D5}"/>
          </ac:picMkLst>
        </pc:picChg>
      </pc:sldChg>
      <pc:sldChg chg="modSp add del setBg">
        <pc:chgData name="Andrea Esposito" userId="af663d4e0f6c8da9" providerId="LiveId" clId="{262502FB-FC54-43DB-AB78-73175A28E98A}" dt="2026-03-04T17:28:25.628" v="1662"/>
        <pc:sldMkLst>
          <pc:docMk/>
          <pc:sldMk cId="1685104250" sldId="270"/>
        </pc:sldMkLst>
        <pc:graphicFrameChg chg="mod">
          <ac:chgData name="Andrea Esposito" userId="af663d4e0f6c8da9" providerId="LiveId" clId="{262502FB-FC54-43DB-AB78-73175A28E98A}" dt="2026-03-04T17:28:04.660" v="1661"/>
          <ac:graphicFrameMkLst>
            <pc:docMk/>
            <pc:sldMk cId="1685104250" sldId="270"/>
            <ac:graphicFrameMk id="5" creationId="{8FCC523F-B8E1-DE2C-DBAC-38C448301B88}"/>
          </ac:graphicFrameMkLst>
        </pc:graphicFrameChg>
      </pc:sldChg>
      <pc:sldChg chg="addSp delSp modSp new mod">
        <pc:chgData name="Andrea Esposito" userId="af663d4e0f6c8da9" providerId="LiveId" clId="{262502FB-FC54-43DB-AB78-73175A28E98A}" dt="2026-03-05T09:27:10.021" v="2715" actId="20577"/>
        <pc:sldMkLst>
          <pc:docMk/>
          <pc:sldMk cId="4276151322" sldId="270"/>
        </pc:sldMkLst>
        <pc:spChg chg="mod">
          <ac:chgData name="Andrea Esposito" userId="af663d4e0f6c8da9" providerId="LiveId" clId="{262502FB-FC54-43DB-AB78-73175A28E98A}" dt="2026-03-05T09:27:10.021" v="2715" actId="20577"/>
          <ac:spMkLst>
            <pc:docMk/>
            <pc:sldMk cId="4276151322" sldId="270"/>
            <ac:spMk id="2" creationId="{0FEF562D-5DDE-44D6-3B61-C1337F48B161}"/>
          </ac:spMkLst>
        </pc:spChg>
        <pc:spChg chg="del">
          <ac:chgData name="Andrea Esposito" userId="af663d4e0f6c8da9" providerId="LiveId" clId="{262502FB-FC54-43DB-AB78-73175A28E98A}" dt="2026-03-05T09:11:20.550" v="2383" actId="931"/>
          <ac:spMkLst>
            <pc:docMk/>
            <pc:sldMk cId="4276151322" sldId="270"/>
            <ac:spMk id="3" creationId="{21B03E10-D9D0-6779-D88E-BC9AD0CA3647}"/>
          </ac:spMkLst>
        </pc:spChg>
        <pc:spChg chg="add del mod">
          <ac:chgData name="Andrea Esposito" userId="af663d4e0f6c8da9" providerId="LiveId" clId="{262502FB-FC54-43DB-AB78-73175A28E98A}" dt="2026-03-05T09:23:29.095" v="2509" actId="931"/>
          <ac:spMkLst>
            <pc:docMk/>
            <pc:sldMk cId="4276151322" sldId="270"/>
            <ac:spMk id="7" creationId="{ED123430-3E3E-ABA3-F6F5-3BC8415A973C}"/>
          </ac:spMkLst>
        </pc:spChg>
        <pc:picChg chg="add del mod ord">
          <ac:chgData name="Andrea Esposito" userId="af663d4e0f6c8da9" providerId="LiveId" clId="{262502FB-FC54-43DB-AB78-73175A28E98A}" dt="2026-03-05T09:23:23.799" v="2508" actId="478"/>
          <ac:picMkLst>
            <pc:docMk/>
            <pc:sldMk cId="4276151322" sldId="270"/>
            <ac:picMk id="5" creationId="{00C51518-0F1A-53A7-0A1B-7E247A7FD819}"/>
          </ac:picMkLst>
        </pc:picChg>
        <pc:picChg chg="add mod ord">
          <ac:chgData name="Andrea Esposito" userId="af663d4e0f6c8da9" providerId="LiveId" clId="{262502FB-FC54-43DB-AB78-73175A28E98A}" dt="2026-03-05T09:23:29.095" v="2509" actId="931"/>
          <ac:picMkLst>
            <pc:docMk/>
            <pc:sldMk cId="4276151322" sldId="270"/>
            <ac:picMk id="9" creationId="{95E032D1-B046-FD28-0E4F-F0EABE540D00}"/>
          </ac:picMkLst>
        </pc:picChg>
      </pc:sldChg>
      <pc:sldChg chg="addSp delSp modSp new mod">
        <pc:chgData name="Andrea Esposito" userId="af663d4e0f6c8da9" providerId="LiveId" clId="{262502FB-FC54-43DB-AB78-73175A28E98A}" dt="2026-03-05T09:26:51.819" v="2669" actId="1076"/>
        <pc:sldMkLst>
          <pc:docMk/>
          <pc:sldMk cId="165876258" sldId="271"/>
        </pc:sldMkLst>
        <pc:spChg chg="mod">
          <ac:chgData name="Andrea Esposito" userId="af663d4e0f6c8da9" providerId="LiveId" clId="{262502FB-FC54-43DB-AB78-73175A28E98A}" dt="2026-03-05T09:26:51.819" v="2669" actId="1076"/>
          <ac:spMkLst>
            <pc:docMk/>
            <pc:sldMk cId="165876258" sldId="271"/>
            <ac:spMk id="2" creationId="{55E6E12C-0F28-4D51-6E1F-1D8987B86215}"/>
          </ac:spMkLst>
        </pc:spChg>
        <pc:spChg chg="del">
          <ac:chgData name="Andrea Esposito" userId="af663d4e0f6c8da9" providerId="LiveId" clId="{262502FB-FC54-43DB-AB78-73175A28E98A}" dt="2026-03-05T09:11:28.121" v="2385" actId="931"/>
          <ac:spMkLst>
            <pc:docMk/>
            <pc:sldMk cId="165876258" sldId="271"/>
            <ac:spMk id="3" creationId="{49A353F4-CAD6-0CCB-DE88-94E7B46F32FF}"/>
          </ac:spMkLst>
        </pc:spChg>
        <pc:spChg chg="add del mod">
          <ac:chgData name="Andrea Esposito" userId="af663d4e0f6c8da9" providerId="LiveId" clId="{262502FB-FC54-43DB-AB78-73175A28E98A}" dt="2026-03-05T09:23:53.721" v="2511" actId="931"/>
          <ac:spMkLst>
            <pc:docMk/>
            <pc:sldMk cId="165876258" sldId="271"/>
            <ac:spMk id="7" creationId="{42B6B369-D625-1404-8CD6-E468C4175F2E}"/>
          </ac:spMkLst>
        </pc:spChg>
        <pc:picChg chg="add del mod ord">
          <ac:chgData name="Andrea Esposito" userId="af663d4e0f6c8da9" providerId="LiveId" clId="{262502FB-FC54-43DB-AB78-73175A28E98A}" dt="2026-03-05T09:23:36.268" v="2510" actId="478"/>
          <ac:picMkLst>
            <pc:docMk/>
            <pc:sldMk cId="165876258" sldId="271"/>
            <ac:picMk id="5" creationId="{9220F413-6131-57F9-ACCA-4DF9D03E34A0}"/>
          </ac:picMkLst>
        </pc:picChg>
        <pc:picChg chg="add mod ord">
          <ac:chgData name="Andrea Esposito" userId="af663d4e0f6c8da9" providerId="LiveId" clId="{262502FB-FC54-43DB-AB78-73175A28E98A}" dt="2026-03-05T09:23:53.721" v="2511" actId="931"/>
          <ac:picMkLst>
            <pc:docMk/>
            <pc:sldMk cId="165876258" sldId="271"/>
            <ac:picMk id="9" creationId="{75EB7548-8EF9-56BD-2EA6-288A13BDBABF}"/>
          </ac:picMkLst>
        </pc:picChg>
      </pc:sldChg>
      <pc:sldChg chg="addSp delSp modSp new mod">
        <pc:chgData name="Andrea Esposito" userId="af663d4e0f6c8da9" providerId="LiveId" clId="{262502FB-FC54-43DB-AB78-73175A28E98A}" dt="2026-03-05T09:25:50.725" v="2604" actId="20577"/>
        <pc:sldMkLst>
          <pc:docMk/>
          <pc:sldMk cId="3309921222" sldId="272"/>
        </pc:sldMkLst>
        <pc:spChg chg="mod">
          <ac:chgData name="Andrea Esposito" userId="af663d4e0f6c8da9" providerId="LiveId" clId="{262502FB-FC54-43DB-AB78-73175A28E98A}" dt="2026-03-05T09:25:50.725" v="2604" actId="20577"/>
          <ac:spMkLst>
            <pc:docMk/>
            <pc:sldMk cId="3309921222" sldId="272"/>
            <ac:spMk id="2" creationId="{08A4FE0A-4A89-0E3A-9686-5B1AE2E5DAAA}"/>
          </ac:spMkLst>
        </pc:spChg>
        <pc:spChg chg="del">
          <ac:chgData name="Andrea Esposito" userId="af663d4e0f6c8da9" providerId="LiveId" clId="{262502FB-FC54-43DB-AB78-73175A28E98A}" dt="2026-03-05T09:11:38.689" v="2387" actId="931"/>
          <ac:spMkLst>
            <pc:docMk/>
            <pc:sldMk cId="3309921222" sldId="272"/>
            <ac:spMk id="3" creationId="{FAEC0ABE-AB4D-CDE2-F95D-7D6A841ACA43}"/>
          </ac:spMkLst>
        </pc:spChg>
        <pc:picChg chg="add mod ord">
          <ac:chgData name="Andrea Esposito" userId="af663d4e0f6c8da9" providerId="LiveId" clId="{262502FB-FC54-43DB-AB78-73175A28E98A}" dt="2026-03-05T09:11:38.689" v="2387" actId="931"/>
          <ac:picMkLst>
            <pc:docMk/>
            <pc:sldMk cId="3309921222" sldId="272"/>
            <ac:picMk id="5" creationId="{3FCBD24E-03F5-3756-0B5C-213CDF088AB6}"/>
          </ac:picMkLst>
        </pc:picChg>
      </pc:sldChg>
      <pc:sldChg chg="addSp delSp modSp new mod">
        <pc:chgData name="Andrea Esposito" userId="af663d4e0f6c8da9" providerId="LiveId" clId="{262502FB-FC54-43DB-AB78-73175A28E98A}" dt="2026-03-05T09:25:58.924" v="2605"/>
        <pc:sldMkLst>
          <pc:docMk/>
          <pc:sldMk cId="1911226056" sldId="273"/>
        </pc:sldMkLst>
        <pc:spChg chg="mod">
          <ac:chgData name="Andrea Esposito" userId="af663d4e0f6c8da9" providerId="LiveId" clId="{262502FB-FC54-43DB-AB78-73175A28E98A}" dt="2026-03-05T09:25:58.924" v="2605"/>
          <ac:spMkLst>
            <pc:docMk/>
            <pc:sldMk cId="1911226056" sldId="273"/>
            <ac:spMk id="2" creationId="{D7841B17-113C-065A-1F41-4FA778183AAE}"/>
          </ac:spMkLst>
        </pc:spChg>
        <pc:spChg chg="del">
          <ac:chgData name="Andrea Esposito" userId="af663d4e0f6c8da9" providerId="LiveId" clId="{262502FB-FC54-43DB-AB78-73175A28E98A}" dt="2026-03-05T09:11:49.770" v="2389" actId="931"/>
          <ac:spMkLst>
            <pc:docMk/>
            <pc:sldMk cId="1911226056" sldId="273"/>
            <ac:spMk id="3" creationId="{16C323B2-A4AC-81FC-F833-60F23FAD032A}"/>
          </ac:spMkLst>
        </pc:spChg>
        <pc:picChg chg="add mod ord">
          <ac:chgData name="Andrea Esposito" userId="af663d4e0f6c8da9" providerId="LiveId" clId="{262502FB-FC54-43DB-AB78-73175A28E98A}" dt="2026-03-05T09:11:49.770" v="2389" actId="931"/>
          <ac:picMkLst>
            <pc:docMk/>
            <pc:sldMk cId="1911226056" sldId="273"/>
            <ac:picMk id="5" creationId="{C4600422-D0B5-D15C-EF23-193D16E65837}"/>
          </ac:picMkLst>
        </pc:picChg>
      </pc:sldChg>
      <pc:sldChg chg="addSp delSp modSp new mod">
        <pc:chgData name="Andrea Esposito" userId="af663d4e0f6c8da9" providerId="LiveId" clId="{262502FB-FC54-43DB-AB78-73175A28E98A}" dt="2026-03-05T10:29:12.172" v="3009" actId="20577"/>
        <pc:sldMkLst>
          <pc:docMk/>
          <pc:sldMk cId="4220015743" sldId="274"/>
        </pc:sldMkLst>
        <pc:spChg chg="mod">
          <ac:chgData name="Andrea Esposito" userId="af663d4e0f6c8da9" providerId="LiveId" clId="{262502FB-FC54-43DB-AB78-73175A28E98A}" dt="2026-03-05T09:14:57.188" v="2478" actId="20577"/>
          <ac:spMkLst>
            <pc:docMk/>
            <pc:sldMk cId="4220015743" sldId="274"/>
            <ac:spMk id="2" creationId="{7C132122-7B1C-09DD-A3CD-1FDBE936FEE1}"/>
          </ac:spMkLst>
        </pc:spChg>
        <pc:spChg chg="del">
          <ac:chgData name="Andrea Esposito" userId="af663d4e0f6c8da9" providerId="LiveId" clId="{262502FB-FC54-43DB-AB78-73175A28E98A}" dt="2026-03-05T09:11:57.930" v="2391" actId="931"/>
          <ac:spMkLst>
            <pc:docMk/>
            <pc:sldMk cId="4220015743" sldId="274"/>
            <ac:spMk id="3" creationId="{B0C2F136-8121-F3F9-AF21-B5305ED01EBA}"/>
          </ac:spMkLst>
        </pc:spChg>
        <pc:spChg chg="add del mod">
          <ac:chgData name="Andrea Esposito" userId="af663d4e0f6c8da9" providerId="LiveId" clId="{262502FB-FC54-43DB-AB78-73175A28E98A}" dt="2026-03-05T09:24:41.983" v="2513" actId="931"/>
          <ac:spMkLst>
            <pc:docMk/>
            <pc:sldMk cId="4220015743" sldId="274"/>
            <ac:spMk id="7" creationId="{94C9C98D-BE50-03E3-A02C-9E94F045F058}"/>
          </ac:spMkLst>
        </pc:spChg>
        <pc:spChg chg="add mod">
          <ac:chgData name="Andrea Esposito" userId="af663d4e0f6c8da9" providerId="LiveId" clId="{262502FB-FC54-43DB-AB78-73175A28E98A}" dt="2026-03-05T10:29:12.172" v="3009" actId="20577"/>
          <ac:spMkLst>
            <pc:docMk/>
            <pc:sldMk cId="4220015743" sldId="274"/>
            <ac:spMk id="10" creationId="{CCAD660C-9AB2-01D3-D4E6-A2E61A9E554B}"/>
          </ac:spMkLst>
        </pc:spChg>
        <pc:picChg chg="add del mod ord">
          <ac:chgData name="Andrea Esposito" userId="af663d4e0f6c8da9" providerId="LiveId" clId="{262502FB-FC54-43DB-AB78-73175A28E98A}" dt="2026-03-05T09:24:37.898" v="2512" actId="478"/>
          <ac:picMkLst>
            <pc:docMk/>
            <pc:sldMk cId="4220015743" sldId="274"/>
            <ac:picMk id="5" creationId="{CD135E3C-3344-D93E-C847-58D97FDA0A55}"/>
          </ac:picMkLst>
        </pc:picChg>
        <pc:picChg chg="add mod ord">
          <ac:chgData name="Andrea Esposito" userId="af663d4e0f6c8da9" providerId="LiveId" clId="{262502FB-FC54-43DB-AB78-73175A28E98A}" dt="2026-03-05T09:25:38.432" v="2583" actId="1076"/>
          <ac:picMkLst>
            <pc:docMk/>
            <pc:sldMk cId="4220015743" sldId="274"/>
            <ac:picMk id="9" creationId="{97F950E0-7377-D59D-5DDB-D8F02D377645}"/>
          </ac:picMkLst>
        </pc:picChg>
      </pc:sldChg>
      <pc:sldChg chg="addSp delSp modSp new mod setBg">
        <pc:chgData name="Andrea Esposito" userId="af663d4e0f6c8da9" providerId="LiveId" clId="{262502FB-FC54-43DB-AB78-73175A28E98A}" dt="2026-03-05T10:28:39.250" v="2999" actId="20577"/>
        <pc:sldMkLst>
          <pc:docMk/>
          <pc:sldMk cId="1730160189" sldId="275"/>
        </pc:sldMkLst>
        <pc:spChg chg="mod">
          <ac:chgData name="Andrea Esposito" userId="af663d4e0f6c8da9" providerId="LiveId" clId="{262502FB-FC54-43DB-AB78-73175A28E98A}" dt="2026-03-05T10:18:06.410" v="2844" actId="26606"/>
          <ac:spMkLst>
            <pc:docMk/>
            <pc:sldMk cId="1730160189" sldId="275"/>
            <ac:spMk id="2" creationId="{62EF99D7-0D0B-33C5-8DBD-EC0EB9C06F64}"/>
          </ac:spMkLst>
        </pc:spChg>
        <pc:spChg chg="del">
          <ac:chgData name="Andrea Esposito" userId="af663d4e0f6c8da9" providerId="LiveId" clId="{262502FB-FC54-43DB-AB78-73175A28E98A}" dt="2026-03-05T09:42:07.156" v="2780" actId="22"/>
          <ac:spMkLst>
            <pc:docMk/>
            <pc:sldMk cId="1730160189" sldId="275"/>
            <ac:spMk id="3" creationId="{BBB24EF7-3EBF-9E05-975C-2354C7CFD803}"/>
          </ac:spMkLst>
        </pc:spChg>
        <pc:spChg chg="add del mod ord">
          <ac:chgData name="Andrea Esposito" userId="af663d4e0f6c8da9" providerId="LiveId" clId="{262502FB-FC54-43DB-AB78-73175A28E98A}" dt="2026-03-05T10:28:39.250" v="2999" actId="20577"/>
          <ac:spMkLst>
            <pc:docMk/>
            <pc:sldMk cId="1730160189" sldId="275"/>
            <ac:spMk id="7" creationId="{9422DB6F-CC51-FF66-7A80-E4FF1BFEBD39}"/>
          </ac:spMkLst>
        </pc:spChg>
        <pc:spChg chg="add mod">
          <ac:chgData name="Andrea Esposito" userId="af663d4e0f6c8da9" providerId="LiveId" clId="{262502FB-FC54-43DB-AB78-73175A28E98A}" dt="2026-03-05T09:54:44.125" v="2813"/>
          <ac:spMkLst>
            <pc:docMk/>
            <pc:sldMk cId="1730160189" sldId="275"/>
            <ac:spMk id="10" creationId="{1EA2994D-341E-0723-5154-8959623DFD87}"/>
          </ac:spMkLst>
        </pc:spChg>
        <pc:spChg chg="add del">
          <ac:chgData name="Andrea Esposito" userId="af663d4e0f6c8da9" providerId="LiveId" clId="{262502FB-FC54-43DB-AB78-73175A28E98A}" dt="2026-03-05T10:17:14.215" v="2832" actId="26606"/>
          <ac:spMkLst>
            <pc:docMk/>
            <pc:sldMk cId="1730160189" sldId="275"/>
            <ac:spMk id="16" creationId="{DC111578-7105-4228-B481-A1CA45D1888E}"/>
          </ac:spMkLst>
        </pc:spChg>
        <pc:spChg chg="add">
          <ac:chgData name="Andrea Esposito" userId="af663d4e0f6c8da9" providerId="LiveId" clId="{262502FB-FC54-43DB-AB78-73175A28E98A}" dt="2026-03-05T10:25:20.075" v="2880"/>
          <ac:spMkLst>
            <pc:docMk/>
            <pc:sldMk cId="1730160189" sldId="275"/>
            <ac:spMk id="17" creationId="{5498C119-B3EF-BEA2-3BF8-55938893756F}"/>
          </ac:spMkLst>
        </pc:spChg>
        <pc:spChg chg="add del">
          <ac:chgData name="Andrea Esposito" userId="af663d4e0f6c8da9" providerId="LiveId" clId="{262502FB-FC54-43DB-AB78-73175A28E98A}" dt="2026-03-05T10:18:06.410" v="2844" actId="26606"/>
          <ac:spMkLst>
            <pc:docMk/>
            <pc:sldMk cId="1730160189" sldId="275"/>
            <ac:spMk id="21" creationId="{DC111578-7105-4228-B481-A1CA45D1888E}"/>
          </ac:spMkLst>
        </pc:spChg>
        <pc:spChg chg="add del">
          <ac:chgData name="Andrea Esposito" userId="af663d4e0f6c8da9" providerId="LiveId" clId="{262502FB-FC54-43DB-AB78-73175A28E98A}" dt="2026-03-05T10:17:51.191" v="2835" actId="26606"/>
          <ac:spMkLst>
            <pc:docMk/>
            <pc:sldMk cId="1730160189" sldId="275"/>
            <ac:spMk id="26" creationId="{CF6A01C6-A042-42B0-99DC-981834787FC7}"/>
          </ac:spMkLst>
        </pc:spChg>
        <pc:spChg chg="add del">
          <ac:chgData name="Andrea Esposito" userId="af663d4e0f6c8da9" providerId="LiveId" clId="{262502FB-FC54-43DB-AB78-73175A28E98A}" dt="2026-03-05T10:18:01.475" v="2837" actId="26606"/>
          <ac:spMkLst>
            <pc:docMk/>
            <pc:sldMk cId="1730160189" sldId="275"/>
            <ac:spMk id="28" creationId="{A1F20134-8670-48FF-9998-F16C28219BC5}"/>
          </ac:spMkLst>
        </pc:spChg>
        <pc:spChg chg="add del">
          <ac:chgData name="Andrea Esposito" userId="af663d4e0f6c8da9" providerId="LiveId" clId="{262502FB-FC54-43DB-AB78-73175A28E98A}" dt="2026-03-05T10:18:03.018" v="2839" actId="26606"/>
          <ac:spMkLst>
            <pc:docMk/>
            <pc:sldMk cId="1730160189" sldId="275"/>
            <ac:spMk id="30" creationId="{8FC6FD02-7135-44F6-A2CB-1C1707018045}"/>
          </ac:spMkLst>
        </pc:spChg>
        <pc:spChg chg="add del">
          <ac:chgData name="Andrea Esposito" userId="af663d4e0f6c8da9" providerId="LiveId" clId="{262502FB-FC54-43DB-AB78-73175A28E98A}" dt="2026-03-05T10:18:04.708" v="2841" actId="26606"/>
          <ac:spMkLst>
            <pc:docMk/>
            <pc:sldMk cId="1730160189" sldId="275"/>
            <ac:spMk id="32" creationId="{CE14FBD6-A8E7-4AAF-914D-B7E8BE5961BF}"/>
          </ac:spMkLst>
        </pc:spChg>
        <pc:spChg chg="add del">
          <ac:chgData name="Andrea Esposito" userId="af663d4e0f6c8da9" providerId="LiveId" clId="{262502FB-FC54-43DB-AB78-73175A28E98A}" dt="2026-03-05T10:18:06.410" v="2843" actId="26606"/>
          <ac:spMkLst>
            <pc:docMk/>
            <pc:sldMk cId="1730160189" sldId="275"/>
            <ac:spMk id="34" creationId="{2142F58F-1A18-445C-8057-25B9F986C282}"/>
          </ac:spMkLst>
        </pc:spChg>
        <pc:spChg chg="add del">
          <ac:chgData name="Andrea Esposito" userId="af663d4e0f6c8da9" providerId="LiveId" clId="{262502FB-FC54-43DB-AB78-73175A28E98A}" dt="2026-03-05T10:18:06.410" v="2843" actId="26606"/>
          <ac:spMkLst>
            <pc:docMk/>
            <pc:sldMk cId="1730160189" sldId="275"/>
            <ac:spMk id="35" creationId="{2C8825F8-2BBE-4F09-844D-BD569EE90A57}"/>
          </ac:spMkLst>
        </pc:spChg>
        <pc:spChg chg="add del">
          <ac:chgData name="Andrea Esposito" userId="af663d4e0f6c8da9" providerId="LiveId" clId="{262502FB-FC54-43DB-AB78-73175A28E98A}" dt="2026-03-05T10:18:06.410" v="2843" actId="26606"/>
          <ac:spMkLst>
            <pc:docMk/>
            <pc:sldMk cId="1730160189" sldId="275"/>
            <ac:spMk id="36" creationId="{1E0B305D-E4F9-4F9F-81CA-BDFBA88B2471}"/>
          </ac:spMkLst>
        </pc:spChg>
        <pc:spChg chg="add del">
          <ac:chgData name="Andrea Esposito" userId="af663d4e0f6c8da9" providerId="LiveId" clId="{262502FB-FC54-43DB-AB78-73175A28E98A}" dt="2026-03-05T10:18:06.410" v="2843" actId="26606"/>
          <ac:spMkLst>
            <pc:docMk/>
            <pc:sldMk cId="1730160189" sldId="275"/>
            <ac:spMk id="37" creationId="{1D77C917-B31B-4151-9BB3-768748C42572}"/>
          </ac:spMkLst>
        </pc:spChg>
        <pc:spChg chg="add">
          <ac:chgData name="Andrea Esposito" userId="af663d4e0f6c8da9" providerId="LiveId" clId="{262502FB-FC54-43DB-AB78-73175A28E98A}" dt="2026-03-05T10:18:06.410" v="2844" actId="26606"/>
          <ac:spMkLst>
            <pc:docMk/>
            <pc:sldMk cId="1730160189" sldId="275"/>
            <ac:spMk id="39" creationId="{1D021987-9E00-4FAD-B2EB-1BA4EFAE8E20}"/>
          </ac:spMkLst>
        </pc:spChg>
        <pc:picChg chg="add del mod ord">
          <ac:chgData name="Andrea Esposito" userId="af663d4e0f6c8da9" providerId="LiveId" clId="{262502FB-FC54-43DB-AB78-73175A28E98A}" dt="2026-03-05T09:54:16.795" v="2809" actId="478"/>
          <ac:picMkLst>
            <pc:docMk/>
            <pc:sldMk cId="1730160189" sldId="275"/>
            <ac:picMk id="5" creationId="{77DC921F-1C37-2DF1-4151-44E1B227E689}"/>
          </ac:picMkLst>
        </pc:picChg>
        <pc:picChg chg="add del mod">
          <ac:chgData name="Andrea Esposito" userId="af663d4e0f6c8da9" providerId="LiveId" clId="{262502FB-FC54-43DB-AB78-73175A28E98A}" dt="2026-03-05T09:54:56.695" v="2815" actId="21"/>
          <ac:picMkLst>
            <pc:docMk/>
            <pc:sldMk cId="1730160189" sldId="275"/>
            <ac:picMk id="9" creationId="{B57FBD3F-961F-E5EC-02C9-44F65C6C9A96}"/>
          </ac:picMkLst>
        </pc:picChg>
        <pc:picChg chg="add del mod">
          <ac:chgData name="Andrea Esposito" userId="af663d4e0f6c8da9" providerId="LiveId" clId="{262502FB-FC54-43DB-AB78-73175A28E98A}" dt="2026-03-05T10:17:09.227" v="2830" actId="478"/>
          <ac:picMkLst>
            <pc:docMk/>
            <pc:sldMk cId="1730160189" sldId="275"/>
            <ac:picMk id="11" creationId="{B57FBD3F-961F-E5EC-02C9-44F65C6C9A96}"/>
          </ac:picMkLst>
        </pc:picChg>
        <pc:picChg chg="add mod ord">
          <ac:chgData name="Andrea Esposito" userId="af663d4e0f6c8da9" providerId="LiveId" clId="{262502FB-FC54-43DB-AB78-73175A28E98A}" dt="2026-03-05T10:18:22.118" v="2847" actId="14100"/>
          <ac:picMkLst>
            <pc:docMk/>
            <pc:sldMk cId="1730160189" sldId="275"/>
            <ac:picMk id="13" creationId="{29B3E65D-92C6-D741-F45E-2FFA27DE59A4}"/>
          </ac:picMkLst>
        </pc:picChg>
        <pc:picChg chg="add mod">
          <ac:chgData name="Andrea Esposito" userId="af663d4e0f6c8da9" providerId="LiveId" clId="{262502FB-FC54-43DB-AB78-73175A28E98A}" dt="2026-03-05T10:18:28.280" v="2849" actId="1076"/>
          <ac:picMkLst>
            <pc:docMk/>
            <pc:sldMk cId="1730160189" sldId="275"/>
            <ac:picMk id="15" creationId="{03FEE046-AEF3-980D-22B5-758974C086DC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3F5E89-0677-4974-9155-98306D6095E2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A2A9896-7543-4754-BE9C-36F3ED585E74}">
      <dgm:prSet/>
      <dgm:spPr/>
      <dgm:t>
        <a:bodyPr/>
        <a:lstStyle/>
        <a:p>
          <a:r>
            <a:rPr lang="it-IT"/>
            <a:t>Estrazione codice e traccia tramite GitIngest.</a:t>
          </a:r>
          <a:endParaRPr lang="en-US"/>
        </a:p>
      </dgm:t>
    </dgm:pt>
    <dgm:pt modelId="{67C211D6-0FBE-4323-B22C-483C56F67263}" type="parTrans" cxnId="{C0E9F5BA-E6C9-428B-AFAA-6CEC9C2F0BFF}">
      <dgm:prSet/>
      <dgm:spPr/>
      <dgm:t>
        <a:bodyPr/>
        <a:lstStyle/>
        <a:p>
          <a:endParaRPr lang="en-US"/>
        </a:p>
      </dgm:t>
    </dgm:pt>
    <dgm:pt modelId="{30610E80-7EB7-40E9-896F-CB9E2340D26A}" type="sibTrans" cxnId="{C0E9F5BA-E6C9-428B-AFAA-6CEC9C2F0BFF}">
      <dgm:prSet/>
      <dgm:spPr/>
      <dgm:t>
        <a:bodyPr/>
        <a:lstStyle/>
        <a:p>
          <a:endParaRPr lang="en-US"/>
        </a:p>
      </dgm:t>
    </dgm:pt>
    <dgm:pt modelId="{8C94B6F9-CC70-4410-9AF7-DD7291A9F264}">
      <dgm:prSet/>
      <dgm:spPr/>
      <dgm:t>
        <a:bodyPr/>
        <a:lstStyle/>
        <a:p>
          <a:r>
            <a:rPr lang="it-IT"/>
            <a:t>Identificazione dei blocchi TBD per analisi statica.</a:t>
          </a:r>
          <a:endParaRPr lang="en-US"/>
        </a:p>
      </dgm:t>
    </dgm:pt>
    <dgm:pt modelId="{B21D82A6-E5B4-4CB4-B65B-B8CB5BCF7FC2}" type="parTrans" cxnId="{58F8F58B-02E4-42CD-BA7E-0955D3392BD7}">
      <dgm:prSet/>
      <dgm:spPr/>
      <dgm:t>
        <a:bodyPr/>
        <a:lstStyle/>
        <a:p>
          <a:endParaRPr lang="en-US"/>
        </a:p>
      </dgm:t>
    </dgm:pt>
    <dgm:pt modelId="{9DA33524-E5AF-4355-B045-1089FEA63A7F}" type="sibTrans" cxnId="{58F8F58B-02E4-42CD-BA7E-0955D3392BD7}">
      <dgm:prSet/>
      <dgm:spPr/>
      <dgm:t>
        <a:bodyPr/>
        <a:lstStyle/>
        <a:p>
          <a:endParaRPr lang="en-US"/>
        </a:p>
      </dgm:t>
    </dgm:pt>
    <dgm:pt modelId="{13A47247-3859-4394-8F6D-A8006A440648}">
      <dgm:prSet/>
      <dgm:spPr/>
      <dgm:t>
        <a:bodyPr/>
        <a:lstStyle/>
        <a:p>
          <a:r>
            <a:rPr lang="it-IT"/>
            <a:t>Costruzione dei prompt per LLM:</a:t>
          </a:r>
          <a:endParaRPr lang="en-US"/>
        </a:p>
      </dgm:t>
    </dgm:pt>
    <dgm:pt modelId="{5DAEFD07-AEB9-49A9-A6A0-C48049D9C5CC}" type="parTrans" cxnId="{433606E3-FC38-4DEE-92FA-02D48DDED1A1}">
      <dgm:prSet/>
      <dgm:spPr/>
      <dgm:t>
        <a:bodyPr/>
        <a:lstStyle/>
        <a:p>
          <a:endParaRPr lang="en-US"/>
        </a:p>
      </dgm:t>
    </dgm:pt>
    <dgm:pt modelId="{FC79D9BB-C4DD-489D-A63F-20A08F72E39A}" type="sibTrans" cxnId="{433606E3-FC38-4DEE-92FA-02D48DDED1A1}">
      <dgm:prSet/>
      <dgm:spPr/>
      <dgm:t>
        <a:bodyPr/>
        <a:lstStyle/>
        <a:p>
          <a:endParaRPr lang="en-US"/>
        </a:p>
      </dgm:t>
    </dgm:pt>
    <dgm:pt modelId="{55B2231F-507B-4F2B-9E44-284B3CE816BC}">
      <dgm:prSet/>
      <dgm:spPr/>
      <dgm:t>
        <a:bodyPr/>
        <a:lstStyle/>
        <a:p>
          <a:r>
            <a:rPr lang="it-IT" b="1" dirty="0"/>
            <a:t>Statico</a:t>
          </a:r>
          <a:r>
            <a:rPr lang="it-IT" dirty="0"/>
            <a:t> → verifica correttezza del codice.</a:t>
          </a:r>
          <a:endParaRPr lang="en-US" dirty="0"/>
        </a:p>
      </dgm:t>
    </dgm:pt>
    <dgm:pt modelId="{B736CDDF-BD66-449F-8AA2-E131EFA13879}" type="parTrans" cxnId="{D76CAE87-0096-4A4A-BFFF-FF7FA5A89363}">
      <dgm:prSet/>
      <dgm:spPr/>
      <dgm:t>
        <a:bodyPr/>
        <a:lstStyle/>
        <a:p>
          <a:endParaRPr lang="en-US"/>
        </a:p>
      </dgm:t>
    </dgm:pt>
    <dgm:pt modelId="{1608D6F2-CF40-417C-A518-2B37AE662FF8}" type="sibTrans" cxnId="{D76CAE87-0096-4A4A-BFFF-FF7FA5A89363}">
      <dgm:prSet/>
      <dgm:spPr/>
      <dgm:t>
        <a:bodyPr/>
        <a:lstStyle/>
        <a:p>
          <a:endParaRPr lang="en-US"/>
        </a:p>
      </dgm:t>
    </dgm:pt>
    <dgm:pt modelId="{F512DA35-5895-4A05-A890-2BBBFA39F2E8}">
      <dgm:prSet/>
      <dgm:spPr/>
      <dgm:t>
        <a:bodyPr/>
        <a:lstStyle/>
        <a:p>
          <a:r>
            <a:rPr lang="it-IT" b="1" dirty="0"/>
            <a:t>Dinamico</a:t>
          </a:r>
          <a:r>
            <a:rPr lang="it-IT" dirty="0"/>
            <a:t> → verifica output del programma.</a:t>
          </a:r>
          <a:endParaRPr lang="en-US" dirty="0"/>
        </a:p>
      </dgm:t>
    </dgm:pt>
    <dgm:pt modelId="{0B0E473E-3ED1-4CFA-ACF2-DE345225F0CF}" type="parTrans" cxnId="{37DE1009-17EE-413A-89F2-655A62E7D9C8}">
      <dgm:prSet/>
      <dgm:spPr/>
      <dgm:t>
        <a:bodyPr/>
        <a:lstStyle/>
        <a:p>
          <a:endParaRPr lang="en-US"/>
        </a:p>
      </dgm:t>
    </dgm:pt>
    <dgm:pt modelId="{C7761DF2-33C4-4131-BBE6-6A6F42DE7B55}" type="sibTrans" cxnId="{37DE1009-17EE-413A-89F2-655A62E7D9C8}">
      <dgm:prSet/>
      <dgm:spPr/>
      <dgm:t>
        <a:bodyPr/>
        <a:lstStyle/>
        <a:p>
          <a:endParaRPr lang="en-US"/>
        </a:p>
      </dgm:t>
    </dgm:pt>
    <dgm:pt modelId="{2812BDF1-05C6-4395-A082-EC7BAE091DAF}" type="pres">
      <dgm:prSet presAssocID="{233F5E89-0677-4974-9155-98306D6095E2}" presName="Name0" presStyleCnt="0">
        <dgm:presLayoutVars>
          <dgm:dir/>
          <dgm:animLvl val="lvl"/>
          <dgm:resizeHandles val="exact"/>
        </dgm:presLayoutVars>
      </dgm:prSet>
      <dgm:spPr/>
    </dgm:pt>
    <dgm:pt modelId="{81AEAFD2-2A2F-4FB0-AB8A-0E21478EC3E1}" type="pres">
      <dgm:prSet presAssocID="{13A47247-3859-4394-8F6D-A8006A440648}" presName="boxAndChildren" presStyleCnt="0"/>
      <dgm:spPr/>
    </dgm:pt>
    <dgm:pt modelId="{BD151F6F-1EB5-427D-A3C1-AC89CF8858E1}" type="pres">
      <dgm:prSet presAssocID="{13A47247-3859-4394-8F6D-A8006A440648}" presName="parentTextBox" presStyleLbl="node1" presStyleIdx="0" presStyleCnt="3"/>
      <dgm:spPr/>
    </dgm:pt>
    <dgm:pt modelId="{910A82CA-D49B-431C-A2AD-92CA54567F76}" type="pres">
      <dgm:prSet presAssocID="{13A47247-3859-4394-8F6D-A8006A440648}" presName="entireBox" presStyleLbl="node1" presStyleIdx="0" presStyleCnt="3"/>
      <dgm:spPr/>
    </dgm:pt>
    <dgm:pt modelId="{D23B55B9-695D-45BA-AFBF-5533A6655938}" type="pres">
      <dgm:prSet presAssocID="{13A47247-3859-4394-8F6D-A8006A440648}" presName="descendantBox" presStyleCnt="0"/>
      <dgm:spPr/>
    </dgm:pt>
    <dgm:pt modelId="{28535F78-DFDB-4C3E-B35B-1078A59094F1}" type="pres">
      <dgm:prSet presAssocID="{55B2231F-507B-4F2B-9E44-284B3CE816BC}" presName="childTextBox" presStyleLbl="fgAccFollowNode1" presStyleIdx="0" presStyleCnt="2">
        <dgm:presLayoutVars>
          <dgm:bulletEnabled val="1"/>
        </dgm:presLayoutVars>
      </dgm:prSet>
      <dgm:spPr/>
    </dgm:pt>
    <dgm:pt modelId="{3677F827-8C38-4347-A4D7-D617B3EEAFFD}" type="pres">
      <dgm:prSet presAssocID="{F512DA35-5895-4A05-A890-2BBBFA39F2E8}" presName="childTextBox" presStyleLbl="fgAccFollowNode1" presStyleIdx="1" presStyleCnt="2">
        <dgm:presLayoutVars>
          <dgm:bulletEnabled val="1"/>
        </dgm:presLayoutVars>
      </dgm:prSet>
      <dgm:spPr/>
    </dgm:pt>
    <dgm:pt modelId="{3D48F1B7-5194-43B3-B4E5-0221F95C6DB3}" type="pres">
      <dgm:prSet presAssocID="{9DA33524-E5AF-4355-B045-1089FEA63A7F}" presName="sp" presStyleCnt="0"/>
      <dgm:spPr/>
    </dgm:pt>
    <dgm:pt modelId="{AE926641-8A65-4619-BA75-88552EF852F9}" type="pres">
      <dgm:prSet presAssocID="{8C94B6F9-CC70-4410-9AF7-DD7291A9F264}" presName="arrowAndChildren" presStyleCnt="0"/>
      <dgm:spPr/>
    </dgm:pt>
    <dgm:pt modelId="{E540CD6B-43AA-4CE3-9D6A-3F5E850BA22B}" type="pres">
      <dgm:prSet presAssocID="{8C94B6F9-CC70-4410-9AF7-DD7291A9F264}" presName="parentTextArrow" presStyleLbl="node1" presStyleIdx="1" presStyleCnt="3"/>
      <dgm:spPr/>
    </dgm:pt>
    <dgm:pt modelId="{3F023519-9838-477F-8604-02B38565C1FB}" type="pres">
      <dgm:prSet presAssocID="{30610E80-7EB7-40E9-896F-CB9E2340D26A}" presName="sp" presStyleCnt="0"/>
      <dgm:spPr/>
    </dgm:pt>
    <dgm:pt modelId="{A3809908-DEFD-4D46-B0B2-75A040282E06}" type="pres">
      <dgm:prSet presAssocID="{4A2A9896-7543-4754-BE9C-36F3ED585E74}" presName="arrowAndChildren" presStyleCnt="0"/>
      <dgm:spPr/>
    </dgm:pt>
    <dgm:pt modelId="{2022E101-BEB9-4C31-AA06-DA792E748458}" type="pres">
      <dgm:prSet presAssocID="{4A2A9896-7543-4754-BE9C-36F3ED585E74}" presName="parentTextArrow" presStyleLbl="node1" presStyleIdx="2" presStyleCnt="3"/>
      <dgm:spPr/>
    </dgm:pt>
  </dgm:ptLst>
  <dgm:cxnLst>
    <dgm:cxn modelId="{37DE1009-17EE-413A-89F2-655A62E7D9C8}" srcId="{13A47247-3859-4394-8F6D-A8006A440648}" destId="{F512DA35-5895-4A05-A890-2BBBFA39F2E8}" srcOrd="1" destOrd="0" parTransId="{0B0E473E-3ED1-4CFA-ACF2-DE345225F0CF}" sibTransId="{C7761DF2-33C4-4131-BBE6-6A6F42DE7B55}"/>
    <dgm:cxn modelId="{8DB05E67-2EA4-466D-8E99-EF1D30A375A5}" type="presOf" srcId="{8C94B6F9-CC70-4410-9AF7-DD7291A9F264}" destId="{E540CD6B-43AA-4CE3-9D6A-3F5E850BA22B}" srcOrd="0" destOrd="0" presId="urn:microsoft.com/office/officeart/2005/8/layout/process4"/>
    <dgm:cxn modelId="{DEA6BD47-3348-445E-BA64-FB6017CB44D5}" type="presOf" srcId="{13A47247-3859-4394-8F6D-A8006A440648}" destId="{BD151F6F-1EB5-427D-A3C1-AC89CF8858E1}" srcOrd="0" destOrd="0" presId="urn:microsoft.com/office/officeart/2005/8/layout/process4"/>
    <dgm:cxn modelId="{CA7F4851-D722-4349-A56A-14ED0835D586}" type="presOf" srcId="{233F5E89-0677-4974-9155-98306D6095E2}" destId="{2812BDF1-05C6-4395-A082-EC7BAE091DAF}" srcOrd="0" destOrd="0" presId="urn:microsoft.com/office/officeart/2005/8/layout/process4"/>
    <dgm:cxn modelId="{4EA80156-9AA8-45F5-95FF-431C6C0D5E5B}" type="presOf" srcId="{F512DA35-5895-4A05-A890-2BBBFA39F2E8}" destId="{3677F827-8C38-4347-A4D7-D617B3EEAFFD}" srcOrd="0" destOrd="0" presId="urn:microsoft.com/office/officeart/2005/8/layout/process4"/>
    <dgm:cxn modelId="{0B0EF385-FA66-4477-BD28-D70E9645F41E}" type="presOf" srcId="{55B2231F-507B-4F2B-9E44-284B3CE816BC}" destId="{28535F78-DFDB-4C3E-B35B-1078A59094F1}" srcOrd="0" destOrd="0" presId="urn:microsoft.com/office/officeart/2005/8/layout/process4"/>
    <dgm:cxn modelId="{D76CAE87-0096-4A4A-BFFF-FF7FA5A89363}" srcId="{13A47247-3859-4394-8F6D-A8006A440648}" destId="{55B2231F-507B-4F2B-9E44-284B3CE816BC}" srcOrd="0" destOrd="0" parTransId="{B736CDDF-BD66-449F-8AA2-E131EFA13879}" sibTransId="{1608D6F2-CF40-417C-A518-2B37AE662FF8}"/>
    <dgm:cxn modelId="{58F8F58B-02E4-42CD-BA7E-0955D3392BD7}" srcId="{233F5E89-0677-4974-9155-98306D6095E2}" destId="{8C94B6F9-CC70-4410-9AF7-DD7291A9F264}" srcOrd="1" destOrd="0" parTransId="{B21D82A6-E5B4-4CB4-B65B-B8CB5BCF7FC2}" sibTransId="{9DA33524-E5AF-4355-B045-1089FEA63A7F}"/>
    <dgm:cxn modelId="{C0E9F5BA-E6C9-428B-AFAA-6CEC9C2F0BFF}" srcId="{233F5E89-0677-4974-9155-98306D6095E2}" destId="{4A2A9896-7543-4754-BE9C-36F3ED585E74}" srcOrd="0" destOrd="0" parTransId="{67C211D6-0FBE-4323-B22C-483C56F67263}" sibTransId="{30610E80-7EB7-40E9-896F-CB9E2340D26A}"/>
    <dgm:cxn modelId="{433606E3-FC38-4DEE-92FA-02D48DDED1A1}" srcId="{233F5E89-0677-4974-9155-98306D6095E2}" destId="{13A47247-3859-4394-8F6D-A8006A440648}" srcOrd="2" destOrd="0" parTransId="{5DAEFD07-AEB9-49A9-A6A0-C48049D9C5CC}" sibTransId="{FC79D9BB-C4DD-489D-A63F-20A08F72E39A}"/>
    <dgm:cxn modelId="{79A8B8EC-FAEB-4657-B9D9-DE7D24E2ED39}" type="presOf" srcId="{13A47247-3859-4394-8F6D-A8006A440648}" destId="{910A82CA-D49B-431C-A2AD-92CA54567F76}" srcOrd="1" destOrd="0" presId="urn:microsoft.com/office/officeart/2005/8/layout/process4"/>
    <dgm:cxn modelId="{F535ADFD-67B8-49C1-8CF7-4C2C2292E515}" type="presOf" srcId="{4A2A9896-7543-4754-BE9C-36F3ED585E74}" destId="{2022E101-BEB9-4C31-AA06-DA792E748458}" srcOrd="0" destOrd="0" presId="urn:microsoft.com/office/officeart/2005/8/layout/process4"/>
    <dgm:cxn modelId="{B84A46C9-8987-46E0-A4E2-B2DBEF8FE2C6}" type="presParOf" srcId="{2812BDF1-05C6-4395-A082-EC7BAE091DAF}" destId="{81AEAFD2-2A2F-4FB0-AB8A-0E21478EC3E1}" srcOrd="0" destOrd="0" presId="urn:microsoft.com/office/officeart/2005/8/layout/process4"/>
    <dgm:cxn modelId="{127EA08D-F860-4115-8291-96E613F96B46}" type="presParOf" srcId="{81AEAFD2-2A2F-4FB0-AB8A-0E21478EC3E1}" destId="{BD151F6F-1EB5-427D-A3C1-AC89CF8858E1}" srcOrd="0" destOrd="0" presId="urn:microsoft.com/office/officeart/2005/8/layout/process4"/>
    <dgm:cxn modelId="{F80A35C6-7D12-492F-B765-B9A3B7B032B0}" type="presParOf" srcId="{81AEAFD2-2A2F-4FB0-AB8A-0E21478EC3E1}" destId="{910A82CA-D49B-431C-A2AD-92CA54567F76}" srcOrd="1" destOrd="0" presId="urn:microsoft.com/office/officeart/2005/8/layout/process4"/>
    <dgm:cxn modelId="{3B639821-92FE-41E6-8530-ACC1B8AD6EC5}" type="presParOf" srcId="{81AEAFD2-2A2F-4FB0-AB8A-0E21478EC3E1}" destId="{D23B55B9-695D-45BA-AFBF-5533A6655938}" srcOrd="2" destOrd="0" presId="urn:microsoft.com/office/officeart/2005/8/layout/process4"/>
    <dgm:cxn modelId="{2AFBBC1B-7E3E-4308-BE5B-661B81B7B609}" type="presParOf" srcId="{D23B55B9-695D-45BA-AFBF-5533A6655938}" destId="{28535F78-DFDB-4C3E-B35B-1078A59094F1}" srcOrd="0" destOrd="0" presId="urn:microsoft.com/office/officeart/2005/8/layout/process4"/>
    <dgm:cxn modelId="{3B155E62-452A-4A33-8306-E491A533535F}" type="presParOf" srcId="{D23B55B9-695D-45BA-AFBF-5533A6655938}" destId="{3677F827-8C38-4347-A4D7-D617B3EEAFFD}" srcOrd="1" destOrd="0" presId="urn:microsoft.com/office/officeart/2005/8/layout/process4"/>
    <dgm:cxn modelId="{8B60C5C0-4767-4EE2-891A-9C5045810A3A}" type="presParOf" srcId="{2812BDF1-05C6-4395-A082-EC7BAE091DAF}" destId="{3D48F1B7-5194-43B3-B4E5-0221F95C6DB3}" srcOrd="1" destOrd="0" presId="urn:microsoft.com/office/officeart/2005/8/layout/process4"/>
    <dgm:cxn modelId="{A7DD0B32-0286-4833-89D6-32BEA3C67011}" type="presParOf" srcId="{2812BDF1-05C6-4395-A082-EC7BAE091DAF}" destId="{AE926641-8A65-4619-BA75-88552EF852F9}" srcOrd="2" destOrd="0" presId="urn:microsoft.com/office/officeart/2005/8/layout/process4"/>
    <dgm:cxn modelId="{B46BA59E-3F83-4360-85DC-CF65ED98BF8A}" type="presParOf" srcId="{AE926641-8A65-4619-BA75-88552EF852F9}" destId="{E540CD6B-43AA-4CE3-9D6A-3F5E850BA22B}" srcOrd="0" destOrd="0" presId="urn:microsoft.com/office/officeart/2005/8/layout/process4"/>
    <dgm:cxn modelId="{2F797482-599D-461C-84D4-98CD81507AA1}" type="presParOf" srcId="{2812BDF1-05C6-4395-A082-EC7BAE091DAF}" destId="{3F023519-9838-477F-8604-02B38565C1FB}" srcOrd="3" destOrd="0" presId="urn:microsoft.com/office/officeart/2005/8/layout/process4"/>
    <dgm:cxn modelId="{6F8E21DA-38A5-4097-A365-C3365E86FE76}" type="presParOf" srcId="{2812BDF1-05C6-4395-A082-EC7BAE091DAF}" destId="{A3809908-DEFD-4D46-B0B2-75A040282E06}" srcOrd="4" destOrd="0" presId="urn:microsoft.com/office/officeart/2005/8/layout/process4"/>
    <dgm:cxn modelId="{C42049C7-C298-46AC-96E0-39651F4FAA85}" type="presParOf" srcId="{A3809908-DEFD-4D46-B0B2-75A040282E06}" destId="{2022E101-BEB9-4C31-AA06-DA792E748458}" srcOrd="0" destOrd="0" presId="urn:microsoft.com/office/officeart/2005/8/layout/process4"/>
  </dgm:cxnLst>
  <dgm:bg>
    <a:solidFill>
      <a:schemeClr val="accent2">
        <a:lumMod val="40000"/>
        <a:lumOff val="6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0A82CA-D49B-431C-A2AD-92CA54567F76}">
      <dsp:nvSpPr>
        <dsp:cNvPr id="0" name=""/>
        <dsp:cNvSpPr/>
      </dsp:nvSpPr>
      <dsp:spPr>
        <a:xfrm>
          <a:off x="0" y="3593351"/>
          <a:ext cx="5614987" cy="11794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/>
            <a:t>Costruzione dei prompt per LLM:</a:t>
          </a:r>
          <a:endParaRPr lang="en-US" sz="2200" kern="1200"/>
        </a:p>
      </dsp:txBody>
      <dsp:txXfrm>
        <a:off x="0" y="3593351"/>
        <a:ext cx="5614987" cy="636885"/>
      </dsp:txXfrm>
    </dsp:sp>
    <dsp:sp modelId="{28535F78-DFDB-4C3E-B35B-1078A59094F1}">
      <dsp:nvSpPr>
        <dsp:cNvPr id="0" name=""/>
        <dsp:cNvSpPr/>
      </dsp:nvSpPr>
      <dsp:spPr>
        <a:xfrm>
          <a:off x="0" y="4206648"/>
          <a:ext cx="2807493" cy="54253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kern="1200" dirty="0"/>
            <a:t>Statico</a:t>
          </a:r>
          <a:r>
            <a:rPr lang="it-IT" sz="1700" kern="1200" dirty="0"/>
            <a:t> → verifica correttezza del codice.</a:t>
          </a:r>
          <a:endParaRPr lang="en-US" sz="1700" kern="1200" dirty="0"/>
        </a:p>
      </dsp:txBody>
      <dsp:txXfrm>
        <a:off x="0" y="4206648"/>
        <a:ext cx="2807493" cy="542532"/>
      </dsp:txXfrm>
    </dsp:sp>
    <dsp:sp modelId="{3677F827-8C38-4347-A4D7-D617B3EEAFFD}">
      <dsp:nvSpPr>
        <dsp:cNvPr id="0" name=""/>
        <dsp:cNvSpPr/>
      </dsp:nvSpPr>
      <dsp:spPr>
        <a:xfrm>
          <a:off x="2807493" y="4206648"/>
          <a:ext cx="2807493" cy="542532"/>
        </a:xfrm>
        <a:prstGeom prst="rect">
          <a:avLst/>
        </a:prstGeom>
        <a:solidFill>
          <a:schemeClr val="accent2">
            <a:tint val="40000"/>
            <a:alpha val="90000"/>
            <a:hueOff val="-1630462"/>
            <a:satOff val="10447"/>
            <a:lumOff val="477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630462"/>
              <a:satOff val="10447"/>
              <a:lumOff val="4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kern="1200" dirty="0"/>
            <a:t>Dinamico</a:t>
          </a:r>
          <a:r>
            <a:rPr lang="it-IT" sz="1700" kern="1200" dirty="0"/>
            <a:t> → verifica output del programma.</a:t>
          </a:r>
          <a:endParaRPr lang="en-US" sz="1700" kern="1200" dirty="0"/>
        </a:p>
      </dsp:txBody>
      <dsp:txXfrm>
        <a:off x="2807493" y="4206648"/>
        <a:ext cx="2807493" cy="542532"/>
      </dsp:txXfrm>
    </dsp:sp>
    <dsp:sp modelId="{E540CD6B-43AA-4CE3-9D6A-3F5E850BA22B}">
      <dsp:nvSpPr>
        <dsp:cNvPr id="0" name=""/>
        <dsp:cNvSpPr/>
      </dsp:nvSpPr>
      <dsp:spPr>
        <a:xfrm rot="10800000">
          <a:off x="0" y="1797097"/>
          <a:ext cx="5614987" cy="1813944"/>
        </a:xfrm>
        <a:prstGeom prst="upArrowCallout">
          <a:avLst/>
        </a:prstGeom>
        <a:solidFill>
          <a:schemeClr val="accent2">
            <a:hueOff val="-665368"/>
            <a:satOff val="4108"/>
            <a:lumOff val="-58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/>
            <a:t>Identificazione dei blocchi TBD per analisi statica.</a:t>
          </a:r>
          <a:endParaRPr lang="en-US" sz="2200" kern="1200"/>
        </a:p>
      </dsp:txBody>
      <dsp:txXfrm rot="10800000">
        <a:off x="0" y="1797097"/>
        <a:ext cx="5614987" cy="1178646"/>
      </dsp:txXfrm>
    </dsp:sp>
    <dsp:sp modelId="{2022E101-BEB9-4C31-AA06-DA792E748458}">
      <dsp:nvSpPr>
        <dsp:cNvPr id="0" name=""/>
        <dsp:cNvSpPr/>
      </dsp:nvSpPr>
      <dsp:spPr>
        <a:xfrm rot="10800000">
          <a:off x="0" y="843"/>
          <a:ext cx="5614987" cy="1813944"/>
        </a:xfrm>
        <a:prstGeom prst="upArrowCallout">
          <a:avLst/>
        </a:prstGeom>
        <a:solidFill>
          <a:schemeClr val="accent2">
            <a:hueOff val="-1330735"/>
            <a:satOff val="8216"/>
            <a:lumOff val="-1176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/>
            <a:t>Estrazione codice e traccia tramite GitIngest.</a:t>
          </a:r>
          <a:endParaRPr lang="en-US" sz="2200" kern="1200"/>
        </a:p>
      </dsp:txBody>
      <dsp:txXfrm rot="10800000">
        <a:off x="0" y="843"/>
        <a:ext cx="5614987" cy="11786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63732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040190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42382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42902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164229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17005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84199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703015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77999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836460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80846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4865668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573745"/>
      </p:ext>
    </p:extLst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861816"/>
      </p:ext>
    </p:extLst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045967"/>
      </p:ext>
    </p:extLst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124525"/>
      </p:ext>
    </p:extLst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92622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1E45834-53BD-4C8F-B791-CD5378F4150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8989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ransition spd="slow">
    <p:wipe/>
  </p:transition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228C0E-4B44-AE91-0AC0-2C2B292407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36589F58-A08D-CE97-7557-37E4EE640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354" y="641546"/>
            <a:ext cx="11723833" cy="4564027"/>
          </a:xfrm>
        </p:spPr>
        <p:txBody>
          <a:bodyPr anchor="t">
            <a:normAutofit fontScale="90000"/>
          </a:bodyPr>
          <a:lstStyle/>
          <a:p>
            <a:r>
              <a:rPr lang="it-IT" sz="8000" dirty="0">
                <a:solidFill>
                  <a:srgbClr val="FFFFFF"/>
                </a:solidFill>
              </a:rPr>
              <a:t>LLM PER SO</a:t>
            </a:r>
            <a:br>
              <a:rPr lang="it-IT" sz="8000" dirty="0">
                <a:solidFill>
                  <a:srgbClr val="FFFFFF"/>
                </a:solidFill>
              </a:rPr>
            </a:br>
            <a:r>
              <a:rPr lang="it-IT" sz="8000" dirty="0">
                <a:solidFill>
                  <a:srgbClr val="FFFFFF"/>
                </a:solidFill>
              </a:rPr>
              <a:t>ESPERIMENTO 1.0</a:t>
            </a:r>
            <a:br>
              <a:rPr lang="it-IT" sz="8000" dirty="0">
                <a:solidFill>
                  <a:srgbClr val="FFFFFF"/>
                </a:solidFill>
              </a:rPr>
            </a:br>
            <a:r>
              <a:rPr lang="it-IT" sz="8000" dirty="0">
                <a:solidFill>
                  <a:srgbClr val="FFFFFF"/>
                </a:solidFill>
              </a:rPr>
              <a:t>(SECONDA PRESENTAZIONE)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E09D758-365D-156A-5234-C3086A4902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949" y="4953406"/>
            <a:ext cx="9257512" cy="1263047"/>
          </a:xfrm>
        </p:spPr>
        <p:txBody>
          <a:bodyPr anchor="b">
            <a:normAutofit/>
          </a:bodyPr>
          <a:lstStyle/>
          <a:p>
            <a:r>
              <a:rPr lang="it-IT" dirty="0">
                <a:solidFill>
                  <a:srgbClr val="FFFFFF"/>
                </a:solidFill>
              </a:rPr>
              <a:t>Tesi di laurea magistrale in Software Security </a:t>
            </a:r>
          </a:p>
          <a:p>
            <a:r>
              <a:rPr lang="it-IT" dirty="0">
                <a:solidFill>
                  <a:srgbClr val="FFFFFF"/>
                </a:solidFill>
              </a:rPr>
              <a:t>Andrea Esposito, M63001650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F7A069C-CC32-2115-EB4B-3687677A3594}"/>
              </a:ext>
            </a:extLst>
          </p:cNvPr>
          <p:cNvSpPr txBox="1"/>
          <p:nvPr/>
        </p:nvSpPr>
        <p:spPr>
          <a:xfrm>
            <a:off x="8904093" y="5847121"/>
            <a:ext cx="3101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(05/03/2026)</a:t>
            </a:r>
          </a:p>
        </p:txBody>
      </p:sp>
    </p:spTree>
    <p:extLst>
      <p:ext uri="{BB962C8B-B14F-4D97-AF65-F5344CB8AC3E}">
        <p14:creationId xmlns:p14="http://schemas.microsoft.com/office/powerpoint/2010/main" val="126348803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8E79BD-5D75-CD5F-75E6-EDDA212A3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Obiettivi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DE7DEB-E78E-8286-14C0-2000608E9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it-IT" dirty="0"/>
              <a:t>LLM </a:t>
            </a:r>
            <a:r>
              <a:rPr lang="it-IT" dirty="0" err="1"/>
              <a:t>judge</a:t>
            </a:r>
            <a:r>
              <a:rPr lang="it-IT" dirty="0"/>
              <a:t> riceve solo l'output di check statico e dinamico.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it-IT" dirty="0"/>
              <a:t>Divisione esito in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it-IT" dirty="0"/>
              <a:t>esecuzione (output) corretta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it-IT" dirty="0"/>
              <a:t>codice corretto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it-IT" dirty="0"/>
              <a:t>Bilanciamento esercizi corretti e non corretti prendendo l'ultimo non-corretto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it-IT" dirty="0"/>
              <a:t>Analisi singoli esercizi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it-IT" dirty="0"/>
              <a:t>Tenere traccia della vera causa di malfunzionamento(fallimento check dinamico oppure check statico)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it-IT" dirty="0"/>
              <a:t>Il </a:t>
            </a:r>
            <a:r>
              <a:rPr lang="it-IT" dirty="0" err="1"/>
              <a:t>judge</a:t>
            </a:r>
            <a:r>
              <a:rPr lang="it-IT" dirty="0"/>
              <a:t> riceve l'esito "vero" della analisi dinamica oppure della analisi statica, a seconda di quale sia il problema "vero" del programma dello studente</a:t>
            </a:r>
          </a:p>
        </p:txBody>
      </p:sp>
    </p:spTree>
    <p:extLst>
      <p:ext uri="{BB962C8B-B14F-4D97-AF65-F5344CB8AC3E}">
        <p14:creationId xmlns:p14="http://schemas.microsoft.com/office/powerpoint/2010/main" val="390661760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17844A-39E6-50FC-17BE-6F9E99F29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Dati utilizzati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C12828-0C70-3C6E-71D8-E3CBE2E8D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Raccolta dei dati a partire dagli ultimi </a:t>
            </a:r>
            <a:r>
              <a:rPr lang="it-IT" b="1" dirty="0" err="1"/>
              <a:t>commit</a:t>
            </a:r>
            <a:r>
              <a:rPr lang="it-IT" dirty="0"/>
              <a:t> </a:t>
            </a:r>
            <a:r>
              <a:rPr lang="it-IT" b="1" dirty="0"/>
              <a:t>non funzionanti</a:t>
            </a:r>
            <a:r>
              <a:rPr lang="it-IT" dirty="0"/>
              <a:t> per ciascuno studente.</a:t>
            </a:r>
          </a:p>
          <a:p>
            <a:r>
              <a:rPr lang="it-IT" dirty="0"/>
              <a:t>Bilanciamento tra casi </a:t>
            </a:r>
            <a:r>
              <a:rPr lang="it-IT" b="1" dirty="0"/>
              <a:t>corretti</a:t>
            </a:r>
            <a:r>
              <a:rPr lang="it-IT" dirty="0"/>
              <a:t> e </a:t>
            </a:r>
            <a:r>
              <a:rPr lang="it-IT" b="1" dirty="0"/>
              <a:t>non corretti</a:t>
            </a:r>
            <a:r>
              <a:rPr lang="it-IT" dirty="0"/>
              <a:t>.</a:t>
            </a:r>
          </a:p>
          <a:p>
            <a:r>
              <a:rPr lang="it-IT" dirty="0"/>
              <a:t>Iterazione per singolo esercizio:</a:t>
            </a:r>
          </a:p>
          <a:p>
            <a:pPr lvl="1"/>
            <a:r>
              <a:rPr lang="it-IT" dirty="0"/>
              <a:t>Studente → Esercizio → Analisi</a:t>
            </a:r>
          </a:p>
          <a:p>
            <a:r>
              <a:rPr lang="it-IT" dirty="0"/>
              <a:t>Isolamento del comportamento di ciascun esercizio per ogni studente.</a:t>
            </a:r>
          </a:p>
          <a:p>
            <a:r>
              <a:rPr lang="it-IT" b="1" dirty="0"/>
              <a:t>Ground truth di riferimento </a:t>
            </a:r>
            <a:r>
              <a:rPr lang="it-IT" dirty="0"/>
              <a:t>basata su soluzione dell’esercizio.</a:t>
            </a:r>
          </a:p>
          <a:p>
            <a:r>
              <a:rPr lang="it-IT" dirty="0"/>
              <a:t>Identificazione del tipo di fallimento:</a:t>
            </a:r>
          </a:p>
          <a:p>
            <a:pPr lvl="1"/>
            <a:r>
              <a:rPr lang="it-IT" b="1" dirty="0"/>
              <a:t>Statico</a:t>
            </a:r>
            <a:r>
              <a:rPr lang="it-IT" dirty="0"/>
              <a:t> → errore nel codice o errori rilevati da analisi statica.</a:t>
            </a:r>
          </a:p>
          <a:p>
            <a:pPr lvl="1"/>
            <a:r>
              <a:rPr lang="it-IT" b="1" dirty="0"/>
              <a:t>Dinamico</a:t>
            </a:r>
            <a:r>
              <a:rPr lang="it-IT" dirty="0"/>
              <a:t> → errori nell’esecuzione o risultati non conformi.</a:t>
            </a:r>
          </a:p>
        </p:txBody>
      </p:sp>
    </p:spTree>
    <p:extLst>
      <p:ext uri="{BB962C8B-B14F-4D97-AF65-F5344CB8AC3E}">
        <p14:creationId xmlns:p14="http://schemas.microsoft.com/office/powerpoint/2010/main" val="419019314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3C882B-3904-5353-9B9A-819E9AA8A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codice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77E0C3E-FDC8-9A6D-7156-7F688E5CC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Attraverso </a:t>
            </a:r>
            <a:r>
              <a:rPr lang="it-IT" b="1" dirty="0" err="1"/>
              <a:t>GitIngest</a:t>
            </a:r>
            <a:r>
              <a:rPr lang="it-IT" dirty="0"/>
              <a:t> viene effettuata la raccolta del contenuto del repository di ogni studente per ogni esercizio.</a:t>
            </a:r>
          </a:p>
          <a:p>
            <a:r>
              <a:rPr lang="it-IT" dirty="0"/>
              <a:t>Il Focus è stato incentrato sui soli </a:t>
            </a:r>
            <a:r>
              <a:rPr lang="it-IT" b="1" dirty="0"/>
              <a:t>blocchi di codice «TBD» </a:t>
            </a:r>
            <a:r>
              <a:rPr lang="it-IT" dirty="0"/>
              <a:t>per individuare errori o funzionalità mancanti.</a:t>
            </a:r>
          </a:p>
          <a:p>
            <a:r>
              <a:rPr lang="it-IT" dirty="0"/>
              <a:t>I</a:t>
            </a:r>
            <a:r>
              <a:rPr lang="it-IT" b="1" dirty="0"/>
              <a:t> </a:t>
            </a:r>
            <a:r>
              <a:rPr lang="it-IT" dirty="0"/>
              <a:t>contenuti vengono limitati per evitare </a:t>
            </a:r>
            <a:r>
              <a:rPr lang="it-IT" b="1" dirty="0" err="1"/>
              <a:t>timeout</a:t>
            </a:r>
            <a:r>
              <a:rPr lang="it-IT" b="1" dirty="0"/>
              <a:t> LLM</a:t>
            </a:r>
            <a:r>
              <a:rPr lang="it-IT" dirty="0"/>
              <a:t> dovuti a prompt troppo lunghi.</a:t>
            </a:r>
          </a:p>
        </p:txBody>
      </p:sp>
    </p:spTree>
    <p:extLst>
      <p:ext uri="{BB962C8B-B14F-4D97-AF65-F5344CB8AC3E}">
        <p14:creationId xmlns:p14="http://schemas.microsoft.com/office/powerpoint/2010/main" val="193747621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3A446B6-2204-48B8-A7C5-606E45BCA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4ABD543-5059-766D-3AF0-D4E129E99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965201"/>
            <a:ext cx="3505495" cy="4773612"/>
          </a:xfrm>
        </p:spPr>
        <p:txBody>
          <a:bodyPr anchor="ctr">
            <a:normAutofit/>
          </a:bodyPr>
          <a:lstStyle/>
          <a:p>
            <a:r>
              <a:rPr lang="it-IT">
                <a:solidFill>
                  <a:srgbClr val="EBEBEB"/>
                </a:solidFill>
              </a:rPr>
              <a:t>Flusso di analisi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F70932-2C39-4BA6-AA08-EF3AD899C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ounded Rectangle 9">
            <a:extLst>
              <a:ext uri="{FF2B5EF4-FFF2-40B4-BE49-F238E27FC236}">
                <a16:creationId xmlns:a16="http://schemas.microsoft.com/office/drawing/2014/main" id="{0FD39269-4644-4CAE-8A56-899A62A9C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484632"/>
            <a:ext cx="6584098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02302A5-B07A-48BB-9A56-89192DCCA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58453BCB-85E8-9AB2-9593-FBB7741416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7104476"/>
              </p:ext>
            </p:extLst>
          </p:nvPr>
        </p:nvGraphicFramePr>
        <p:xfrm>
          <a:off x="5608638" y="965200"/>
          <a:ext cx="5614987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23671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AB4F55-7C72-D22F-3741-0672BE70F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39" y="324899"/>
            <a:ext cx="9404723" cy="1400530"/>
          </a:xfrm>
        </p:spPr>
        <p:txBody>
          <a:bodyPr/>
          <a:lstStyle/>
          <a:p>
            <a:r>
              <a:rPr lang="it-IT" dirty="0"/>
              <a:t>Divisione esiti: Analisi Dinamica vs Analisi Statica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A0C6D87-6196-9922-FC76-73927550D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039" y="1853248"/>
            <a:ext cx="11375922" cy="492117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it-IT" dirty="0"/>
              <a:t>Attraverso </a:t>
            </a:r>
            <a:r>
              <a:rPr lang="it-IT" b="1" dirty="0"/>
              <a:t>2 prompt separati </a:t>
            </a:r>
            <a:r>
              <a:rPr lang="it-IT" dirty="0"/>
              <a:t>vengono effettuati: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b="1" dirty="0"/>
              <a:t>Check Dinamico</a:t>
            </a:r>
            <a:endParaRPr lang="it-IT" dirty="0"/>
          </a:p>
          <a:p>
            <a:r>
              <a:rPr lang="it-IT" b="1" dirty="0"/>
              <a:t>Input</a:t>
            </a:r>
            <a:r>
              <a:rPr lang="it-IT" dirty="0"/>
              <a:t> per LLM:</a:t>
            </a:r>
          </a:p>
          <a:p>
            <a:pPr lvl="1"/>
            <a:r>
              <a:rPr lang="it-IT" b="1" dirty="0"/>
              <a:t>Traccia</a:t>
            </a:r>
            <a:r>
              <a:rPr lang="it-IT" dirty="0"/>
              <a:t> (README.md)</a:t>
            </a:r>
          </a:p>
          <a:p>
            <a:pPr lvl="1"/>
            <a:r>
              <a:rPr lang="it-IT" b="1" dirty="0"/>
              <a:t>Output del programma</a:t>
            </a:r>
            <a:r>
              <a:rPr lang="it-IT" dirty="0"/>
              <a:t> (</a:t>
            </a:r>
            <a:r>
              <a:rPr lang="it-IT" dirty="0" err="1"/>
              <a:t>stdout</a:t>
            </a:r>
            <a:r>
              <a:rPr lang="it-IT" dirty="0"/>
              <a:t>)</a:t>
            </a:r>
          </a:p>
          <a:p>
            <a:pPr lvl="1"/>
            <a:r>
              <a:rPr lang="it-IT" b="1" dirty="0"/>
              <a:t>Errori del programma</a:t>
            </a:r>
            <a:r>
              <a:rPr lang="it-IT" dirty="0"/>
              <a:t> (</a:t>
            </a:r>
            <a:r>
              <a:rPr lang="it-IT" dirty="0" err="1"/>
              <a:t>stderr</a:t>
            </a:r>
            <a:r>
              <a:rPr lang="it-IT" dirty="0"/>
              <a:t>)</a:t>
            </a:r>
          </a:p>
          <a:p>
            <a:r>
              <a:rPr lang="it-IT" dirty="0"/>
              <a:t>Obiettivo: verificare se l’esecuzione produce risultati coerenti con la traccia, indipendentemente dal codice sorgente.</a:t>
            </a:r>
          </a:p>
          <a:p>
            <a:endParaRPr lang="it-IT" dirty="0"/>
          </a:p>
          <a:p>
            <a:pPr marL="0" indent="0">
              <a:buNone/>
            </a:pPr>
            <a:r>
              <a:rPr lang="it-IT" b="1" dirty="0"/>
              <a:t>Check Statico</a:t>
            </a:r>
            <a:endParaRPr lang="it-IT" dirty="0"/>
          </a:p>
          <a:p>
            <a:r>
              <a:rPr lang="it-IT" b="1" dirty="0"/>
              <a:t>Input</a:t>
            </a:r>
            <a:r>
              <a:rPr lang="it-IT" dirty="0"/>
              <a:t> per LLM:</a:t>
            </a:r>
          </a:p>
          <a:p>
            <a:pPr lvl="1"/>
            <a:r>
              <a:rPr lang="it-IT" b="1" dirty="0"/>
              <a:t>Traccia</a:t>
            </a:r>
            <a:r>
              <a:rPr lang="it-IT" dirty="0"/>
              <a:t> (README.md)</a:t>
            </a:r>
          </a:p>
          <a:p>
            <a:pPr lvl="1"/>
            <a:r>
              <a:rPr lang="it-IT" b="1" dirty="0"/>
              <a:t>Blocchi TBD</a:t>
            </a:r>
            <a:r>
              <a:rPr lang="it-IT" dirty="0"/>
              <a:t> dal codice sorgente</a:t>
            </a:r>
          </a:p>
          <a:p>
            <a:r>
              <a:rPr lang="it-IT" b="1" dirty="0"/>
              <a:t>Obiettivo</a:t>
            </a:r>
            <a:r>
              <a:rPr lang="it-IT" dirty="0"/>
              <a:t>: verificare se il codice è logicamente corretto e coerente con la traccia.</a:t>
            </a:r>
          </a:p>
          <a:p>
            <a:r>
              <a:rPr lang="it-IT" dirty="0"/>
              <a:t>Anche in caso di fallimento dinamico, il check statico viene sempre eseguito.</a:t>
            </a:r>
          </a:p>
        </p:txBody>
      </p:sp>
    </p:spTree>
    <p:extLst>
      <p:ext uri="{BB962C8B-B14F-4D97-AF65-F5344CB8AC3E}">
        <p14:creationId xmlns:p14="http://schemas.microsoft.com/office/powerpoint/2010/main" val="559199428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62C599-7F54-870E-A9BD-3B228839A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Funzione del LLM </a:t>
            </a:r>
            <a:r>
              <a:rPr lang="it-IT" dirty="0" err="1"/>
              <a:t>Judge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FE5D9AD-BC92-CB5B-9439-EA91EA373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504278"/>
            <a:ext cx="11322369" cy="5089562"/>
          </a:xfrm>
        </p:spPr>
        <p:txBody>
          <a:bodyPr>
            <a:normAutofit/>
          </a:bodyPr>
          <a:lstStyle/>
          <a:p>
            <a:r>
              <a:rPr lang="it-IT" sz="1800" b="1" dirty="0"/>
              <a:t>Analisi Dinamica:</a:t>
            </a:r>
          </a:p>
          <a:p>
            <a:pPr lvl="1"/>
            <a:r>
              <a:rPr lang="it-IT" sz="1600" dirty="0"/>
              <a:t>Se il problema reale è dinamico, il giudice verifica l'esito dinamico (output, </a:t>
            </a:r>
            <a:r>
              <a:rPr lang="it-IT" sz="1600" dirty="0" err="1"/>
              <a:t>stderr</a:t>
            </a:r>
            <a:r>
              <a:rPr lang="it-IT" sz="1600" dirty="0"/>
              <a:t>, etc.) rispetto alla ground truth dinamica.</a:t>
            </a:r>
          </a:p>
          <a:p>
            <a:pPr lvl="1"/>
            <a:r>
              <a:rPr lang="it-IT" sz="1600" dirty="0"/>
              <a:t>La valutazione si basa sulla coerenza tra l'output del programma e il risultato atteso.</a:t>
            </a:r>
          </a:p>
          <a:p>
            <a:r>
              <a:rPr lang="it-IT" sz="1800" b="1" dirty="0"/>
              <a:t>Analisi Statica:</a:t>
            </a:r>
          </a:p>
          <a:p>
            <a:pPr lvl="1"/>
            <a:r>
              <a:rPr lang="it-IT" sz="1600" dirty="0"/>
              <a:t>Se il problema reale è statico, il giudice confronta il codice dello studente con la soluzione di riferimento.</a:t>
            </a:r>
          </a:p>
          <a:p>
            <a:pPr lvl="1"/>
            <a:r>
              <a:rPr lang="it-IT" sz="1600" dirty="0"/>
              <a:t>Si verifica la presenza di violazioni strutturali, come funzioni mancanti, errori logici, o TBD.</a:t>
            </a:r>
          </a:p>
          <a:p>
            <a:pPr lvl="1"/>
            <a:r>
              <a:rPr lang="it-IT" sz="1600" dirty="0"/>
              <a:t>Inoltre, il giudice esamina i blocchi TBD e verifica che il codice sia coerente con la traccia (rispettando la logica e la struttura richiesta).</a:t>
            </a:r>
          </a:p>
          <a:p>
            <a:r>
              <a:rPr lang="it-IT" sz="1800" b="1" dirty="0"/>
              <a:t>Confronto con la Ground Truth</a:t>
            </a:r>
          </a:p>
          <a:p>
            <a:r>
              <a:rPr lang="it-IT" sz="1800" dirty="0"/>
              <a:t>Entrambe le analisi (dinamica e statica) alimentano la decisione finale:</a:t>
            </a:r>
          </a:p>
          <a:p>
            <a:pPr lvl="1"/>
            <a:r>
              <a:rPr lang="it-IT" sz="1600" dirty="0"/>
              <a:t>Giudizio finale: il giudice valuta la correttezza del risultato rispetto alla vera causa (dinamica o statica).</a:t>
            </a:r>
          </a:p>
          <a:p>
            <a:pPr lvl="1"/>
            <a:r>
              <a:rPr lang="it-IT" sz="1600" dirty="0"/>
              <a:t>Il giudice emette una classificazione corretta o meno, motivando la risposta in base alla ground truth e alla diagnosi.</a:t>
            </a:r>
          </a:p>
          <a:p>
            <a:endParaRPr lang="it-IT" sz="1800" dirty="0"/>
          </a:p>
          <a:p>
            <a:endParaRPr lang="it-IT" sz="1800" dirty="0"/>
          </a:p>
        </p:txBody>
      </p:sp>
    </p:spTree>
    <p:extLst>
      <p:ext uri="{BB962C8B-B14F-4D97-AF65-F5344CB8AC3E}">
        <p14:creationId xmlns:p14="http://schemas.microsoft.com/office/powerpoint/2010/main" val="249069255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4F031E-82FC-0679-8928-A2B3D596E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 di risultato (1)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0DF8B56F-3DF5-4D26-AC06-BEA1E4A82D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9352406"/>
              </p:ext>
            </p:extLst>
          </p:nvPr>
        </p:nvGraphicFramePr>
        <p:xfrm>
          <a:off x="154853" y="1192311"/>
          <a:ext cx="11663521" cy="5643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813">
                  <a:extLst>
                    <a:ext uri="{9D8B030D-6E8A-4147-A177-3AD203B41FA5}">
                      <a16:colId xmlns:a16="http://schemas.microsoft.com/office/drawing/2014/main" val="1875058376"/>
                    </a:ext>
                  </a:extLst>
                </a:gridCol>
                <a:gridCol w="832113">
                  <a:extLst>
                    <a:ext uri="{9D8B030D-6E8A-4147-A177-3AD203B41FA5}">
                      <a16:colId xmlns:a16="http://schemas.microsoft.com/office/drawing/2014/main" val="2729272592"/>
                    </a:ext>
                  </a:extLst>
                </a:gridCol>
                <a:gridCol w="777782">
                  <a:extLst>
                    <a:ext uri="{9D8B030D-6E8A-4147-A177-3AD203B41FA5}">
                      <a16:colId xmlns:a16="http://schemas.microsoft.com/office/drawing/2014/main" val="2911452443"/>
                    </a:ext>
                  </a:extLst>
                </a:gridCol>
                <a:gridCol w="471949">
                  <a:extLst>
                    <a:ext uri="{9D8B030D-6E8A-4147-A177-3AD203B41FA5}">
                      <a16:colId xmlns:a16="http://schemas.microsoft.com/office/drawing/2014/main" val="2959452781"/>
                    </a:ext>
                  </a:extLst>
                </a:gridCol>
                <a:gridCol w="470907">
                  <a:extLst>
                    <a:ext uri="{9D8B030D-6E8A-4147-A177-3AD203B41FA5}">
                      <a16:colId xmlns:a16="http://schemas.microsoft.com/office/drawing/2014/main" val="1078437898"/>
                    </a:ext>
                  </a:extLst>
                </a:gridCol>
                <a:gridCol w="627198">
                  <a:extLst>
                    <a:ext uri="{9D8B030D-6E8A-4147-A177-3AD203B41FA5}">
                      <a16:colId xmlns:a16="http://schemas.microsoft.com/office/drawing/2014/main" val="3324487126"/>
                    </a:ext>
                  </a:extLst>
                </a:gridCol>
                <a:gridCol w="606543">
                  <a:extLst>
                    <a:ext uri="{9D8B030D-6E8A-4147-A177-3AD203B41FA5}">
                      <a16:colId xmlns:a16="http://schemas.microsoft.com/office/drawing/2014/main" val="2402471246"/>
                    </a:ext>
                  </a:extLst>
                </a:gridCol>
                <a:gridCol w="1940657">
                  <a:extLst>
                    <a:ext uri="{9D8B030D-6E8A-4147-A177-3AD203B41FA5}">
                      <a16:colId xmlns:a16="http://schemas.microsoft.com/office/drawing/2014/main" val="457757330"/>
                    </a:ext>
                  </a:extLst>
                </a:gridCol>
                <a:gridCol w="599767">
                  <a:extLst>
                    <a:ext uri="{9D8B030D-6E8A-4147-A177-3AD203B41FA5}">
                      <a16:colId xmlns:a16="http://schemas.microsoft.com/office/drawing/2014/main" val="75598170"/>
                    </a:ext>
                  </a:extLst>
                </a:gridCol>
                <a:gridCol w="1681316">
                  <a:extLst>
                    <a:ext uri="{9D8B030D-6E8A-4147-A177-3AD203B41FA5}">
                      <a16:colId xmlns:a16="http://schemas.microsoft.com/office/drawing/2014/main" val="963411808"/>
                    </a:ext>
                  </a:extLst>
                </a:gridCol>
                <a:gridCol w="648930">
                  <a:extLst>
                    <a:ext uri="{9D8B030D-6E8A-4147-A177-3AD203B41FA5}">
                      <a16:colId xmlns:a16="http://schemas.microsoft.com/office/drawing/2014/main" val="27591704"/>
                    </a:ext>
                  </a:extLst>
                </a:gridCol>
                <a:gridCol w="786580">
                  <a:extLst>
                    <a:ext uri="{9D8B030D-6E8A-4147-A177-3AD203B41FA5}">
                      <a16:colId xmlns:a16="http://schemas.microsoft.com/office/drawing/2014/main" val="228824343"/>
                    </a:ext>
                  </a:extLst>
                </a:gridCol>
                <a:gridCol w="835742">
                  <a:extLst>
                    <a:ext uri="{9D8B030D-6E8A-4147-A177-3AD203B41FA5}">
                      <a16:colId xmlns:a16="http://schemas.microsoft.com/office/drawing/2014/main" val="2134066566"/>
                    </a:ext>
                  </a:extLst>
                </a:gridCol>
                <a:gridCol w="661224">
                  <a:extLst>
                    <a:ext uri="{9D8B030D-6E8A-4147-A177-3AD203B41FA5}">
                      <a16:colId xmlns:a16="http://schemas.microsoft.com/office/drawing/2014/main" val="1278294766"/>
                    </a:ext>
                  </a:extLst>
                </a:gridCol>
              </a:tblGrid>
              <a:tr h="1088471">
                <a:tc>
                  <a:txBody>
                    <a:bodyPr/>
                    <a:lstStyle/>
                    <a:p>
                      <a:r>
                        <a:rPr lang="it-IT" sz="1200" dirty="0" err="1"/>
                        <a:t>student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 err="1"/>
                        <a:t>exercise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 err="1"/>
                        <a:t>commit_analyzed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 err="1"/>
                        <a:t>compile_success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 err="1"/>
                        <a:t>test_success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 err="1"/>
                        <a:t>true_cause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 err="1"/>
                        <a:t>llm_esecuzione_corretta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 err="1"/>
                        <a:t>llm_diagnosi_esecuzione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 err="1"/>
                        <a:t>llm_codice_corretto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 err="1"/>
                        <a:t>llm_diagnosi_codice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 err="1"/>
                        <a:t>errore_file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 err="1"/>
                        <a:t>errore_linea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 err="1"/>
                        <a:t>judge_corretto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 err="1"/>
                        <a:t>judge_motivazione</a:t>
                      </a:r>
                      <a:endParaRPr lang="it-IT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492581"/>
                  </a:ext>
                </a:extLst>
              </a:tr>
              <a:tr h="4555245">
                <a:tc>
                  <a:txBody>
                    <a:bodyPr/>
                    <a:lstStyle/>
                    <a:p>
                      <a:r>
                        <a:rPr lang="it-IT" sz="1200" dirty="0"/>
                        <a:t>Beccio-san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 err="1"/>
                        <a:t>remote_procedure_call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d04f860f26f54a49a81b60c799c5aa434c702b2a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 err="1"/>
                        <a:t>dynamic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Il programma presenta errori di </a:t>
                      </a:r>
                      <a:r>
                        <a:rPr lang="it-IT" sz="1200" dirty="0" err="1"/>
                        <a:t>runtime</a:t>
                      </a:r>
                      <a:r>
                        <a:rPr lang="it-IT" sz="1200" dirty="0"/>
                        <a:t>, come evidenziato dalle righe di output su STDERR. In particolare, l'utilizzo di `</a:t>
                      </a:r>
                      <a:r>
                        <a:rPr lang="it-IT" sz="1200" dirty="0" err="1"/>
                        <a:t>ipcrm</a:t>
                      </a:r>
                      <a:r>
                        <a:rPr lang="it-IT" sz="1200" dirty="0"/>
                        <a:t>` con ID non validi suggerisce che ci sia un problema nella gestione delle risorse del sistema operativo. E’ probabile che il problema si concentri sulla gestione dei </a:t>
                      </a:r>
                      <a:r>
                        <a:rPr lang="it-IT" sz="1200" dirty="0" err="1"/>
                        <a:t>thread</a:t>
                      </a:r>
                      <a:r>
                        <a:rPr lang="it-IT" sz="1200" dirty="0"/>
                        <a:t> Worker nel Server o sulla comunicazione tra Client e Server.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I blocchi TBD non sono logicamente corretti. Nel blocco TBD \"Ricevere un messaggio di risposta\" manca la logica per estrarre il valore di ritorno e l'errore dal messaggio di risposta.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 err="1"/>
                        <a:t>prodcons_client.c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8198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8541978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EF99D7-0D0B-33C5-8DBD-EC0EB9C06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609601"/>
            <a:ext cx="6246093" cy="1675975"/>
          </a:xfrm>
        </p:spPr>
        <p:txBody>
          <a:bodyPr>
            <a:normAutofit/>
          </a:bodyPr>
          <a:lstStyle/>
          <a:p>
            <a:r>
              <a:rPr lang="it-IT" dirty="0"/>
              <a:t>Esempio di risultato(2)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29B3E65D-92C6-D741-F45E-2FFA27DE59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4" b="1490"/>
          <a:stretch>
            <a:fillRect/>
          </a:stretch>
        </p:blipFill>
        <p:spPr>
          <a:xfrm>
            <a:off x="7063992" y="177008"/>
            <a:ext cx="4480308" cy="394998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39" name="Rectangle 25">
            <a:extLst>
              <a:ext uri="{FF2B5EF4-FFF2-40B4-BE49-F238E27FC236}">
                <a16:creationId xmlns:a16="http://schemas.microsoft.com/office/drawing/2014/main" id="{1D021987-9E00-4FAD-B2EB-1BA4EFAE8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9422DB6F-CC51-FF66-7A80-E4FF1BFEB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175" y="2484544"/>
            <a:ext cx="6253484" cy="3763855"/>
          </a:xfrm>
        </p:spPr>
        <p:txBody>
          <a:bodyPr>
            <a:normAutofit/>
          </a:bodyPr>
          <a:lstStyle/>
          <a:p>
            <a:r>
              <a:rPr lang="it-IT" dirty="0"/>
              <a:t>LLM primario ha rilevato che il codice non è corretto:</a:t>
            </a:r>
          </a:p>
          <a:p>
            <a:r>
              <a:rPr lang="it-IT" dirty="0"/>
              <a:t>Nei blocchi TBD per ricevere risposte (</a:t>
            </a:r>
            <a:r>
              <a:rPr lang="it-IT" dirty="0" err="1"/>
              <a:t>msgrcv</a:t>
            </a:r>
            <a:r>
              <a:rPr lang="it-IT" dirty="0"/>
              <a:t>) non viene estratto correttamente il risultato e il codice errore.</a:t>
            </a:r>
          </a:p>
          <a:p>
            <a:r>
              <a:rPr lang="it-IT" dirty="0"/>
              <a:t>Il risultato è compatibile con quanto fornito attraverso il processo di valutazione attuale.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03FEE046-AEF3-980D-22B5-758974C086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546" r="-4" b="20522"/>
          <a:stretch>
            <a:fillRect/>
          </a:stretch>
        </p:blipFill>
        <p:spPr>
          <a:xfrm>
            <a:off x="6993653" y="4233311"/>
            <a:ext cx="5048938" cy="254932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0160189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8363AB-38CE-3AC2-1065-EC960CDCA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effettuate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E8E244F-E0E7-6602-DF9C-C278A7003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890" y="1671484"/>
            <a:ext cx="9046963" cy="45769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Su un totale di 75 esercizi sono state condotte le seguenti analisi: </a:t>
            </a:r>
          </a:p>
          <a:p>
            <a:r>
              <a:rPr lang="it-IT" dirty="0"/>
              <a:t>Distribuzione </a:t>
            </a:r>
            <a:r>
              <a:rPr lang="it-IT" dirty="0" err="1"/>
              <a:t>compile_success</a:t>
            </a:r>
            <a:r>
              <a:rPr lang="it-IT" dirty="0"/>
              <a:t> e </a:t>
            </a:r>
            <a:r>
              <a:rPr lang="it-IT" dirty="0" err="1"/>
              <a:t>test_success</a:t>
            </a:r>
            <a:r>
              <a:rPr lang="it-IT" dirty="0"/>
              <a:t>.</a:t>
            </a:r>
          </a:p>
          <a:p>
            <a:r>
              <a:rPr lang="it-IT" dirty="0"/>
              <a:t>Distribuzione per fallimento vero(</a:t>
            </a:r>
            <a:r>
              <a:rPr lang="it-IT" dirty="0" err="1"/>
              <a:t>true_cause</a:t>
            </a:r>
            <a:r>
              <a:rPr lang="it-IT" dirty="0"/>
              <a:t>) check statici, check dinamici e funzionanti (solo su esercizi che compilano).</a:t>
            </a:r>
          </a:p>
          <a:p>
            <a:r>
              <a:rPr lang="it-IT" dirty="0"/>
              <a:t>Distribuzione esecuzione corretta e distribuzione codice corretto.</a:t>
            </a:r>
          </a:p>
          <a:p>
            <a:r>
              <a:rPr lang="it-IT" dirty="0"/>
              <a:t>Matrice di confusione LLM primario check statici vs ground truth (</a:t>
            </a:r>
            <a:r>
              <a:rPr lang="it-IT" dirty="0" err="1"/>
              <a:t>llm_codice_corretto</a:t>
            </a:r>
            <a:r>
              <a:rPr lang="it-IT" dirty="0"/>
              <a:t>=NO, </a:t>
            </a:r>
            <a:r>
              <a:rPr lang="it-IT" dirty="0" err="1"/>
              <a:t>true_cause</a:t>
            </a:r>
            <a:r>
              <a:rPr lang="it-IT" dirty="0"/>
              <a:t>=</a:t>
            </a:r>
            <a:r>
              <a:rPr lang="it-IT" dirty="0" err="1"/>
              <a:t>static</a:t>
            </a:r>
            <a:r>
              <a:rPr lang="it-IT" dirty="0"/>
              <a:t> ) e check dinamici vs ground truth (</a:t>
            </a:r>
            <a:r>
              <a:rPr lang="it-IT" dirty="0" err="1"/>
              <a:t>llm_esecuzione_corretta</a:t>
            </a:r>
            <a:r>
              <a:rPr lang="it-IT" dirty="0"/>
              <a:t>=NO, </a:t>
            </a:r>
            <a:r>
              <a:rPr lang="it-IT" dirty="0" err="1"/>
              <a:t>true_cause</a:t>
            </a:r>
            <a:r>
              <a:rPr lang="it-IT" dirty="0"/>
              <a:t>=</a:t>
            </a:r>
            <a:r>
              <a:rPr lang="it-IT" dirty="0" err="1"/>
              <a:t>dynamic</a:t>
            </a:r>
            <a:r>
              <a:rPr lang="it-IT" dirty="0"/>
              <a:t> ) su esercizi che compilano.</a:t>
            </a:r>
          </a:p>
          <a:p>
            <a:r>
              <a:rPr lang="it-IT" dirty="0"/>
              <a:t>Distribuzione </a:t>
            </a:r>
            <a:r>
              <a:rPr lang="it-IT" dirty="0" err="1"/>
              <a:t>judge_corretto</a:t>
            </a:r>
            <a:r>
              <a:rPr lang="it-IT" dirty="0"/>
              <a:t> SI e NO.</a:t>
            </a:r>
          </a:p>
        </p:txBody>
      </p:sp>
    </p:spTree>
    <p:extLst>
      <p:ext uri="{BB962C8B-B14F-4D97-AF65-F5344CB8AC3E}">
        <p14:creationId xmlns:p14="http://schemas.microsoft.com/office/powerpoint/2010/main" val="2218945759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8766DE-826F-5A29-26E8-02398D961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Distribuzione </a:t>
            </a:r>
            <a:r>
              <a:rPr lang="it-IT" dirty="0" err="1"/>
              <a:t>compile_success</a:t>
            </a:r>
            <a:br>
              <a:rPr lang="it-IT" dirty="0"/>
            </a:br>
            <a:endParaRPr lang="it-IT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723E0170-6237-61F9-4C64-0A6A06AFF9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713" y="2052638"/>
            <a:ext cx="5594349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275298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A5BC66-7C60-C8EB-A2BC-02ED8C753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Distribuzione </a:t>
            </a:r>
            <a:r>
              <a:rPr lang="it-IT" dirty="0" err="1"/>
              <a:t>test_success</a:t>
            </a:r>
            <a:endParaRPr lang="it-IT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2BC952F0-C461-3452-6B84-71684DDB12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713" y="2052638"/>
            <a:ext cx="5594349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807186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74DCEF-BF1A-4B21-431C-51B612A94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Distribuzione Ground Truth</a:t>
            </a:r>
            <a:br>
              <a:rPr lang="it-IT" dirty="0"/>
            </a:br>
            <a:endParaRPr lang="it-IT" dirty="0"/>
          </a:p>
        </p:txBody>
      </p:sp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FA71C9FD-0B6F-B9F7-44C5-F32464CF01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713" y="2052638"/>
            <a:ext cx="5594349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031227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EF562D-5DDE-44D6-3B61-C1337F48B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Distribuzione Analisi Dinamica – LLM Primario</a:t>
            </a:r>
          </a:p>
        </p:txBody>
      </p:sp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95E032D1-B046-FD28-0E4F-F0EABE540D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713" y="2052638"/>
            <a:ext cx="5594349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151322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E6E12C-0F28-4D51-6E1F-1D8987B86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813" y="383458"/>
            <a:ext cx="10058400" cy="1366684"/>
          </a:xfrm>
        </p:spPr>
        <p:txBody>
          <a:bodyPr/>
          <a:lstStyle/>
          <a:p>
            <a:r>
              <a:rPr lang="it-IT" dirty="0"/>
              <a:t>Distribuzione </a:t>
            </a:r>
            <a:r>
              <a:rPr lang="it-IT" dirty="0" err="1"/>
              <a:t>Static</a:t>
            </a:r>
            <a:r>
              <a:rPr lang="it-IT" dirty="0"/>
              <a:t> Analysis - LLM Primario</a:t>
            </a:r>
          </a:p>
        </p:txBody>
      </p:sp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75EB7548-8EF9-56BD-2EA6-288A13BDBA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713" y="2052638"/>
            <a:ext cx="5594349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76258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A4FE0A-4A89-0E3A-9686-5B1AE2E5D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Confusion</a:t>
            </a:r>
            <a:r>
              <a:rPr lang="it-IT" dirty="0"/>
              <a:t> Matrix - Check Statico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3FCBD24E-03F5-3756-0B5C-213CDF088A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713" y="2052638"/>
            <a:ext cx="5594349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921222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841B17-113C-065A-1F41-4FA778183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Confusion</a:t>
            </a:r>
            <a:r>
              <a:rPr lang="it-IT" dirty="0"/>
              <a:t> Matrix - Check Dinamico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C4600422-D0B5-D15C-EF23-193D16E658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713" y="2052638"/>
            <a:ext cx="5594349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226056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132122-7B1C-09DD-A3CD-1FDBE936F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Distribuzione Giudice</a:t>
            </a:r>
          </a:p>
        </p:txBody>
      </p:sp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97F950E0-7377-D59D-5DDB-D8F02D3776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3285" y="2209520"/>
            <a:ext cx="5594349" cy="4195762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CAD660C-9AB2-01D3-D4E6-A2E61A9E554B}"/>
              </a:ext>
            </a:extLst>
          </p:cNvPr>
          <p:cNvSpPr txBox="1"/>
          <p:nvPr/>
        </p:nvSpPr>
        <p:spPr>
          <a:xfrm>
            <a:off x="646111" y="1471853"/>
            <a:ext cx="5594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Nel 45.33 % dei casi il giudice ritiene corretta la diagnosi del LLM Primario.</a:t>
            </a:r>
          </a:p>
        </p:txBody>
      </p:sp>
    </p:spTree>
    <p:extLst>
      <p:ext uri="{BB962C8B-B14F-4D97-AF65-F5344CB8AC3E}">
        <p14:creationId xmlns:p14="http://schemas.microsoft.com/office/powerpoint/2010/main" val="4220015743"/>
      </p:ext>
    </p:extLst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e">
  <a:themeElements>
    <a:clrScheme name="Ione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e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e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</TotalTime>
  <Words>937</Words>
  <Application>Microsoft Office PowerPoint</Application>
  <PresentationFormat>Widescreen</PresentationFormat>
  <Paragraphs>109</Paragraphs>
  <Slides>18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2" baseType="lpstr">
      <vt:lpstr>Century Gothic</vt:lpstr>
      <vt:lpstr>Wingdings</vt:lpstr>
      <vt:lpstr>Wingdings 3</vt:lpstr>
      <vt:lpstr>Ione</vt:lpstr>
      <vt:lpstr>LLM PER SO ESPERIMENTO 1.0 (SECONDA PRESENTAZIONE)</vt:lpstr>
      <vt:lpstr>Obiettivi</vt:lpstr>
      <vt:lpstr>Dati utilizzati </vt:lpstr>
      <vt:lpstr>Analisi codice</vt:lpstr>
      <vt:lpstr>Flusso di analisi</vt:lpstr>
      <vt:lpstr>Divisione esiti: Analisi Dinamica vs Analisi Statica</vt:lpstr>
      <vt:lpstr>Funzione del LLM Judge</vt:lpstr>
      <vt:lpstr>Esempio di risultato (1)</vt:lpstr>
      <vt:lpstr>Esempio di risultato(2)</vt:lpstr>
      <vt:lpstr>Analisi effettuate</vt:lpstr>
      <vt:lpstr>Distribuzione compile_success </vt:lpstr>
      <vt:lpstr>Distribuzione test_success</vt:lpstr>
      <vt:lpstr>Distribuzione Ground Truth </vt:lpstr>
      <vt:lpstr>Distribuzione Analisi Dinamica – LLM Primario</vt:lpstr>
      <vt:lpstr>Distribuzione Static Analysis - LLM Primario</vt:lpstr>
      <vt:lpstr>Confusion Matrix - Check Statico</vt:lpstr>
      <vt:lpstr>Confusion Matrix - Check Dinamico</vt:lpstr>
      <vt:lpstr>Distribuzione Giudice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Esposito</dc:creator>
  <cp:lastModifiedBy>Andrea Esposito</cp:lastModifiedBy>
  <cp:revision>1</cp:revision>
  <dcterms:created xsi:type="dcterms:W3CDTF">2026-03-04T09:44:22Z</dcterms:created>
  <dcterms:modified xsi:type="dcterms:W3CDTF">2026-03-05T12:59:28Z</dcterms:modified>
</cp:coreProperties>
</file>