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23"/>
  </p:notesMasterIdLst>
  <p:sldIdLst>
    <p:sldId id="257" r:id="rId3"/>
    <p:sldId id="258" r:id="rId4"/>
    <p:sldId id="259" r:id="rId5"/>
    <p:sldId id="297" r:id="rId6"/>
    <p:sldId id="298" r:id="rId7"/>
    <p:sldId id="302" r:id="rId8"/>
    <p:sldId id="299" r:id="rId9"/>
    <p:sldId id="300" r:id="rId10"/>
    <p:sldId id="301" r:id="rId11"/>
    <p:sldId id="291" r:id="rId12"/>
    <p:sldId id="290" r:id="rId13"/>
    <p:sldId id="266" r:id="rId14"/>
    <p:sldId id="264" r:id="rId15"/>
    <p:sldId id="278" r:id="rId16"/>
    <p:sldId id="279" r:id="rId17"/>
    <p:sldId id="280" r:id="rId18"/>
    <p:sldId id="281" r:id="rId19"/>
    <p:sldId id="282" r:id="rId20"/>
    <p:sldId id="288" r:id="rId21"/>
    <p:sldId id="292" r:id="rId2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1A425-22B4-4907-B89F-8E855704EB38}" v="121" dt="2026-04-01T10:33:27.678"/>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pc:chgData name="Andrea Esposito" userId="af663d4e0f6c8da9" providerId="LiveId" clId="{262502FB-FC54-43DB-AB78-73175A28E98A}" dt="2026-04-01T10:48:39.222" v="7619" actId="20577"/>
      <pc:docMkLst>
        <pc:docMk/>
      </pc:docMkLst>
      <pc:sldChg chg="modSp mod">
        <pc:chgData name="Andrea Esposito" userId="af663d4e0f6c8da9" providerId="LiveId" clId="{262502FB-FC54-43DB-AB78-73175A28E98A}" dt="2026-03-30T14:05:54.946" v="3993" actId="20577"/>
        <pc:sldMkLst>
          <pc:docMk/>
          <pc:sldMk cId="1263488033" sldId="257"/>
        </pc:sldMkLst>
        <pc:spChg chg="mod">
          <ac:chgData name="Andrea Esposito" userId="af663d4e0f6c8da9" providerId="LiveId" clId="{262502FB-FC54-43DB-AB78-73175A28E98A}" dt="2026-03-30T14:05:44.892" v="3987" actId="20577"/>
          <ac:spMkLst>
            <pc:docMk/>
            <pc:sldMk cId="1263488033" sldId="257"/>
            <ac:spMk id="2" creationId="{36589F58-A08D-CE97-7557-37E4EE640150}"/>
          </ac:spMkLst>
        </pc:spChg>
        <pc:spChg chg="mod">
          <ac:chgData name="Andrea Esposito" userId="af663d4e0f6c8da9" providerId="LiveId" clId="{262502FB-FC54-43DB-AB78-73175A28E98A}" dt="2026-03-30T14:05:54.946" v="3993" actId="20577"/>
          <ac:spMkLst>
            <pc:docMk/>
            <pc:sldMk cId="1263488033" sldId="257"/>
            <ac:spMk id="5" creationId="{5F7A069C-CC32-2115-EB4B-3687677A3594}"/>
          </ac:spMkLst>
        </pc:spChg>
      </pc:sldChg>
      <pc:sldChg chg="addSp modSp mod">
        <pc:chgData name="Andrea Esposito" userId="af663d4e0f6c8da9" providerId="LiveId" clId="{262502FB-FC54-43DB-AB78-73175A28E98A}" dt="2026-04-01T09:03:19.347" v="6741" actId="20577"/>
        <pc:sldMkLst>
          <pc:docMk/>
          <pc:sldMk cId="390661760" sldId="258"/>
        </pc:sldMkLst>
        <pc:spChg chg="mod">
          <ac:chgData name="Andrea Esposito" userId="af663d4e0f6c8da9" providerId="LiveId" clId="{262502FB-FC54-43DB-AB78-73175A28E98A}" dt="2026-04-01T09:03:19.347" v="6741" actId="20577"/>
          <ac:spMkLst>
            <pc:docMk/>
            <pc:sldMk cId="390661760" sldId="258"/>
            <ac:spMk id="3" creationId="{71DE7DEB-E78E-8286-14C0-2000608E9251}"/>
          </ac:spMkLst>
        </pc:spChg>
      </pc:sldChg>
      <pc:sldChg chg="addSp delSp modSp mod setBg">
        <pc:chgData name="Andrea Esposito" userId="af663d4e0f6c8da9" providerId="LiveId" clId="{262502FB-FC54-43DB-AB78-73175A28E98A}" dt="2026-04-01T09:37:22.004" v="6776" actId="113"/>
        <pc:sldMkLst>
          <pc:docMk/>
          <pc:sldMk cId="193747621" sldId="259"/>
        </pc:sldMkLst>
        <pc:spChg chg="mod">
          <ac:chgData name="Andrea Esposito" userId="af663d4e0f6c8da9" providerId="LiveId" clId="{262502FB-FC54-43DB-AB78-73175A28E98A}" dt="2026-03-30T16:05:50.233" v="5194" actId="14100"/>
          <ac:spMkLst>
            <pc:docMk/>
            <pc:sldMk cId="193747621" sldId="259"/>
            <ac:spMk id="2" creationId="{503C882B-3904-5353-9B9A-819E9AA8AD94}"/>
          </ac:spMkLst>
        </pc:spChg>
        <pc:spChg chg="mod">
          <ac:chgData name="Andrea Esposito" userId="af663d4e0f6c8da9" providerId="LiveId" clId="{262502FB-FC54-43DB-AB78-73175A28E98A}" dt="2026-04-01T09:37:22.004" v="6776" actId="113"/>
          <ac:spMkLst>
            <pc:docMk/>
            <pc:sldMk cId="193747621" sldId="259"/>
            <ac:spMk id="3" creationId="{177E0C3E-FDC8-9A6D-7156-7F688E5CC846}"/>
          </ac:spMkLst>
        </pc:spChg>
        <pc:spChg chg="add mod">
          <ac:chgData name="Andrea Esposito" userId="af663d4e0f6c8da9" providerId="LiveId" clId="{262502FB-FC54-43DB-AB78-73175A28E98A}" dt="2026-04-01T09:37:11.434" v="6774" actId="1076"/>
          <ac:spMkLst>
            <pc:docMk/>
            <pc:sldMk cId="193747621" sldId="259"/>
            <ac:spMk id="5" creationId="{50FF47A9-CFA0-3FFB-CB95-D9C5F5C5E1C3}"/>
          </ac:spMkLst>
        </pc:spChg>
        <pc:spChg chg="add">
          <ac:chgData name="Andrea Esposito" userId="af663d4e0f6c8da9" providerId="LiveId" clId="{262502FB-FC54-43DB-AB78-73175A28E98A}" dt="2026-03-30T16:00:16.848" v="5118" actId="26606"/>
          <ac:spMkLst>
            <pc:docMk/>
            <pc:sldMk cId="193747621" sldId="259"/>
            <ac:spMk id="17" creationId="{1F7E4252-2F8C-4EA5-8B25-80F4D86EEA87}"/>
          </ac:spMkLst>
        </pc:spChg>
        <pc:spChg chg="add">
          <ac:chgData name="Andrea Esposito" userId="af663d4e0f6c8da9" providerId="LiveId" clId="{262502FB-FC54-43DB-AB78-73175A28E98A}" dt="2026-03-30T16:00:16.848" v="5118" actId="26606"/>
          <ac:spMkLst>
            <pc:docMk/>
            <pc:sldMk cId="193747621" sldId="259"/>
            <ac:spMk id="18" creationId="{1AE682A4-5C0C-437A-88CB-93903D449D39}"/>
          </ac:spMkLst>
        </pc:spChg>
        <pc:spChg chg="add">
          <ac:chgData name="Andrea Esposito" userId="af663d4e0f6c8da9" providerId="LiveId" clId="{262502FB-FC54-43DB-AB78-73175A28E98A}" dt="2026-03-30T16:00:16.848" v="5118" actId="26606"/>
          <ac:spMkLst>
            <pc:docMk/>
            <pc:sldMk cId="193747621" sldId="259"/>
            <ac:spMk id="19" creationId="{BCB0AB8E-3445-441A-B43E-CED27841E742}"/>
          </ac:spMkLst>
        </pc:spChg>
        <pc:spChg chg="add">
          <ac:chgData name="Andrea Esposito" userId="af663d4e0f6c8da9" providerId="LiveId" clId="{262502FB-FC54-43DB-AB78-73175A28E98A}" dt="2026-03-30T16:00:16.848" v="5118" actId="26606"/>
          <ac:spMkLst>
            <pc:docMk/>
            <pc:sldMk cId="193747621" sldId="259"/>
            <ac:spMk id="20" creationId="{60202AA6-BAFE-417F-904D-4F7027D36D8B}"/>
          </ac:spMkLst>
        </pc:spChg>
        <pc:graphicFrameChg chg="add mod modGraphic">
          <ac:chgData name="Andrea Esposito" userId="af663d4e0f6c8da9" providerId="LiveId" clId="{262502FB-FC54-43DB-AB78-73175A28E98A}" dt="2026-03-30T16:05:30.833" v="5192" actId="114"/>
          <ac:graphicFrameMkLst>
            <pc:docMk/>
            <pc:sldMk cId="193747621" sldId="259"/>
            <ac:graphicFrameMk id="4" creationId="{878ECE18-94B5-A1EF-ABDC-A68B261803F9}"/>
          </ac:graphicFrameMkLst>
        </pc:graphicFrameChg>
      </pc:sldChg>
      <pc:sldChg chg="modSp mod">
        <pc:chgData name="Andrea Esposito" userId="af663d4e0f6c8da9" providerId="LiveId" clId="{262502FB-FC54-43DB-AB78-73175A28E98A}" dt="2026-03-31T17:47:58.371" v="6494" actId="20577"/>
        <pc:sldMkLst>
          <pc:docMk/>
          <pc:sldMk cId="2218945759" sldId="264"/>
        </pc:sldMkLst>
        <pc:spChg chg="mod">
          <ac:chgData name="Andrea Esposito" userId="af663d4e0f6c8da9" providerId="LiveId" clId="{262502FB-FC54-43DB-AB78-73175A28E98A}" dt="2026-03-31T17:47:58.371" v="6494" actId="20577"/>
          <ac:spMkLst>
            <pc:docMk/>
            <pc:sldMk cId="2218945759" sldId="264"/>
            <ac:spMk id="3" creationId="{FE8E244F-E0E7-6602-DF9C-C278A7003585}"/>
          </ac:spMkLst>
        </pc:spChg>
      </pc:sldChg>
      <pc:sldChg chg="addSp delSp modSp mod">
        <pc:chgData name="Andrea Esposito" userId="af663d4e0f6c8da9" providerId="LiveId" clId="{262502FB-FC54-43DB-AB78-73175A28E98A}" dt="2026-03-31T17:46:30.490" v="6491" actId="14734"/>
        <pc:sldMkLst>
          <pc:docMk/>
          <pc:sldMk cId="2048541978" sldId="266"/>
        </pc:sldMkLst>
        <pc:spChg chg="add mod">
          <ac:chgData name="Andrea Esposito" userId="af663d4e0f6c8da9" providerId="LiveId" clId="{262502FB-FC54-43DB-AB78-73175A28E98A}" dt="2026-03-24T14:59:15.412" v="1848" actId="478"/>
          <ac:spMkLst>
            <pc:docMk/>
            <pc:sldMk cId="2048541978" sldId="266"/>
            <ac:spMk id="6" creationId="{404B830D-625C-95BA-4E59-9209D975101A}"/>
          </ac:spMkLst>
        </pc:spChg>
        <pc:graphicFrameChg chg="add mod modGraphic">
          <ac:chgData name="Andrea Esposito" userId="af663d4e0f6c8da9" providerId="LiveId" clId="{262502FB-FC54-43DB-AB78-73175A28E98A}" dt="2026-03-31T17:46:30.490" v="6491" actId="14734"/>
          <ac:graphicFrameMkLst>
            <pc:docMk/>
            <pc:sldMk cId="2048541978" sldId="266"/>
            <ac:graphicFrameMk id="7" creationId="{8EEB2D90-DBD3-DCF4-21F8-70E0A0BE085A}"/>
          </ac:graphicFrameMkLst>
        </pc:graphicFrameChg>
      </pc:sldChg>
      <pc:sldChg chg="modSp">
        <pc:chgData name="Andrea Esposito" userId="af663d4e0f6c8da9" providerId="LiveId" clId="{262502FB-FC54-43DB-AB78-73175A28E98A}" dt="2026-03-31T17:50:28.201" v="6495" actId="14826"/>
        <pc:sldMkLst>
          <pc:docMk/>
          <pc:sldMk cId="1842148543" sldId="278"/>
        </pc:sldMkLst>
        <pc:picChg chg="mod">
          <ac:chgData name="Andrea Esposito" userId="af663d4e0f6c8da9" providerId="LiveId" clId="{262502FB-FC54-43DB-AB78-73175A28E98A}" dt="2026-03-31T17:50:28.201" v="6495" actId="14826"/>
          <ac:picMkLst>
            <pc:docMk/>
            <pc:sldMk cId="1842148543" sldId="278"/>
            <ac:picMk id="9" creationId="{CB5E335E-6719-D7FE-7FA8-17807A99FDA2}"/>
          </ac:picMkLst>
        </pc:picChg>
      </pc:sldChg>
      <pc:sldChg chg="modSp">
        <pc:chgData name="Andrea Esposito" userId="af663d4e0f6c8da9" providerId="LiveId" clId="{262502FB-FC54-43DB-AB78-73175A28E98A}" dt="2026-03-31T17:50:42.315" v="6496" actId="14826"/>
        <pc:sldMkLst>
          <pc:docMk/>
          <pc:sldMk cId="440999752" sldId="279"/>
        </pc:sldMkLst>
        <pc:picChg chg="mod">
          <ac:chgData name="Andrea Esposito" userId="af663d4e0f6c8da9" providerId="LiveId" clId="{262502FB-FC54-43DB-AB78-73175A28E98A}" dt="2026-03-31T17:50:42.315" v="6496" actId="14826"/>
          <ac:picMkLst>
            <pc:docMk/>
            <pc:sldMk cId="440999752" sldId="279"/>
            <ac:picMk id="5" creationId="{E5947B34-239C-979C-B779-56571887CEE4}"/>
          </ac:picMkLst>
        </pc:picChg>
      </pc:sldChg>
      <pc:sldChg chg="modSp">
        <pc:chgData name="Andrea Esposito" userId="af663d4e0f6c8da9" providerId="LiveId" clId="{262502FB-FC54-43DB-AB78-73175A28E98A}" dt="2026-03-31T17:50:53.185" v="6497" actId="14826"/>
        <pc:sldMkLst>
          <pc:docMk/>
          <pc:sldMk cId="1110123291" sldId="280"/>
        </pc:sldMkLst>
        <pc:picChg chg="mod">
          <ac:chgData name="Andrea Esposito" userId="af663d4e0f6c8da9" providerId="LiveId" clId="{262502FB-FC54-43DB-AB78-73175A28E98A}" dt="2026-03-31T17:50:53.185" v="6497" actId="14826"/>
          <ac:picMkLst>
            <pc:docMk/>
            <pc:sldMk cId="1110123291" sldId="280"/>
            <ac:picMk id="8" creationId="{67C966C0-469A-C4F3-4E73-47707D821D59}"/>
          </ac:picMkLst>
        </pc:picChg>
      </pc:sldChg>
      <pc:sldChg chg="modSp">
        <pc:chgData name="Andrea Esposito" userId="af663d4e0f6c8da9" providerId="LiveId" clId="{262502FB-FC54-43DB-AB78-73175A28E98A}" dt="2026-03-31T17:51:01.630" v="6498" actId="14826"/>
        <pc:sldMkLst>
          <pc:docMk/>
          <pc:sldMk cId="4184518395" sldId="281"/>
        </pc:sldMkLst>
        <pc:picChg chg="mod">
          <ac:chgData name="Andrea Esposito" userId="af663d4e0f6c8da9" providerId="LiveId" clId="{262502FB-FC54-43DB-AB78-73175A28E98A}" dt="2026-03-31T17:51:01.630" v="6498" actId="14826"/>
          <ac:picMkLst>
            <pc:docMk/>
            <pc:sldMk cId="4184518395" sldId="281"/>
            <ac:picMk id="10" creationId="{63341522-CA2C-E841-596E-8D8409E83AF8}"/>
          </ac:picMkLst>
        </pc:picChg>
      </pc:sldChg>
      <pc:sldChg chg="modSp mod">
        <pc:chgData name="Andrea Esposito" userId="af663d4e0f6c8da9" providerId="LiveId" clId="{262502FB-FC54-43DB-AB78-73175A28E98A}" dt="2026-03-31T17:51:12.582" v="6499" actId="14826"/>
        <pc:sldMkLst>
          <pc:docMk/>
          <pc:sldMk cId="1134298706" sldId="282"/>
        </pc:sldMkLst>
        <pc:spChg chg="mod">
          <ac:chgData name="Andrea Esposito" userId="af663d4e0f6c8da9" providerId="LiveId" clId="{262502FB-FC54-43DB-AB78-73175A28E98A}" dt="2026-03-25T11:34:29.538" v="3713" actId="1076"/>
          <ac:spMkLst>
            <pc:docMk/>
            <pc:sldMk cId="1134298706" sldId="282"/>
            <ac:spMk id="3" creationId="{9730B24D-B359-8564-AB53-48523D1FE038}"/>
          </ac:spMkLst>
        </pc:spChg>
        <pc:picChg chg="mod modCrop">
          <ac:chgData name="Andrea Esposito" userId="af663d4e0f6c8da9" providerId="LiveId" clId="{262502FB-FC54-43DB-AB78-73175A28E98A}" dt="2026-03-31T17:51:12.582" v="6499" actId="14826"/>
          <ac:picMkLst>
            <pc:docMk/>
            <pc:sldMk cId="1134298706" sldId="282"/>
            <ac:picMk id="5" creationId="{18C5EB5E-FF25-E72D-9CB1-FCD0EF7FE3F3}"/>
          </ac:picMkLst>
        </pc:picChg>
      </pc:sldChg>
      <pc:sldChg chg="modSp del mod">
        <pc:chgData name="Andrea Esposito" userId="af663d4e0f6c8da9" providerId="LiveId" clId="{262502FB-FC54-43DB-AB78-73175A28E98A}" dt="2026-03-31T16:34:38.258" v="5479" actId="47"/>
        <pc:sldMkLst>
          <pc:docMk/>
          <pc:sldMk cId="2008095215" sldId="284"/>
        </pc:sldMkLst>
      </pc:sldChg>
      <pc:sldChg chg="modSp mod">
        <pc:chgData name="Andrea Esposito" userId="af663d4e0f6c8da9" providerId="LiveId" clId="{262502FB-FC54-43DB-AB78-73175A28E98A}" dt="2026-03-31T17:51:20.582" v="6500" actId="14826"/>
        <pc:sldMkLst>
          <pc:docMk/>
          <pc:sldMk cId="2485517940" sldId="288"/>
        </pc:sldMkLst>
        <pc:picChg chg="mod">
          <ac:chgData name="Andrea Esposito" userId="af663d4e0f6c8da9" providerId="LiveId" clId="{262502FB-FC54-43DB-AB78-73175A28E98A}" dt="2026-03-31T17:51:20.582" v="6500" actId="14826"/>
          <ac:picMkLst>
            <pc:docMk/>
            <pc:sldMk cId="2485517940" sldId="288"/>
            <ac:picMk id="10" creationId="{08A9A256-706C-A8C7-C2E2-0279C8FE242F}"/>
          </ac:picMkLst>
        </pc:picChg>
      </pc:sldChg>
      <pc:sldChg chg="addSp delSp modSp mod">
        <pc:chgData name="Andrea Esposito" userId="af663d4e0f6c8da9" providerId="LiveId" clId="{262502FB-FC54-43DB-AB78-73175A28E98A}" dt="2026-03-31T17:42:23.909" v="6465" actId="14734"/>
        <pc:sldMkLst>
          <pc:docMk/>
          <pc:sldMk cId="1859672819" sldId="290"/>
        </pc:sldMkLst>
        <pc:spChg chg="mod">
          <ac:chgData name="Andrea Esposito" userId="af663d4e0f6c8da9" providerId="LiveId" clId="{262502FB-FC54-43DB-AB78-73175A28E98A}" dt="2026-03-24T14:55:49.349" v="1838" actId="20577"/>
          <ac:spMkLst>
            <pc:docMk/>
            <pc:sldMk cId="1859672819" sldId="290"/>
            <ac:spMk id="2" creationId="{C7A82174-2BC6-4711-ECE3-E184A2217832}"/>
          </ac:spMkLst>
        </pc:spChg>
        <pc:spChg chg="add mod">
          <ac:chgData name="Andrea Esposito" userId="af663d4e0f6c8da9" providerId="LiveId" clId="{262502FB-FC54-43DB-AB78-73175A28E98A}" dt="2026-03-24T14:59:03.431" v="1846" actId="478"/>
          <ac:spMkLst>
            <pc:docMk/>
            <pc:sldMk cId="1859672819" sldId="290"/>
            <ac:spMk id="6" creationId="{E385A74B-CDC7-14D4-0195-9EEFF851E095}"/>
          </ac:spMkLst>
        </pc:spChg>
        <pc:graphicFrameChg chg="add mod modGraphic">
          <ac:chgData name="Andrea Esposito" userId="af663d4e0f6c8da9" providerId="LiveId" clId="{262502FB-FC54-43DB-AB78-73175A28E98A}" dt="2026-03-31T17:42:23.909" v="6465" actId="14734"/>
          <ac:graphicFrameMkLst>
            <pc:docMk/>
            <pc:sldMk cId="1859672819" sldId="290"/>
            <ac:graphicFrameMk id="7" creationId="{2B3CE455-6D85-5F26-30CC-C171468E9C6B}"/>
          </ac:graphicFrameMkLst>
        </pc:graphicFrameChg>
      </pc:sldChg>
      <pc:sldChg chg="modSp mod">
        <pc:chgData name="Andrea Esposito" userId="af663d4e0f6c8da9" providerId="LiveId" clId="{262502FB-FC54-43DB-AB78-73175A28E98A}" dt="2026-03-31T17:28:31.189" v="6165" actId="14734"/>
        <pc:sldMkLst>
          <pc:docMk/>
          <pc:sldMk cId="973273143" sldId="291"/>
        </pc:sldMkLst>
        <pc:spChg chg="mod">
          <ac:chgData name="Andrea Esposito" userId="af663d4e0f6c8da9" providerId="LiveId" clId="{262502FB-FC54-43DB-AB78-73175A28E98A}" dt="2026-03-24T14:55:39.315" v="1831" actId="20577"/>
          <ac:spMkLst>
            <pc:docMk/>
            <pc:sldMk cId="973273143" sldId="291"/>
            <ac:spMk id="2" creationId="{CB668281-11BF-8A9C-3B45-78C9C40BB21C}"/>
          </ac:spMkLst>
        </pc:spChg>
        <pc:graphicFrameChg chg="mod modGraphic">
          <ac:chgData name="Andrea Esposito" userId="af663d4e0f6c8da9" providerId="LiveId" clId="{262502FB-FC54-43DB-AB78-73175A28E98A}" dt="2026-03-31T17:28:31.189" v="6165" actId="14734"/>
          <ac:graphicFrameMkLst>
            <pc:docMk/>
            <pc:sldMk cId="973273143" sldId="291"/>
            <ac:graphicFrameMk id="4" creationId="{468B4035-F845-23A0-DDD8-22E4A0A1095B}"/>
          </ac:graphicFrameMkLst>
        </pc:graphicFrameChg>
      </pc:sldChg>
      <pc:sldChg chg="modSp mod">
        <pc:chgData name="Andrea Esposito" userId="af663d4e0f6c8da9" providerId="LiveId" clId="{262502FB-FC54-43DB-AB78-73175A28E98A}" dt="2026-03-31T17:51:29.191" v="6501" actId="14826"/>
        <pc:sldMkLst>
          <pc:docMk/>
          <pc:sldMk cId="3069440379" sldId="292"/>
        </pc:sldMkLst>
        <pc:picChg chg="mod">
          <ac:chgData name="Andrea Esposito" userId="af663d4e0f6c8da9" providerId="LiveId" clId="{262502FB-FC54-43DB-AB78-73175A28E98A}" dt="2026-03-31T17:51:29.191" v="6501" actId="14826"/>
          <ac:picMkLst>
            <pc:docMk/>
            <pc:sldMk cId="3069440379" sldId="292"/>
            <ac:picMk id="10" creationId="{08A9A256-706C-A8C7-C2E2-0279C8FE242F}"/>
          </ac:picMkLst>
        </pc:picChg>
      </pc:sldChg>
      <pc:sldChg chg="addSp delSp modSp new del mod">
        <pc:chgData name="Andrea Esposito" userId="af663d4e0f6c8da9" providerId="LiveId" clId="{262502FB-FC54-43DB-AB78-73175A28E98A}" dt="2026-03-31T16:34:33.489" v="5477" actId="47"/>
        <pc:sldMkLst>
          <pc:docMk/>
          <pc:sldMk cId="1157614664" sldId="294"/>
        </pc:sldMkLst>
      </pc:sldChg>
      <pc:sldChg chg="modSp new del mod">
        <pc:chgData name="Andrea Esposito" userId="af663d4e0f6c8da9" providerId="LiveId" clId="{262502FB-FC54-43DB-AB78-73175A28E98A}" dt="2026-03-31T16:34:36.620" v="5478" actId="47"/>
        <pc:sldMkLst>
          <pc:docMk/>
          <pc:sldMk cId="3965141542" sldId="295"/>
        </pc:sldMkLst>
      </pc:sldChg>
      <pc:sldChg chg="modSp new del mod">
        <pc:chgData name="Andrea Esposito" userId="af663d4e0f6c8da9" providerId="LiveId" clId="{262502FB-FC54-43DB-AB78-73175A28E98A}" dt="2026-03-31T17:47:11.667" v="6492" actId="47"/>
        <pc:sldMkLst>
          <pc:docMk/>
          <pc:sldMk cId="3239713332" sldId="296"/>
        </pc:sldMkLst>
      </pc:sldChg>
      <pc:sldChg chg="modSp new mod">
        <pc:chgData name="Andrea Esposito" userId="af663d4e0f6c8da9" providerId="LiveId" clId="{262502FB-FC54-43DB-AB78-73175A28E98A}" dt="2026-03-31T18:04:24.110" v="6729" actId="255"/>
        <pc:sldMkLst>
          <pc:docMk/>
          <pc:sldMk cId="3343877702" sldId="297"/>
        </pc:sldMkLst>
        <pc:spChg chg="mod">
          <ac:chgData name="Andrea Esposito" userId="af663d4e0f6c8da9" providerId="LiveId" clId="{262502FB-FC54-43DB-AB78-73175A28E98A}" dt="2026-03-30T17:34:41.913" v="5285" actId="20577"/>
          <ac:spMkLst>
            <pc:docMk/>
            <pc:sldMk cId="3343877702" sldId="297"/>
            <ac:spMk id="2" creationId="{22ECC224-4A28-1A20-0AFB-7A015EF9E581}"/>
          </ac:spMkLst>
        </pc:spChg>
        <pc:spChg chg="mod">
          <ac:chgData name="Andrea Esposito" userId="af663d4e0f6c8da9" providerId="LiveId" clId="{262502FB-FC54-43DB-AB78-73175A28E98A}" dt="2026-03-31T18:04:24.110" v="6729" actId="255"/>
          <ac:spMkLst>
            <pc:docMk/>
            <pc:sldMk cId="3343877702" sldId="297"/>
            <ac:spMk id="3" creationId="{E3E4DF1B-3843-E733-5BA3-699820215753}"/>
          </ac:spMkLst>
        </pc:spChg>
      </pc:sldChg>
      <pc:sldChg chg="addSp modSp new mod">
        <pc:chgData name="Andrea Esposito" userId="af663d4e0f6c8da9" providerId="LiveId" clId="{262502FB-FC54-43DB-AB78-73175A28E98A}" dt="2026-04-01T09:43:31.929" v="6860" actId="20577"/>
        <pc:sldMkLst>
          <pc:docMk/>
          <pc:sldMk cId="10344564" sldId="298"/>
        </pc:sldMkLst>
        <pc:spChg chg="mod">
          <ac:chgData name="Andrea Esposito" userId="af663d4e0f6c8da9" providerId="LiveId" clId="{262502FB-FC54-43DB-AB78-73175A28E98A}" dt="2026-03-30T17:43:21.212" v="5319" actId="20577"/>
          <ac:spMkLst>
            <pc:docMk/>
            <pc:sldMk cId="10344564" sldId="298"/>
            <ac:spMk id="2" creationId="{56BD7BB3-7072-1A05-94F4-ECF725D79339}"/>
          </ac:spMkLst>
        </pc:spChg>
        <pc:spChg chg="mod">
          <ac:chgData name="Andrea Esposito" userId="af663d4e0f6c8da9" providerId="LiveId" clId="{262502FB-FC54-43DB-AB78-73175A28E98A}" dt="2026-04-01T09:43:31.929" v="6860" actId="20577"/>
          <ac:spMkLst>
            <pc:docMk/>
            <pc:sldMk cId="10344564" sldId="298"/>
            <ac:spMk id="3" creationId="{48BD5974-7348-E3A5-72F3-9ABAA938E771}"/>
          </ac:spMkLst>
        </pc:spChg>
        <pc:spChg chg="add">
          <ac:chgData name="Andrea Esposito" userId="af663d4e0f6c8da9" providerId="LiveId" clId="{262502FB-FC54-43DB-AB78-73175A28E98A}" dt="2026-03-31T16:19:34.799" v="5368"/>
          <ac:spMkLst>
            <pc:docMk/>
            <pc:sldMk cId="10344564" sldId="298"/>
            <ac:spMk id="4" creationId="{C1008CCD-6F4F-C494-AF8A-B93657E16D31}"/>
          </ac:spMkLst>
        </pc:spChg>
        <pc:spChg chg="add">
          <ac:chgData name="Andrea Esposito" userId="af663d4e0f6c8da9" providerId="LiveId" clId="{262502FB-FC54-43DB-AB78-73175A28E98A}" dt="2026-03-31T16:19:34.799" v="5368"/>
          <ac:spMkLst>
            <pc:docMk/>
            <pc:sldMk cId="10344564" sldId="298"/>
            <ac:spMk id="5" creationId="{47B4B87B-7572-86D8-F4F9-F44649EF49B7}"/>
          </ac:spMkLst>
        </pc:spChg>
        <pc:spChg chg="add">
          <ac:chgData name="Andrea Esposito" userId="af663d4e0f6c8da9" providerId="LiveId" clId="{262502FB-FC54-43DB-AB78-73175A28E98A}" dt="2026-03-31T16:19:34.799" v="5368"/>
          <ac:spMkLst>
            <pc:docMk/>
            <pc:sldMk cId="10344564" sldId="298"/>
            <ac:spMk id="6" creationId="{7D18D99D-DBB8-72C7-C62E-DCDD12EA63A7}"/>
          </ac:spMkLst>
        </pc:spChg>
        <pc:spChg chg="add">
          <ac:chgData name="Andrea Esposito" userId="af663d4e0f6c8da9" providerId="LiveId" clId="{262502FB-FC54-43DB-AB78-73175A28E98A}" dt="2026-03-31T16:19:34.799" v="5368"/>
          <ac:spMkLst>
            <pc:docMk/>
            <pc:sldMk cId="10344564" sldId="298"/>
            <ac:spMk id="7" creationId="{E926BAEA-9393-069A-076D-DC025FD32A77}"/>
          </ac:spMkLst>
        </pc:spChg>
        <pc:spChg chg="add">
          <ac:chgData name="Andrea Esposito" userId="af663d4e0f6c8da9" providerId="LiveId" clId="{262502FB-FC54-43DB-AB78-73175A28E98A}" dt="2026-03-31T16:19:34.799" v="5368"/>
          <ac:spMkLst>
            <pc:docMk/>
            <pc:sldMk cId="10344564" sldId="298"/>
            <ac:spMk id="8" creationId="{FE51D7DF-A589-CE6A-7446-7874ABB0E3BB}"/>
          </ac:spMkLst>
        </pc:spChg>
      </pc:sldChg>
      <pc:sldChg chg="addSp modSp new mod">
        <pc:chgData name="Andrea Esposito" userId="af663d4e0f6c8da9" providerId="LiveId" clId="{262502FB-FC54-43DB-AB78-73175A28E98A}" dt="2026-04-01T10:48:39.222" v="7619" actId="20577"/>
        <pc:sldMkLst>
          <pc:docMk/>
          <pc:sldMk cId="1127536499" sldId="299"/>
        </pc:sldMkLst>
        <pc:spChg chg="mod">
          <ac:chgData name="Andrea Esposito" userId="af663d4e0f6c8da9" providerId="LiveId" clId="{262502FB-FC54-43DB-AB78-73175A28E98A}" dt="2026-03-31T16:35:59.566" v="5505" actId="1076"/>
          <ac:spMkLst>
            <pc:docMk/>
            <pc:sldMk cId="1127536499" sldId="299"/>
            <ac:spMk id="2" creationId="{BC0E5CDB-ECD6-7A6A-6B31-03D0E9475B53}"/>
          </ac:spMkLst>
        </pc:spChg>
        <pc:spChg chg="mod">
          <ac:chgData name="Andrea Esposito" userId="af663d4e0f6c8da9" providerId="LiveId" clId="{262502FB-FC54-43DB-AB78-73175A28E98A}" dt="2026-04-01T10:48:39.222" v="7619" actId="20577"/>
          <ac:spMkLst>
            <pc:docMk/>
            <pc:sldMk cId="1127536499" sldId="299"/>
            <ac:spMk id="3" creationId="{ABFECC6E-5389-727C-5F32-2CCAE22B8B4E}"/>
          </ac:spMkLst>
        </pc:spChg>
        <pc:graphicFrameChg chg="add mod modGraphic">
          <ac:chgData name="Andrea Esposito" userId="af663d4e0f6c8da9" providerId="LiveId" clId="{262502FB-FC54-43DB-AB78-73175A28E98A}" dt="2026-03-31T17:08:10.818" v="5979" actId="1076"/>
          <ac:graphicFrameMkLst>
            <pc:docMk/>
            <pc:sldMk cId="1127536499" sldId="299"/>
            <ac:graphicFrameMk id="4" creationId="{D9D54191-0AF5-7B1B-012B-F768551AAC02}"/>
          </ac:graphicFrameMkLst>
        </pc:graphicFrameChg>
      </pc:sldChg>
      <pc:sldChg chg="addSp delSp modSp new mod setBg">
        <pc:chgData name="Andrea Esposito" userId="af663d4e0f6c8da9" providerId="LiveId" clId="{262502FB-FC54-43DB-AB78-73175A28E98A}" dt="2026-04-01T10:33:17.839" v="7284" actId="21"/>
        <pc:sldMkLst>
          <pc:docMk/>
          <pc:sldMk cId="1180767887" sldId="300"/>
        </pc:sldMkLst>
        <pc:spChg chg="mod">
          <ac:chgData name="Andrea Esposito" userId="af663d4e0f6c8da9" providerId="LiveId" clId="{262502FB-FC54-43DB-AB78-73175A28E98A}" dt="2026-03-31T17:05:49.196" v="5920" actId="26606"/>
          <ac:spMkLst>
            <pc:docMk/>
            <pc:sldMk cId="1180767887" sldId="300"/>
            <ac:spMk id="2" creationId="{35F18FB7-2B21-D563-930F-BC4BD7DE9EE3}"/>
          </ac:spMkLst>
        </pc:spChg>
        <pc:spChg chg="add del">
          <ac:chgData name="Andrea Esposito" userId="af663d4e0f6c8da9" providerId="LiveId" clId="{262502FB-FC54-43DB-AB78-73175A28E98A}" dt="2026-03-31T17:03:48.406" v="5898"/>
          <ac:spMkLst>
            <pc:docMk/>
            <pc:sldMk cId="1180767887" sldId="300"/>
            <ac:spMk id="3" creationId="{633AB534-2AC9-C826-1318-6CF85785C0A7}"/>
          </ac:spMkLst>
        </pc:spChg>
        <pc:spChg chg="add mod">
          <ac:chgData name="Andrea Esposito" userId="af663d4e0f6c8da9" providerId="LiveId" clId="{262502FB-FC54-43DB-AB78-73175A28E98A}" dt="2026-03-31T17:03:41.986" v="5897"/>
          <ac:spMkLst>
            <pc:docMk/>
            <pc:sldMk cId="1180767887" sldId="300"/>
            <ac:spMk id="4" creationId="{CAACB266-3DC0-04CF-E888-DD2AFFC0584A}"/>
          </ac:spMkLst>
        </pc:spChg>
        <pc:spChg chg="add del mod">
          <ac:chgData name="Andrea Esposito" userId="af663d4e0f6c8da9" providerId="LiveId" clId="{262502FB-FC54-43DB-AB78-73175A28E98A}" dt="2026-03-31T17:06:35.485" v="5934" actId="478"/>
          <ac:spMkLst>
            <pc:docMk/>
            <pc:sldMk cId="1180767887" sldId="300"/>
            <ac:spMk id="5" creationId="{6694C297-D4D3-88C5-FCBA-431722C82B5F}"/>
          </ac:spMkLst>
        </pc:spChg>
        <pc:spChg chg="add mod">
          <ac:chgData name="Andrea Esposito" userId="af663d4e0f6c8da9" providerId="LiveId" clId="{262502FB-FC54-43DB-AB78-73175A28E98A}" dt="2026-04-01T10:33:17.839" v="7284" actId="21"/>
          <ac:spMkLst>
            <pc:docMk/>
            <pc:sldMk cId="1180767887" sldId="300"/>
            <ac:spMk id="6" creationId="{DDB5B9C8-252B-2E64-773E-E00CEB47241B}"/>
          </ac:spMkLst>
        </pc:spChg>
        <pc:spChg chg="add del">
          <ac:chgData name="Andrea Esposito" userId="af663d4e0f6c8da9" providerId="LiveId" clId="{262502FB-FC54-43DB-AB78-73175A28E98A}" dt="2026-03-31T17:05:49.196" v="5920" actId="26606"/>
          <ac:spMkLst>
            <pc:docMk/>
            <pc:sldMk cId="1180767887" sldId="300"/>
            <ac:spMk id="10" creationId="{DDBA86CC-34C3-43C1-B328-62490FE69046}"/>
          </ac:spMkLst>
        </pc:spChg>
        <pc:spChg chg="add del">
          <ac:chgData name="Andrea Esposito" userId="af663d4e0f6c8da9" providerId="LiveId" clId="{262502FB-FC54-43DB-AB78-73175A28E98A}" dt="2026-03-31T17:05:49.196" v="5920" actId="26606"/>
          <ac:spMkLst>
            <pc:docMk/>
            <pc:sldMk cId="1180767887" sldId="300"/>
            <ac:spMk id="12" creationId="{9CF4C9D6-90BC-48A0-91E8-0F0373CA11B5}"/>
          </ac:spMkLst>
        </pc:spChg>
      </pc:sldChg>
      <pc:sldChg chg="addSp delSp modSp new mod">
        <pc:chgData name="Andrea Esposito" userId="af663d4e0f6c8da9" providerId="LiveId" clId="{262502FB-FC54-43DB-AB78-73175A28E98A}" dt="2026-03-31T17:16:47.555" v="6086" actId="1076"/>
        <pc:sldMkLst>
          <pc:docMk/>
          <pc:sldMk cId="2545671828" sldId="301"/>
        </pc:sldMkLst>
        <pc:spChg chg="mod">
          <ac:chgData name="Andrea Esposito" userId="af663d4e0f6c8da9" providerId="LiveId" clId="{262502FB-FC54-43DB-AB78-73175A28E98A}" dt="2026-03-31T17:16:47.555" v="6086" actId="1076"/>
          <ac:spMkLst>
            <pc:docMk/>
            <pc:sldMk cId="2545671828" sldId="301"/>
            <ac:spMk id="2" creationId="{C83CEA54-D15C-0214-2C8E-0F92A47EB5E9}"/>
          </ac:spMkLst>
        </pc:spChg>
        <pc:spChg chg="add del mod">
          <ac:chgData name="Andrea Esposito" userId="af663d4e0f6c8da9" providerId="LiveId" clId="{262502FB-FC54-43DB-AB78-73175A28E98A}" dt="2026-03-31T17:16:44.765" v="6085" actId="1076"/>
          <ac:spMkLst>
            <pc:docMk/>
            <pc:sldMk cId="2545671828" sldId="301"/>
            <ac:spMk id="3" creationId="{484E6E21-18EC-E43B-277A-7A5B55FEF42C}"/>
          </ac:spMkLst>
        </pc:spChg>
        <pc:spChg chg="add mod">
          <ac:chgData name="Andrea Esposito" userId="af663d4e0f6c8da9" providerId="LiveId" clId="{262502FB-FC54-43DB-AB78-73175A28E98A}" dt="2026-03-31T17:14:18.290" v="6047"/>
          <ac:spMkLst>
            <pc:docMk/>
            <pc:sldMk cId="2545671828" sldId="301"/>
            <ac:spMk id="4" creationId="{1FF3BC9C-CA07-85E1-1C69-A8C7D7A1B8AD}"/>
          </ac:spMkLst>
        </pc:spChg>
      </pc:sldChg>
      <pc:sldChg chg="modSp new mod">
        <pc:chgData name="Andrea Esposito" userId="af663d4e0f6c8da9" providerId="LiveId" clId="{262502FB-FC54-43DB-AB78-73175A28E98A}" dt="2026-04-01T10:48:22.710" v="7614" actId="20577"/>
        <pc:sldMkLst>
          <pc:docMk/>
          <pc:sldMk cId="2844695634" sldId="302"/>
        </pc:sldMkLst>
        <pc:spChg chg="mod">
          <ac:chgData name="Andrea Esposito" userId="af663d4e0f6c8da9" providerId="LiveId" clId="{262502FB-FC54-43DB-AB78-73175A28E98A}" dt="2026-04-01T10:14:09.924" v="6878" actId="14100"/>
          <ac:spMkLst>
            <pc:docMk/>
            <pc:sldMk cId="2844695634" sldId="302"/>
            <ac:spMk id="2" creationId="{7FAB5AB6-6139-8E34-0972-F24C7B769E8B}"/>
          </ac:spMkLst>
        </pc:spChg>
        <pc:spChg chg="mod">
          <ac:chgData name="Andrea Esposito" userId="af663d4e0f6c8da9" providerId="LiveId" clId="{262502FB-FC54-43DB-AB78-73175A28E98A}" dt="2026-04-01T10:48:22.710" v="7614" actId="20577"/>
          <ac:spMkLst>
            <pc:docMk/>
            <pc:sldMk cId="2844695634" sldId="302"/>
            <ac:spMk id="3" creationId="{4010F1D2-A38C-7E98-3F3A-FBD0C4625AC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15CDF9-DFAC-4B9B-A137-A09AACBD239D}"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it-IT"/>
        </a:p>
      </dgm:t>
    </dgm:pt>
    <dgm:pt modelId="{932BBAF9-A560-4358-BE2D-4AEF25D5ADCE}">
      <dgm:prSet phldrT="[Testo]"/>
      <dgm:spPr>
        <a:solidFill>
          <a:schemeClr val="accent3"/>
        </a:solidFill>
      </dgm:spPr>
      <dgm:t>
        <a:bodyPr/>
        <a:lstStyle/>
        <a:p>
          <a:r>
            <a:rPr lang="it-IT" dirty="0"/>
            <a:t>System prompt</a:t>
          </a:r>
        </a:p>
      </dgm:t>
    </dgm:pt>
    <dgm:pt modelId="{9741AC99-7135-46C9-985E-2768932FB854}" type="parTrans" cxnId="{1D06BD2A-17DF-4861-9BB4-0E4B8AA946DF}">
      <dgm:prSet/>
      <dgm:spPr/>
      <dgm:t>
        <a:bodyPr/>
        <a:lstStyle/>
        <a:p>
          <a:endParaRPr lang="it-IT"/>
        </a:p>
      </dgm:t>
    </dgm:pt>
    <dgm:pt modelId="{DCB7E9FE-F342-4ED0-BAF4-9B852815EEF3}" type="sibTrans" cxnId="{1D06BD2A-17DF-4861-9BB4-0E4B8AA946DF}">
      <dgm:prSet/>
      <dgm:spPr>
        <a:solidFill>
          <a:schemeClr val="accent3"/>
        </a:solidFill>
      </dgm:spPr>
      <dgm:t>
        <a:bodyPr/>
        <a:lstStyle/>
        <a:p>
          <a:endParaRPr lang="it-IT" dirty="0"/>
        </a:p>
      </dgm:t>
    </dgm:pt>
    <dgm:pt modelId="{3AEA4D15-79BD-43F9-8B0E-DF5E93167605}">
      <dgm:prSet phldrT="[Testo]"/>
      <dgm:spPr>
        <a:solidFill>
          <a:schemeClr val="accent3"/>
        </a:solidFill>
      </dgm:spPr>
      <dgm:t>
        <a:bodyPr/>
        <a:lstStyle/>
        <a:p>
          <a:r>
            <a:rPr lang="it-IT" dirty="0"/>
            <a:t>User prompt </a:t>
          </a:r>
        </a:p>
      </dgm:t>
    </dgm:pt>
    <dgm:pt modelId="{EB3B2C46-E790-4473-86C7-49370B0328F6}" type="parTrans" cxnId="{7C28613C-ED80-4A76-B312-64C49687D2DD}">
      <dgm:prSet/>
      <dgm:spPr/>
      <dgm:t>
        <a:bodyPr/>
        <a:lstStyle/>
        <a:p>
          <a:endParaRPr lang="it-IT"/>
        </a:p>
      </dgm:t>
    </dgm:pt>
    <dgm:pt modelId="{59732271-994A-43BF-B829-4489B4EE709A}" type="sibTrans" cxnId="{7C28613C-ED80-4A76-B312-64C49687D2DD}">
      <dgm:prSet/>
      <dgm:spPr>
        <a:solidFill>
          <a:schemeClr val="accent3"/>
        </a:solidFill>
      </dgm:spPr>
      <dgm:t>
        <a:bodyPr/>
        <a:lstStyle/>
        <a:p>
          <a:endParaRPr lang="it-IT"/>
        </a:p>
      </dgm:t>
    </dgm:pt>
    <dgm:pt modelId="{99AA30C6-E1D9-4A44-BE4F-32C3F3EE54A8}">
      <dgm:prSet phldrT="[Testo]"/>
      <dgm:spPr>
        <a:solidFill>
          <a:schemeClr val="accent3"/>
        </a:solidFill>
      </dgm:spPr>
      <dgm:t>
        <a:bodyPr/>
        <a:lstStyle/>
        <a:p>
          <a:r>
            <a:rPr lang="it-IT" dirty="0" err="1"/>
            <a:t>Chunk</a:t>
          </a:r>
          <a:r>
            <a:rPr lang="it-IT" dirty="0"/>
            <a:t> prompt </a:t>
          </a:r>
        </a:p>
      </dgm:t>
    </dgm:pt>
    <dgm:pt modelId="{A7CF1221-27E4-4CE7-A472-71EDC2417CB9}" type="parTrans" cxnId="{E2C6F959-3921-42DE-B894-7D8CB4C97E31}">
      <dgm:prSet/>
      <dgm:spPr/>
      <dgm:t>
        <a:bodyPr/>
        <a:lstStyle/>
        <a:p>
          <a:endParaRPr lang="it-IT"/>
        </a:p>
      </dgm:t>
    </dgm:pt>
    <dgm:pt modelId="{3435CE89-C000-4625-8EA8-57AE0D2445FA}" type="sibTrans" cxnId="{E2C6F959-3921-42DE-B894-7D8CB4C97E31}">
      <dgm:prSet/>
      <dgm:spPr>
        <a:solidFill>
          <a:schemeClr val="accent3"/>
        </a:solidFill>
      </dgm:spPr>
      <dgm:t>
        <a:bodyPr/>
        <a:lstStyle/>
        <a:p>
          <a:endParaRPr lang="it-IT"/>
        </a:p>
      </dgm:t>
    </dgm:pt>
    <dgm:pt modelId="{F4A01ABD-52DA-423A-9045-B98BA94EE748}">
      <dgm:prSet/>
      <dgm:spPr>
        <a:solidFill>
          <a:schemeClr val="accent3"/>
        </a:solidFill>
      </dgm:spPr>
      <dgm:t>
        <a:bodyPr/>
        <a:lstStyle/>
        <a:p>
          <a:r>
            <a:rPr lang="it-IT" dirty="0" err="1"/>
            <a:t>Refinement</a:t>
          </a:r>
          <a:r>
            <a:rPr lang="it-IT" dirty="0"/>
            <a:t> prompt</a:t>
          </a:r>
        </a:p>
      </dgm:t>
    </dgm:pt>
    <dgm:pt modelId="{62AE3BAE-2B4D-4E9A-B55A-0045863C286B}" type="parTrans" cxnId="{45F655E8-D6D6-4B53-ABEB-BCD14692A133}">
      <dgm:prSet/>
      <dgm:spPr/>
      <dgm:t>
        <a:bodyPr/>
        <a:lstStyle/>
        <a:p>
          <a:endParaRPr lang="it-IT"/>
        </a:p>
      </dgm:t>
    </dgm:pt>
    <dgm:pt modelId="{968EA84E-BC90-4086-AC79-06B678B6592E}" type="sibTrans" cxnId="{45F655E8-D6D6-4B53-ABEB-BCD14692A133}">
      <dgm:prSet/>
      <dgm:spPr/>
      <dgm:t>
        <a:bodyPr/>
        <a:lstStyle/>
        <a:p>
          <a:endParaRPr lang="it-IT"/>
        </a:p>
      </dgm:t>
    </dgm:pt>
    <dgm:pt modelId="{DB85B5D2-AE9A-477B-921D-6C56109BE1B4}" type="pres">
      <dgm:prSet presAssocID="{3315CDF9-DFAC-4B9B-A137-A09AACBD239D}" presName="Name0" presStyleCnt="0">
        <dgm:presLayoutVars>
          <dgm:dir/>
          <dgm:resizeHandles val="exact"/>
        </dgm:presLayoutVars>
      </dgm:prSet>
      <dgm:spPr/>
    </dgm:pt>
    <dgm:pt modelId="{81461DB5-0FEE-4CAC-B600-A7DFDCC4225C}" type="pres">
      <dgm:prSet presAssocID="{932BBAF9-A560-4358-BE2D-4AEF25D5ADCE}" presName="node" presStyleLbl="node1" presStyleIdx="0" presStyleCnt="4" custLinFactX="-11666" custLinFactY="80935" custLinFactNeighborX="-100000" custLinFactNeighborY="100000">
        <dgm:presLayoutVars>
          <dgm:bulletEnabled val="1"/>
        </dgm:presLayoutVars>
      </dgm:prSet>
      <dgm:spPr/>
    </dgm:pt>
    <dgm:pt modelId="{FFB437CD-3565-4ED7-AAF1-40EF28B2F5B2}" type="pres">
      <dgm:prSet presAssocID="{DCB7E9FE-F342-4ED0-BAF4-9B852815EEF3}" presName="sibTrans" presStyleLbl="sibTrans2D1" presStyleIdx="0" presStyleCnt="3"/>
      <dgm:spPr/>
    </dgm:pt>
    <dgm:pt modelId="{56151E3E-A73E-410E-AF23-B125FA244894}" type="pres">
      <dgm:prSet presAssocID="{DCB7E9FE-F342-4ED0-BAF4-9B852815EEF3}" presName="connectorText" presStyleLbl="sibTrans2D1" presStyleIdx="0" presStyleCnt="3"/>
      <dgm:spPr/>
    </dgm:pt>
    <dgm:pt modelId="{CBDF8E98-B8E4-45EB-9EFB-143CF10B497A}" type="pres">
      <dgm:prSet presAssocID="{3AEA4D15-79BD-43F9-8B0E-DF5E93167605}" presName="node" presStyleLbl="node1" presStyleIdx="1" presStyleCnt="4" custLinFactY="76442" custLinFactNeighborX="2431" custLinFactNeighborY="100000">
        <dgm:presLayoutVars>
          <dgm:bulletEnabled val="1"/>
        </dgm:presLayoutVars>
      </dgm:prSet>
      <dgm:spPr/>
    </dgm:pt>
    <dgm:pt modelId="{A17DB17B-6AB5-4BBE-8138-8DC811263D75}" type="pres">
      <dgm:prSet presAssocID="{59732271-994A-43BF-B829-4489B4EE709A}" presName="sibTrans" presStyleLbl="sibTrans2D1" presStyleIdx="1" presStyleCnt="3"/>
      <dgm:spPr/>
    </dgm:pt>
    <dgm:pt modelId="{9EBF2BCF-75A0-41F1-990E-3253401C9267}" type="pres">
      <dgm:prSet presAssocID="{59732271-994A-43BF-B829-4489B4EE709A}" presName="connectorText" presStyleLbl="sibTrans2D1" presStyleIdx="1" presStyleCnt="3"/>
      <dgm:spPr/>
    </dgm:pt>
    <dgm:pt modelId="{AB3D8E98-E0E0-417C-BC98-941F28A86D85}" type="pres">
      <dgm:prSet presAssocID="{99AA30C6-E1D9-4A44-BE4F-32C3F3EE54A8}" presName="node" presStyleLbl="node1" presStyleIdx="2" presStyleCnt="4" custLinFactY="81531" custLinFactNeighborX="13673" custLinFactNeighborY="100000">
        <dgm:presLayoutVars>
          <dgm:bulletEnabled val="1"/>
        </dgm:presLayoutVars>
      </dgm:prSet>
      <dgm:spPr/>
    </dgm:pt>
    <dgm:pt modelId="{650B1A13-D242-4712-886D-446D381C3561}" type="pres">
      <dgm:prSet presAssocID="{3435CE89-C000-4625-8EA8-57AE0D2445FA}" presName="sibTrans" presStyleLbl="sibTrans2D1" presStyleIdx="2" presStyleCnt="3"/>
      <dgm:spPr/>
    </dgm:pt>
    <dgm:pt modelId="{CCBC3735-BD90-4F57-B23E-F2FB0A6BDE21}" type="pres">
      <dgm:prSet presAssocID="{3435CE89-C000-4625-8EA8-57AE0D2445FA}" presName="connectorText" presStyleLbl="sibTrans2D1" presStyleIdx="2" presStyleCnt="3"/>
      <dgm:spPr/>
    </dgm:pt>
    <dgm:pt modelId="{2D9605C7-013D-4CD4-827C-9900FE70EA7B}" type="pres">
      <dgm:prSet presAssocID="{F4A01ABD-52DA-423A-9045-B98BA94EE748}" presName="node" presStyleLbl="node1" presStyleIdx="3" presStyleCnt="4" custLinFactX="73969" custLinFactY="74243" custLinFactNeighborX="100000" custLinFactNeighborY="100000">
        <dgm:presLayoutVars>
          <dgm:bulletEnabled val="1"/>
        </dgm:presLayoutVars>
      </dgm:prSet>
      <dgm:spPr/>
    </dgm:pt>
  </dgm:ptLst>
  <dgm:cxnLst>
    <dgm:cxn modelId="{C73E8417-C319-47A8-900B-952AA4F57192}" type="presOf" srcId="{3AEA4D15-79BD-43F9-8B0E-DF5E93167605}" destId="{CBDF8E98-B8E4-45EB-9EFB-143CF10B497A}" srcOrd="0" destOrd="0" presId="urn:microsoft.com/office/officeart/2005/8/layout/process1"/>
    <dgm:cxn modelId="{CB548323-7992-4720-9D3D-26566B04691E}" type="presOf" srcId="{932BBAF9-A560-4358-BE2D-4AEF25D5ADCE}" destId="{81461DB5-0FEE-4CAC-B600-A7DFDCC4225C}" srcOrd="0" destOrd="0" presId="urn:microsoft.com/office/officeart/2005/8/layout/process1"/>
    <dgm:cxn modelId="{3F4AE328-C495-4AE5-9F77-86D107ACFDAF}" type="presOf" srcId="{3435CE89-C000-4625-8EA8-57AE0D2445FA}" destId="{CCBC3735-BD90-4F57-B23E-F2FB0A6BDE21}" srcOrd="1" destOrd="0" presId="urn:microsoft.com/office/officeart/2005/8/layout/process1"/>
    <dgm:cxn modelId="{1D06BD2A-17DF-4861-9BB4-0E4B8AA946DF}" srcId="{3315CDF9-DFAC-4B9B-A137-A09AACBD239D}" destId="{932BBAF9-A560-4358-BE2D-4AEF25D5ADCE}" srcOrd="0" destOrd="0" parTransId="{9741AC99-7135-46C9-985E-2768932FB854}" sibTransId="{DCB7E9FE-F342-4ED0-BAF4-9B852815EEF3}"/>
    <dgm:cxn modelId="{428ABE2F-4CA4-4C4D-BD93-D83C7BE7AFF1}" type="presOf" srcId="{3315CDF9-DFAC-4B9B-A137-A09AACBD239D}" destId="{DB85B5D2-AE9A-477B-921D-6C56109BE1B4}" srcOrd="0" destOrd="0" presId="urn:microsoft.com/office/officeart/2005/8/layout/process1"/>
    <dgm:cxn modelId="{7C28613C-ED80-4A76-B312-64C49687D2DD}" srcId="{3315CDF9-DFAC-4B9B-A137-A09AACBD239D}" destId="{3AEA4D15-79BD-43F9-8B0E-DF5E93167605}" srcOrd="1" destOrd="0" parTransId="{EB3B2C46-E790-4473-86C7-49370B0328F6}" sibTransId="{59732271-994A-43BF-B829-4489B4EE709A}"/>
    <dgm:cxn modelId="{CEE2B75E-017C-4F83-A5B8-F64661C659A0}" type="presOf" srcId="{DCB7E9FE-F342-4ED0-BAF4-9B852815EEF3}" destId="{56151E3E-A73E-410E-AF23-B125FA244894}" srcOrd="1" destOrd="0" presId="urn:microsoft.com/office/officeart/2005/8/layout/process1"/>
    <dgm:cxn modelId="{B264B359-0DEF-4E46-86B4-4A9764B8491D}" type="presOf" srcId="{99AA30C6-E1D9-4A44-BE4F-32C3F3EE54A8}" destId="{AB3D8E98-E0E0-417C-BC98-941F28A86D85}" srcOrd="0" destOrd="0" presId="urn:microsoft.com/office/officeart/2005/8/layout/process1"/>
    <dgm:cxn modelId="{E2C6F959-3921-42DE-B894-7D8CB4C97E31}" srcId="{3315CDF9-DFAC-4B9B-A137-A09AACBD239D}" destId="{99AA30C6-E1D9-4A44-BE4F-32C3F3EE54A8}" srcOrd="2" destOrd="0" parTransId="{A7CF1221-27E4-4CE7-A472-71EDC2417CB9}" sibTransId="{3435CE89-C000-4625-8EA8-57AE0D2445FA}"/>
    <dgm:cxn modelId="{BE385EA1-540D-43AA-BD54-5AD4D1455337}" type="presOf" srcId="{F4A01ABD-52DA-423A-9045-B98BA94EE748}" destId="{2D9605C7-013D-4CD4-827C-9900FE70EA7B}" srcOrd="0" destOrd="0" presId="urn:microsoft.com/office/officeart/2005/8/layout/process1"/>
    <dgm:cxn modelId="{FDFA1FA3-1FAA-4320-AD46-77CE2E5E6233}" type="presOf" srcId="{59732271-994A-43BF-B829-4489B4EE709A}" destId="{9EBF2BCF-75A0-41F1-990E-3253401C9267}" srcOrd="1" destOrd="0" presId="urn:microsoft.com/office/officeart/2005/8/layout/process1"/>
    <dgm:cxn modelId="{F1E717C0-E519-4C09-A1A8-392CB142270E}" type="presOf" srcId="{DCB7E9FE-F342-4ED0-BAF4-9B852815EEF3}" destId="{FFB437CD-3565-4ED7-AAF1-40EF28B2F5B2}" srcOrd="0" destOrd="0" presId="urn:microsoft.com/office/officeart/2005/8/layout/process1"/>
    <dgm:cxn modelId="{7E2A71E1-0AE8-4210-89DE-A4C09E6F9DDE}" type="presOf" srcId="{59732271-994A-43BF-B829-4489B4EE709A}" destId="{A17DB17B-6AB5-4BBE-8138-8DC811263D75}" srcOrd="0" destOrd="0" presId="urn:microsoft.com/office/officeart/2005/8/layout/process1"/>
    <dgm:cxn modelId="{45F655E8-D6D6-4B53-ABEB-BCD14692A133}" srcId="{3315CDF9-DFAC-4B9B-A137-A09AACBD239D}" destId="{F4A01ABD-52DA-423A-9045-B98BA94EE748}" srcOrd="3" destOrd="0" parTransId="{62AE3BAE-2B4D-4E9A-B55A-0045863C286B}" sibTransId="{968EA84E-BC90-4086-AC79-06B678B6592E}"/>
    <dgm:cxn modelId="{674895F1-9D9B-47AD-B506-E069FE10C657}" type="presOf" srcId="{3435CE89-C000-4625-8EA8-57AE0D2445FA}" destId="{650B1A13-D242-4712-886D-446D381C3561}" srcOrd="0" destOrd="0" presId="urn:microsoft.com/office/officeart/2005/8/layout/process1"/>
    <dgm:cxn modelId="{CBD0F2A3-6005-47F6-8D32-0C8CA83939FA}" type="presParOf" srcId="{DB85B5D2-AE9A-477B-921D-6C56109BE1B4}" destId="{81461DB5-0FEE-4CAC-B600-A7DFDCC4225C}" srcOrd="0" destOrd="0" presId="urn:microsoft.com/office/officeart/2005/8/layout/process1"/>
    <dgm:cxn modelId="{AE434EB8-0EFE-4FC3-9629-B6DFBBC12F21}" type="presParOf" srcId="{DB85B5D2-AE9A-477B-921D-6C56109BE1B4}" destId="{FFB437CD-3565-4ED7-AAF1-40EF28B2F5B2}" srcOrd="1" destOrd="0" presId="urn:microsoft.com/office/officeart/2005/8/layout/process1"/>
    <dgm:cxn modelId="{95DC0A46-0C05-4033-9A74-377973E55C2F}" type="presParOf" srcId="{FFB437CD-3565-4ED7-AAF1-40EF28B2F5B2}" destId="{56151E3E-A73E-410E-AF23-B125FA244894}" srcOrd="0" destOrd="0" presId="urn:microsoft.com/office/officeart/2005/8/layout/process1"/>
    <dgm:cxn modelId="{7690159C-E76E-4F6B-AC1F-9F55A428BE4E}" type="presParOf" srcId="{DB85B5D2-AE9A-477B-921D-6C56109BE1B4}" destId="{CBDF8E98-B8E4-45EB-9EFB-143CF10B497A}" srcOrd="2" destOrd="0" presId="urn:microsoft.com/office/officeart/2005/8/layout/process1"/>
    <dgm:cxn modelId="{EB9A4ED5-B705-421A-8859-93F8022C500C}" type="presParOf" srcId="{DB85B5D2-AE9A-477B-921D-6C56109BE1B4}" destId="{A17DB17B-6AB5-4BBE-8138-8DC811263D75}" srcOrd="3" destOrd="0" presId="urn:microsoft.com/office/officeart/2005/8/layout/process1"/>
    <dgm:cxn modelId="{E1017BDC-5587-45F4-8933-7CDF50375D29}" type="presParOf" srcId="{A17DB17B-6AB5-4BBE-8138-8DC811263D75}" destId="{9EBF2BCF-75A0-41F1-990E-3253401C9267}" srcOrd="0" destOrd="0" presId="urn:microsoft.com/office/officeart/2005/8/layout/process1"/>
    <dgm:cxn modelId="{16403332-7CFA-4022-8035-3B1DBAA7BBBB}" type="presParOf" srcId="{DB85B5D2-AE9A-477B-921D-6C56109BE1B4}" destId="{AB3D8E98-E0E0-417C-BC98-941F28A86D85}" srcOrd="4" destOrd="0" presId="urn:microsoft.com/office/officeart/2005/8/layout/process1"/>
    <dgm:cxn modelId="{D7BE4AB7-0BDB-4788-AD32-7C9D8DEA90F2}" type="presParOf" srcId="{DB85B5D2-AE9A-477B-921D-6C56109BE1B4}" destId="{650B1A13-D242-4712-886D-446D381C3561}" srcOrd="5" destOrd="0" presId="urn:microsoft.com/office/officeart/2005/8/layout/process1"/>
    <dgm:cxn modelId="{065C95D1-4FCC-4629-8708-0402B68D9070}" type="presParOf" srcId="{650B1A13-D242-4712-886D-446D381C3561}" destId="{CCBC3735-BD90-4F57-B23E-F2FB0A6BDE21}" srcOrd="0" destOrd="0" presId="urn:microsoft.com/office/officeart/2005/8/layout/process1"/>
    <dgm:cxn modelId="{5170D80D-634A-48CC-8F2A-B6A2510A5C4C}" type="presParOf" srcId="{DB85B5D2-AE9A-477B-921D-6C56109BE1B4}" destId="{2D9605C7-013D-4CD4-827C-9900FE70EA7B}"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461DB5-0FEE-4CAC-B600-A7DFDCC4225C}">
      <dsp:nvSpPr>
        <dsp:cNvPr id="0" name=""/>
        <dsp:cNvSpPr/>
      </dsp:nvSpPr>
      <dsp:spPr>
        <a:xfrm>
          <a:off x="0" y="346668"/>
          <a:ext cx="1282156" cy="769293"/>
        </a:xfrm>
        <a:prstGeom prst="roundRect">
          <a:avLst>
            <a:gd name="adj" fmla="val 10000"/>
          </a:avLst>
        </a:prstGeom>
        <a:solidFill>
          <a:schemeClr val="accent3"/>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a:t>System prompt</a:t>
          </a:r>
        </a:p>
      </dsp:txBody>
      <dsp:txXfrm>
        <a:off x="22532" y="369200"/>
        <a:ext cx="1237092" cy="724229"/>
      </dsp:txXfrm>
    </dsp:sp>
    <dsp:sp modelId="{FFB437CD-3565-4ED7-AAF1-40EF28B2F5B2}">
      <dsp:nvSpPr>
        <dsp:cNvPr id="0" name=""/>
        <dsp:cNvSpPr/>
      </dsp:nvSpPr>
      <dsp:spPr>
        <a:xfrm>
          <a:off x="1414222" y="572327"/>
          <a:ext cx="279979" cy="317974"/>
        </a:xfrm>
        <a:prstGeom prst="rightArrow">
          <a:avLst>
            <a:gd name="adj1" fmla="val 60000"/>
            <a:gd name="adj2" fmla="val 50000"/>
          </a:avLst>
        </a:prstGeom>
        <a:solidFill>
          <a:schemeClr val="accent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it-IT" sz="1200" kern="1200" dirty="0"/>
        </a:p>
      </dsp:txBody>
      <dsp:txXfrm>
        <a:off x="1414222" y="635922"/>
        <a:ext cx="195985" cy="190784"/>
      </dsp:txXfrm>
    </dsp:sp>
    <dsp:sp modelId="{CBDF8E98-B8E4-45EB-9EFB-143CF10B497A}">
      <dsp:nvSpPr>
        <dsp:cNvPr id="0" name=""/>
        <dsp:cNvSpPr/>
      </dsp:nvSpPr>
      <dsp:spPr>
        <a:xfrm>
          <a:off x="1810419" y="346668"/>
          <a:ext cx="1282156" cy="769293"/>
        </a:xfrm>
        <a:prstGeom prst="roundRect">
          <a:avLst>
            <a:gd name="adj" fmla="val 10000"/>
          </a:avLst>
        </a:prstGeom>
        <a:solidFill>
          <a:schemeClr val="accent3"/>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a:t>User prompt </a:t>
          </a:r>
        </a:p>
      </dsp:txBody>
      <dsp:txXfrm>
        <a:off x="1832951" y="369200"/>
        <a:ext cx="1237092" cy="724229"/>
      </dsp:txXfrm>
    </dsp:sp>
    <dsp:sp modelId="{A17DB17B-6AB5-4BBE-8138-8DC811263D75}">
      <dsp:nvSpPr>
        <dsp:cNvPr id="0" name=""/>
        <dsp:cNvSpPr/>
      </dsp:nvSpPr>
      <dsp:spPr>
        <a:xfrm>
          <a:off x="3235205" y="572327"/>
          <a:ext cx="302374" cy="317974"/>
        </a:xfrm>
        <a:prstGeom prst="rightArrow">
          <a:avLst>
            <a:gd name="adj1" fmla="val 60000"/>
            <a:gd name="adj2" fmla="val 50000"/>
          </a:avLst>
        </a:prstGeom>
        <a:solidFill>
          <a:schemeClr val="accent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it-IT" sz="1200" kern="1200"/>
        </a:p>
      </dsp:txBody>
      <dsp:txXfrm>
        <a:off x="3235205" y="635922"/>
        <a:ext cx="211662" cy="190784"/>
      </dsp:txXfrm>
    </dsp:sp>
    <dsp:sp modelId="{AB3D8E98-E0E0-417C-BC98-941F28A86D85}">
      <dsp:nvSpPr>
        <dsp:cNvPr id="0" name=""/>
        <dsp:cNvSpPr/>
      </dsp:nvSpPr>
      <dsp:spPr>
        <a:xfrm>
          <a:off x="3663093" y="346668"/>
          <a:ext cx="1282156" cy="769293"/>
        </a:xfrm>
        <a:prstGeom prst="roundRect">
          <a:avLst>
            <a:gd name="adj" fmla="val 10000"/>
          </a:avLst>
        </a:prstGeom>
        <a:solidFill>
          <a:schemeClr val="accent3"/>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err="1"/>
            <a:t>Chunk</a:t>
          </a:r>
          <a:r>
            <a:rPr lang="it-IT" sz="1500" kern="1200" dirty="0"/>
            <a:t> prompt </a:t>
          </a:r>
        </a:p>
      </dsp:txBody>
      <dsp:txXfrm>
        <a:off x="3685625" y="369200"/>
        <a:ext cx="1237092" cy="724229"/>
      </dsp:txXfrm>
    </dsp:sp>
    <dsp:sp modelId="{650B1A13-D242-4712-886D-446D381C3561}">
      <dsp:nvSpPr>
        <dsp:cNvPr id="0" name=""/>
        <dsp:cNvSpPr/>
      </dsp:nvSpPr>
      <dsp:spPr>
        <a:xfrm>
          <a:off x="5056668" y="572327"/>
          <a:ext cx="236205" cy="317974"/>
        </a:xfrm>
        <a:prstGeom prst="rightArrow">
          <a:avLst>
            <a:gd name="adj1" fmla="val 60000"/>
            <a:gd name="adj2" fmla="val 50000"/>
          </a:avLst>
        </a:prstGeom>
        <a:solidFill>
          <a:schemeClr val="accent3"/>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it-IT" sz="1200" kern="1200"/>
        </a:p>
      </dsp:txBody>
      <dsp:txXfrm>
        <a:off x="5056668" y="635922"/>
        <a:ext cx="165344" cy="190784"/>
      </dsp:txXfrm>
    </dsp:sp>
    <dsp:sp modelId="{2D9605C7-013D-4CD4-827C-9900FE70EA7B}">
      <dsp:nvSpPr>
        <dsp:cNvPr id="0" name=""/>
        <dsp:cNvSpPr/>
      </dsp:nvSpPr>
      <dsp:spPr>
        <a:xfrm>
          <a:off x="5390921" y="346668"/>
          <a:ext cx="1282156" cy="769293"/>
        </a:xfrm>
        <a:prstGeom prst="roundRect">
          <a:avLst>
            <a:gd name="adj" fmla="val 10000"/>
          </a:avLst>
        </a:prstGeom>
        <a:solidFill>
          <a:schemeClr val="accent3"/>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it-IT" sz="1500" kern="1200" dirty="0" err="1"/>
            <a:t>Refinement</a:t>
          </a:r>
          <a:r>
            <a:rPr lang="it-IT" sz="1500" kern="1200" dirty="0"/>
            <a:t> prompt</a:t>
          </a:r>
        </a:p>
      </dsp:txBody>
      <dsp:txXfrm>
        <a:off x="5413453" y="369200"/>
        <a:ext cx="1237092" cy="7242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01/04/2026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6"/>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4/1/2026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fontScale="90000"/>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(SESTA</a:t>
            </a:r>
            <a:br>
              <a:rPr lang="it-IT" sz="8000" dirty="0">
                <a:solidFill>
                  <a:srgbClr val="FFFFFF"/>
                </a:solidFill>
              </a:rPr>
            </a:br>
            <a:r>
              <a:rPr lang="it-IT" sz="8000" dirty="0">
                <a:solidFill>
                  <a:srgbClr val="FFFFFF"/>
                </a:solidFill>
              </a:rPr>
              <a:t> PRESENTAZIONE)</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(01/04/2026)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8E79BD-5D75-CD5F-75E6-EDDA212A34EF}"/>
              </a:ext>
            </a:extLst>
          </p:cNvPr>
          <p:cNvSpPr>
            <a:spLocks noGrp="1"/>
          </p:cNvSpPr>
          <p:nvPr>
            <p:ph type="title"/>
          </p:nvPr>
        </p:nvSpPr>
        <p:spPr/>
        <p:txBody>
          <a:bodyPr/>
          <a:lstStyle/>
          <a:p>
            <a:r>
              <a:rPr lang="it-IT" dirty="0"/>
              <a:t>Obiettivi</a:t>
            </a:r>
          </a:p>
        </p:txBody>
      </p:sp>
      <p:sp>
        <p:nvSpPr>
          <p:cNvPr id="3" name="Segnaposto contenuto 2">
            <a:extLst>
              <a:ext uri="{FF2B5EF4-FFF2-40B4-BE49-F238E27FC236}">
                <a16:creationId xmlns:a16="http://schemas.microsoft.com/office/drawing/2014/main" id="{71DE7DEB-E78E-8286-14C0-2000608E9251}"/>
              </a:ext>
            </a:extLst>
          </p:cNvPr>
          <p:cNvSpPr>
            <a:spLocks noGrp="1"/>
          </p:cNvSpPr>
          <p:nvPr>
            <p:ph idx="1"/>
          </p:nvPr>
        </p:nvSpPr>
        <p:spPr>
          <a:xfrm>
            <a:off x="645131" y="1396180"/>
            <a:ext cx="9404722" cy="4881715"/>
          </a:xfrm>
        </p:spPr>
        <p:txBody>
          <a:bodyPr>
            <a:normAutofit/>
          </a:bodyPr>
          <a:lstStyle/>
          <a:p>
            <a:pPr>
              <a:buFont typeface="Wingdings" panose="05000000000000000000" pitchFamily="2" charset="2"/>
              <a:buChar char="q"/>
            </a:pPr>
            <a:r>
              <a:rPr lang="it-IT" sz="1800" dirty="0"/>
              <a:t>Rilevazione automatica del tipo di fallimento</a:t>
            </a:r>
          </a:p>
          <a:p>
            <a:pPr lvl="1">
              <a:buFont typeface="Wingdings" panose="05000000000000000000" pitchFamily="2" charset="2"/>
              <a:buChar char="q"/>
            </a:pPr>
            <a:r>
              <a:rPr lang="it-IT" sz="1600" dirty="0"/>
              <a:t>Identificare </a:t>
            </a:r>
            <a:r>
              <a:rPr lang="it-IT" sz="1600" dirty="0" err="1"/>
              <a:t>ipc_leak</a:t>
            </a:r>
            <a:r>
              <a:rPr lang="it-IT" sz="1600" dirty="0"/>
              <a:t>, </a:t>
            </a:r>
            <a:r>
              <a:rPr lang="it-IT" sz="1600" dirty="0" err="1"/>
              <a:t>timeout</a:t>
            </a:r>
            <a:r>
              <a:rPr lang="it-IT" sz="1600" dirty="0"/>
              <a:t> e crash tramite script Bash.</a:t>
            </a:r>
          </a:p>
          <a:p>
            <a:pPr>
              <a:buFont typeface="Wingdings" panose="05000000000000000000" pitchFamily="2" charset="2"/>
              <a:buChar char="q"/>
            </a:pPr>
            <a:r>
              <a:rPr lang="it-IT" sz="1800" dirty="0"/>
              <a:t>Sfruttare modelli disponibili tramite provider esterni</a:t>
            </a:r>
          </a:p>
          <a:p>
            <a:pPr lvl="1">
              <a:buFont typeface="Wingdings" panose="05000000000000000000" pitchFamily="2" charset="2"/>
              <a:buChar char="q"/>
            </a:pPr>
            <a:r>
              <a:rPr lang="it-IT" sz="1400" dirty="0"/>
              <a:t>Preferire modelli disponibili tramite cloud o servizi esterni rispetto a quelli locali.</a:t>
            </a:r>
            <a:endParaRPr lang="it-IT" sz="1800" dirty="0"/>
          </a:p>
          <a:p>
            <a:pPr>
              <a:buFont typeface="Wingdings" panose="05000000000000000000" pitchFamily="2" charset="2"/>
              <a:buChar char="q"/>
            </a:pPr>
            <a:r>
              <a:rPr lang="it-IT" sz="1800" dirty="0"/>
              <a:t>Ottimizzazione dei prompt</a:t>
            </a:r>
          </a:p>
          <a:p>
            <a:pPr lvl="1">
              <a:buFont typeface="Wingdings" panose="05000000000000000000" pitchFamily="2" charset="2"/>
              <a:buChar char="q"/>
            </a:pPr>
            <a:r>
              <a:rPr lang="it-IT" sz="1600" dirty="0"/>
              <a:t>Utilizzare meccanismi di action </a:t>
            </a:r>
            <a:r>
              <a:rPr lang="it-IT" sz="1600" dirty="0" err="1"/>
              <a:t>reasoning</a:t>
            </a:r>
            <a:r>
              <a:rPr lang="it-IT" sz="1600" dirty="0"/>
              <a:t> per migliorare l’accuratezza.</a:t>
            </a:r>
          </a:p>
          <a:p>
            <a:pPr>
              <a:buFont typeface="Wingdings" panose="05000000000000000000" pitchFamily="2" charset="2"/>
              <a:buChar char="q"/>
            </a:pPr>
            <a:r>
              <a:rPr lang="it-IT" sz="1800" dirty="0"/>
              <a:t>Valutazione LLM «giudice» ottimizzata</a:t>
            </a:r>
          </a:p>
          <a:p>
            <a:pPr lvl="1">
              <a:buFont typeface="Wingdings" panose="05000000000000000000" pitchFamily="2" charset="2"/>
              <a:buChar char="q"/>
            </a:pPr>
            <a:r>
              <a:rPr lang="it-IT" sz="1600" dirty="0"/>
              <a:t>Il giudice verifica che la diagnosi primaria corrisponda esattamente alla diagnosi di riferimento («ground truth»).</a:t>
            </a:r>
          </a:p>
          <a:p>
            <a:pPr>
              <a:buFont typeface="Wingdings" panose="05000000000000000000" pitchFamily="2" charset="2"/>
              <a:buChar char="q"/>
            </a:pPr>
            <a:r>
              <a:rPr lang="it-IT" sz="1800" dirty="0"/>
              <a:t>Diagnosi LLM primaria più precise</a:t>
            </a:r>
          </a:p>
          <a:p>
            <a:pPr lvl="1">
              <a:buFont typeface="Wingdings" panose="05000000000000000000" pitchFamily="2" charset="2"/>
              <a:buChar char="q"/>
            </a:pPr>
            <a:r>
              <a:rPr lang="it-IT" sz="1600" dirty="0"/>
              <a:t>Riportare solo il problema rilevato dal warning, senza informazioni superflue.</a:t>
            </a:r>
          </a:p>
        </p:txBody>
      </p:sp>
    </p:spTree>
    <p:extLst>
      <p:ext uri="{BB962C8B-B14F-4D97-AF65-F5344CB8AC3E}">
        <p14:creationId xmlns:p14="http://schemas.microsoft.com/office/powerpoint/2010/main" val="39066176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3C882B-3904-5353-9B9A-819E9AA8AD94}"/>
              </a:ext>
            </a:extLst>
          </p:cNvPr>
          <p:cNvSpPr>
            <a:spLocks noGrp="1"/>
          </p:cNvSpPr>
          <p:nvPr>
            <p:ph type="title"/>
          </p:nvPr>
        </p:nvSpPr>
        <p:spPr>
          <a:xfrm>
            <a:off x="479783" y="120384"/>
            <a:ext cx="5616217" cy="1287718"/>
          </a:xfrm>
        </p:spPr>
        <p:txBody>
          <a:bodyPr>
            <a:normAutofit/>
          </a:bodyPr>
          <a:lstStyle/>
          <a:p>
            <a:r>
              <a:rPr lang="it-IT" sz="3900" dirty="0"/>
              <a:t>Rilevazione categorie di fallimento</a:t>
            </a:r>
          </a:p>
        </p:txBody>
      </p:sp>
      <p:sp>
        <p:nvSpPr>
          <p:cNvPr id="3" name="Segnaposto contenuto 2">
            <a:extLst>
              <a:ext uri="{FF2B5EF4-FFF2-40B4-BE49-F238E27FC236}">
                <a16:creationId xmlns:a16="http://schemas.microsoft.com/office/drawing/2014/main" id="{177E0C3E-FDC8-9A6D-7156-7F688E5CC846}"/>
              </a:ext>
            </a:extLst>
          </p:cNvPr>
          <p:cNvSpPr>
            <a:spLocks noGrp="1"/>
          </p:cNvSpPr>
          <p:nvPr>
            <p:ph idx="1"/>
          </p:nvPr>
        </p:nvSpPr>
        <p:spPr>
          <a:xfrm>
            <a:off x="196059" y="1408101"/>
            <a:ext cx="5909544" cy="5329516"/>
          </a:xfrm>
        </p:spPr>
        <p:txBody>
          <a:bodyPr>
            <a:normAutofit fontScale="92500" lnSpcReduction="20000"/>
          </a:bodyPr>
          <a:lstStyle/>
          <a:p>
            <a:pPr>
              <a:lnSpc>
                <a:spcPct val="90000"/>
              </a:lnSpc>
            </a:pPr>
            <a:r>
              <a:rPr lang="it-IT" sz="1600" dirty="0"/>
              <a:t>La rilevazione di </a:t>
            </a:r>
            <a:r>
              <a:rPr lang="it-IT" sz="1600" b="1" dirty="0" err="1"/>
              <a:t>ipc_leak</a:t>
            </a:r>
            <a:r>
              <a:rPr lang="it-IT" sz="1600" dirty="0"/>
              <a:t>, </a:t>
            </a:r>
            <a:r>
              <a:rPr lang="it-IT" sz="1600" b="1" dirty="0" err="1"/>
              <a:t>timeout</a:t>
            </a:r>
            <a:r>
              <a:rPr lang="it-IT" sz="1600" b="1" dirty="0"/>
              <a:t>, crash</a:t>
            </a:r>
            <a:r>
              <a:rPr lang="it-IT" sz="1600" dirty="0"/>
              <a:t> e delle restanti categorie di fallimento avviene direttamente tramite lo script </a:t>
            </a:r>
            <a:r>
              <a:rPr lang="it-IT" sz="1600" i="1" dirty="0"/>
              <a:t>test.sh</a:t>
            </a:r>
            <a:r>
              <a:rPr lang="it-IT" sz="1600" dirty="0"/>
              <a:t>, senza fare affidamento su </a:t>
            </a:r>
            <a:r>
              <a:rPr lang="it-IT" sz="1600" i="1" dirty="0"/>
              <a:t>keyword</a:t>
            </a:r>
            <a:r>
              <a:rPr lang="it-IT" sz="1600" dirty="0"/>
              <a:t> statiche. Lo script esegue il programma e monitora:</a:t>
            </a:r>
          </a:p>
          <a:p>
            <a:pPr lvl="1">
              <a:lnSpc>
                <a:spcPct val="90000"/>
              </a:lnSpc>
            </a:pPr>
            <a:r>
              <a:rPr lang="it-IT" sz="1600" b="1" dirty="0"/>
              <a:t>Crash</a:t>
            </a:r>
            <a:r>
              <a:rPr lang="it-IT" sz="1600" dirty="0"/>
              <a:t>: individuato se il programma termina in modo anomalo o con codice di ritorno non nullo. </a:t>
            </a:r>
          </a:p>
          <a:p>
            <a:pPr lvl="1">
              <a:lnSpc>
                <a:spcPct val="90000"/>
              </a:lnSpc>
            </a:pPr>
            <a:r>
              <a:rPr lang="it-IT" sz="1600" b="1" dirty="0" err="1"/>
              <a:t>Timeout</a:t>
            </a:r>
            <a:r>
              <a:rPr lang="it-IT" sz="1600" dirty="0"/>
              <a:t>: rilevato se l’esecuzione supera il tempo massimo consentito. </a:t>
            </a:r>
          </a:p>
          <a:p>
            <a:pPr lvl="1">
              <a:lnSpc>
                <a:spcPct val="90000"/>
              </a:lnSpc>
            </a:pPr>
            <a:r>
              <a:rPr lang="it-IT" sz="1600" b="1" dirty="0"/>
              <a:t>IPC leak</a:t>
            </a:r>
            <a:r>
              <a:rPr lang="it-IT" sz="1600" dirty="0"/>
              <a:t>: rilevato tramite segnali o messaggi dello script indicanti risorse IPC non deallocate.</a:t>
            </a:r>
          </a:p>
          <a:p>
            <a:pPr>
              <a:lnSpc>
                <a:spcPct val="90000"/>
              </a:lnSpc>
            </a:pPr>
            <a:r>
              <a:rPr lang="it-IT" sz="1600" dirty="0"/>
              <a:t>La funzione </a:t>
            </a:r>
            <a:r>
              <a:rPr lang="it-IT" sz="1600" i="1" dirty="0" err="1"/>
              <a:t>classify_failure_category</a:t>
            </a:r>
            <a:r>
              <a:rPr lang="it-IT" sz="1600" i="1" dirty="0"/>
              <a:t>, </a:t>
            </a:r>
            <a:r>
              <a:rPr lang="it-IT" sz="1600" dirty="0"/>
              <a:t>all’interno dello script </a:t>
            </a:r>
            <a:r>
              <a:rPr lang="it-IT" sz="1600" dirty="0" err="1"/>
              <a:t>python</a:t>
            </a:r>
            <a:r>
              <a:rPr lang="it-IT" sz="1600" i="1" dirty="0"/>
              <a:t>, </a:t>
            </a:r>
            <a:r>
              <a:rPr lang="it-IT" sz="1600" dirty="0"/>
              <a:t>utilizza l’output dello script(</a:t>
            </a:r>
            <a:r>
              <a:rPr lang="it-IT" sz="1600" i="1" dirty="0" err="1"/>
              <a:t>test_feedback</a:t>
            </a:r>
            <a:r>
              <a:rPr lang="it-IT" sz="1600" dirty="0"/>
              <a:t>) effettua un </a:t>
            </a:r>
            <a:r>
              <a:rPr lang="it-IT" sz="1600" b="1" dirty="0"/>
              <a:t>mapping</a:t>
            </a:r>
            <a:r>
              <a:rPr lang="it-IT" sz="1600" dirty="0"/>
              <a:t> per assegnare automaticamente la categoria corrispondente.</a:t>
            </a:r>
          </a:p>
          <a:p>
            <a:pPr>
              <a:lnSpc>
                <a:spcPct val="90000"/>
              </a:lnSpc>
            </a:pPr>
            <a:r>
              <a:rPr lang="it-IT" sz="1600" b="1" dirty="0"/>
              <a:t>NB</a:t>
            </a:r>
            <a:r>
              <a:rPr lang="it-IT" sz="1600" dirty="0"/>
              <a:t>: nello script </a:t>
            </a:r>
            <a:r>
              <a:rPr lang="it-IT" sz="1600" dirty="0" err="1"/>
              <a:t>python</a:t>
            </a:r>
            <a:r>
              <a:rPr lang="it-IT" sz="1600" dirty="0"/>
              <a:t> se l’esercizio supera i test ma ci sono </a:t>
            </a:r>
            <a:r>
              <a:rPr lang="it-IT" sz="1600" dirty="0" err="1"/>
              <a:t>warnings</a:t>
            </a:r>
            <a:r>
              <a:rPr lang="it-IT" sz="1600" dirty="0"/>
              <a:t> → categoria </a:t>
            </a:r>
            <a:r>
              <a:rPr lang="it-IT" sz="1600" dirty="0" err="1"/>
              <a:t>static_failure</a:t>
            </a:r>
            <a:r>
              <a:rPr lang="it-IT" sz="1600" dirty="0"/>
              <a:t>.</a:t>
            </a:r>
          </a:p>
          <a:p>
            <a:pPr>
              <a:lnSpc>
                <a:spcPct val="90000"/>
              </a:lnSpc>
            </a:pPr>
            <a:r>
              <a:rPr lang="it-IT" sz="1600" dirty="0"/>
              <a:t>Se però ci affidassimo solo al feedback fornito dallo script di test quest’ultimo sarebbe classificato come </a:t>
            </a:r>
            <a:r>
              <a:rPr lang="it-IT" sz="1600" i="1" dirty="0" err="1"/>
              <a:t>correct</a:t>
            </a:r>
            <a:r>
              <a:rPr lang="it-IT" sz="1600" dirty="0"/>
              <a:t>, siccome viene mostrato il messaggio di congratulazioni.</a:t>
            </a:r>
          </a:p>
          <a:p>
            <a:pPr>
              <a:lnSpc>
                <a:spcPct val="90000"/>
              </a:lnSpc>
            </a:pPr>
            <a:r>
              <a:rPr lang="it-IT" sz="1600" dirty="0"/>
              <a:t>Tuttavia esiste anche il caso in cui lo script mostra il messaggio «Anche se il programma esegue, sono stati riscontrati i seguenti difetti all'interno del codice», in cui viene correttamente classificato come </a:t>
            </a:r>
            <a:r>
              <a:rPr lang="it-IT" sz="1600" dirty="0" err="1"/>
              <a:t>static_failure</a:t>
            </a:r>
            <a:r>
              <a:rPr lang="it-IT" sz="1600" dirty="0"/>
              <a:t>. Questo lascia pensare che alcuni warning fanno sì che lo script di test porti al fallimento dei test dell’esercizio, mentre altri no.</a:t>
            </a:r>
          </a:p>
        </p:txBody>
      </p:sp>
      <p:sp>
        <p:nvSpPr>
          <p:cNvPr id="17" name="Freeform 31">
            <a:extLst>
              <a:ext uri="{FF2B5EF4-FFF2-40B4-BE49-F238E27FC236}">
                <a16:creationId xmlns:a16="http://schemas.microsoft.com/office/drawing/2014/main" id="{1F7E4252-2F8C-4EA5-8B25-80F4D86EEA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0">
            <a:extLst>
              <a:ext uri="{FF2B5EF4-FFF2-40B4-BE49-F238E27FC236}">
                <a16:creationId xmlns:a16="http://schemas.microsoft.com/office/drawing/2014/main" id="{1AE682A4-5C0C-437A-88CB-93903D449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4139" y="0"/>
            <a:ext cx="463828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5">
            <a:extLst>
              <a:ext uri="{FF2B5EF4-FFF2-40B4-BE49-F238E27FC236}">
                <a16:creationId xmlns:a16="http://schemas.microsoft.com/office/drawing/2014/main" id="{BCB0AB8E-3445-441A-B43E-CED27841E7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906400"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0" name="Rectangle 14">
            <a:extLst>
              <a:ext uri="{FF2B5EF4-FFF2-40B4-BE49-F238E27FC236}">
                <a16:creationId xmlns:a16="http://schemas.microsoft.com/office/drawing/2014/main" id="{60202AA6-BAFE-417F-904D-4F7027D36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graphicFrame>
        <p:nvGraphicFramePr>
          <p:cNvPr id="4" name="Tabella 3">
            <a:extLst>
              <a:ext uri="{FF2B5EF4-FFF2-40B4-BE49-F238E27FC236}">
                <a16:creationId xmlns:a16="http://schemas.microsoft.com/office/drawing/2014/main" id="{878ECE18-94B5-A1EF-ABDC-A68B261803F9}"/>
              </a:ext>
            </a:extLst>
          </p:cNvPr>
          <p:cNvGraphicFramePr>
            <a:graphicFrameLocks noGrp="1"/>
          </p:cNvGraphicFramePr>
          <p:nvPr>
            <p:extLst>
              <p:ext uri="{D42A27DB-BD31-4B8C-83A1-F6EECF244321}">
                <p14:modId xmlns:p14="http://schemas.microsoft.com/office/powerpoint/2010/main" val="3713513735"/>
              </p:ext>
            </p:extLst>
          </p:nvPr>
        </p:nvGraphicFramePr>
        <p:xfrm>
          <a:off x="7563742" y="1493810"/>
          <a:ext cx="3980140" cy="4159559"/>
        </p:xfrm>
        <a:graphic>
          <a:graphicData uri="http://schemas.openxmlformats.org/drawingml/2006/table">
            <a:tbl>
              <a:tblPr firstRow="1" bandRow="1">
                <a:tableStyleId>{5C22544A-7EE6-4342-B048-85BDC9FD1C3A}</a:tableStyleId>
              </a:tblPr>
              <a:tblGrid>
                <a:gridCol w="2326502">
                  <a:extLst>
                    <a:ext uri="{9D8B030D-6E8A-4147-A177-3AD203B41FA5}">
                      <a16:colId xmlns:a16="http://schemas.microsoft.com/office/drawing/2014/main" val="1626850679"/>
                    </a:ext>
                  </a:extLst>
                </a:gridCol>
                <a:gridCol w="1653638">
                  <a:extLst>
                    <a:ext uri="{9D8B030D-6E8A-4147-A177-3AD203B41FA5}">
                      <a16:colId xmlns:a16="http://schemas.microsoft.com/office/drawing/2014/main" val="1613290276"/>
                    </a:ext>
                  </a:extLst>
                </a:gridCol>
              </a:tblGrid>
              <a:tr h="297722">
                <a:tc>
                  <a:txBody>
                    <a:bodyPr/>
                    <a:lstStyle/>
                    <a:p>
                      <a:pPr>
                        <a:buNone/>
                      </a:pPr>
                      <a:r>
                        <a:rPr lang="it-IT" sz="1200">
                          <a:latin typeface="+mn-lt"/>
                        </a:rPr>
                        <a:t>Messaggio rilevato</a:t>
                      </a:r>
                    </a:p>
                  </a:txBody>
                  <a:tcPr marL="79747" marR="79747" marT="39873" marB="39873" anchor="ctr"/>
                </a:tc>
                <a:tc>
                  <a:txBody>
                    <a:bodyPr/>
                    <a:lstStyle/>
                    <a:p>
                      <a:pPr>
                        <a:buNone/>
                      </a:pPr>
                      <a:r>
                        <a:rPr lang="it-IT" sz="1200">
                          <a:latin typeface="+mn-lt"/>
                        </a:rPr>
                        <a:t>Categoria risultante</a:t>
                      </a:r>
                    </a:p>
                  </a:txBody>
                  <a:tcPr marL="79747" marR="79747" marT="39873" marB="39873" anchor="ctr"/>
                </a:tc>
                <a:extLst>
                  <a:ext uri="{0D108BD9-81ED-4DB2-BD59-A6C34878D82A}">
                    <a16:rowId xmlns:a16="http://schemas.microsoft.com/office/drawing/2014/main" val="3232230398"/>
                  </a:ext>
                </a:extLst>
              </a:tr>
              <a:tr h="483798">
                <a:tc>
                  <a:txBody>
                    <a:bodyPr/>
                    <a:lstStyle/>
                    <a:p>
                      <a:pPr>
                        <a:buNone/>
                      </a:pPr>
                      <a:r>
                        <a:rPr lang="it-IT" sz="1200">
                          <a:latin typeface="+mn-lt"/>
                        </a:rPr>
                        <a:t>«L'esecuzione del programma è andata in crash»</a:t>
                      </a:r>
                    </a:p>
                  </a:txBody>
                  <a:tcPr marL="79747" marR="79747" marT="39873" marB="39873" anchor="ctr"/>
                </a:tc>
                <a:tc>
                  <a:txBody>
                    <a:bodyPr/>
                    <a:lstStyle/>
                    <a:p>
                      <a:pPr>
                        <a:buNone/>
                      </a:pPr>
                      <a:r>
                        <a:rPr lang="it-IT" sz="1200" b="1" i="1" dirty="0">
                          <a:latin typeface="+mn-lt"/>
                        </a:rPr>
                        <a:t>crash</a:t>
                      </a:r>
                    </a:p>
                  </a:txBody>
                  <a:tcPr marL="79747" marR="79747" marT="39873" marB="39873" anchor="ctr"/>
                </a:tc>
                <a:extLst>
                  <a:ext uri="{0D108BD9-81ED-4DB2-BD59-A6C34878D82A}">
                    <a16:rowId xmlns:a16="http://schemas.microsoft.com/office/drawing/2014/main" val="804023632"/>
                  </a:ext>
                </a:extLst>
              </a:tr>
              <a:tr h="483798">
                <a:tc>
                  <a:txBody>
                    <a:bodyPr/>
                    <a:lstStyle/>
                    <a:p>
                      <a:pPr>
                        <a:buNone/>
                      </a:pPr>
                      <a:r>
                        <a:rPr lang="it-IT" sz="1200">
                          <a:latin typeface="+mn-lt"/>
                        </a:rPr>
                        <a:t>«L'esecuzione del programma è andata in timeout»</a:t>
                      </a:r>
                    </a:p>
                  </a:txBody>
                  <a:tcPr marL="79747" marR="79747" marT="39873" marB="39873" anchor="ctr"/>
                </a:tc>
                <a:tc>
                  <a:txBody>
                    <a:bodyPr/>
                    <a:lstStyle/>
                    <a:p>
                      <a:pPr>
                        <a:buNone/>
                      </a:pPr>
                      <a:r>
                        <a:rPr lang="it-IT" sz="1200" b="1" i="1" dirty="0" err="1">
                          <a:latin typeface="+mn-lt"/>
                        </a:rPr>
                        <a:t>timeout</a:t>
                      </a:r>
                      <a:endParaRPr lang="it-IT" sz="1200" b="1" i="1" dirty="0">
                        <a:latin typeface="+mn-lt"/>
                      </a:endParaRPr>
                    </a:p>
                  </a:txBody>
                  <a:tcPr marL="79747" marR="79747" marT="39873" marB="39873" anchor="ctr"/>
                </a:tc>
                <a:extLst>
                  <a:ext uri="{0D108BD9-81ED-4DB2-BD59-A6C34878D82A}">
                    <a16:rowId xmlns:a16="http://schemas.microsoft.com/office/drawing/2014/main" val="1221439748"/>
                  </a:ext>
                </a:extLst>
              </a:tr>
              <a:tr h="483798">
                <a:tc>
                  <a:txBody>
                    <a:bodyPr/>
                    <a:lstStyle/>
                    <a:p>
                      <a:pPr>
                        <a:buNone/>
                      </a:pPr>
                      <a:r>
                        <a:rPr lang="it-IT" sz="1200">
                          <a:latin typeface="+mn-lt"/>
                        </a:rPr>
                        <a:t>«È necessario deallocare le risorse ipc»</a:t>
                      </a:r>
                    </a:p>
                  </a:txBody>
                  <a:tcPr marL="79747" marR="79747" marT="39873" marB="39873" anchor="ctr"/>
                </a:tc>
                <a:tc>
                  <a:txBody>
                    <a:bodyPr/>
                    <a:lstStyle/>
                    <a:p>
                      <a:pPr>
                        <a:buNone/>
                      </a:pPr>
                      <a:r>
                        <a:rPr lang="it-IT" sz="1200" b="1" i="1" dirty="0" err="1">
                          <a:latin typeface="+mn-lt"/>
                        </a:rPr>
                        <a:t>ipc_leak</a:t>
                      </a:r>
                      <a:endParaRPr lang="it-IT" sz="1200" b="1" i="1" dirty="0">
                        <a:latin typeface="+mn-lt"/>
                      </a:endParaRPr>
                    </a:p>
                  </a:txBody>
                  <a:tcPr marL="79747" marR="79747" marT="39873" marB="39873" anchor="ctr"/>
                </a:tc>
                <a:extLst>
                  <a:ext uri="{0D108BD9-81ED-4DB2-BD59-A6C34878D82A}">
                    <a16:rowId xmlns:a16="http://schemas.microsoft.com/office/drawing/2014/main" val="3117591738"/>
                  </a:ext>
                </a:extLst>
              </a:tr>
              <a:tr h="483798">
                <a:tc>
                  <a:txBody>
                    <a:bodyPr/>
                    <a:lstStyle/>
                    <a:p>
                      <a:pPr>
                        <a:buNone/>
                      </a:pPr>
                      <a:r>
                        <a:rPr lang="it-IT" sz="1200">
                          <a:latin typeface="+mn-lt"/>
                        </a:rPr>
                        <a:t>«Non è stato possibile compilare il programma»</a:t>
                      </a:r>
                    </a:p>
                  </a:txBody>
                  <a:tcPr marL="79747" marR="79747" marT="39873" marB="39873" anchor="ctr"/>
                </a:tc>
                <a:tc>
                  <a:txBody>
                    <a:bodyPr/>
                    <a:lstStyle/>
                    <a:p>
                      <a:pPr>
                        <a:buNone/>
                      </a:pPr>
                      <a:r>
                        <a:rPr lang="it-IT" sz="1200" b="1" i="1" dirty="0" err="1">
                          <a:latin typeface="+mn-lt"/>
                        </a:rPr>
                        <a:t>compile_error</a:t>
                      </a:r>
                      <a:endParaRPr lang="it-IT" sz="1200" b="1" i="1" dirty="0">
                        <a:latin typeface="+mn-lt"/>
                      </a:endParaRPr>
                    </a:p>
                  </a:txBody>
                  <a:tcPr marL="79747" marR="79747" marT="39873" marB="39873" anchor="ctr"/>
                </a:tc>
                <a:extLst>
                  <a:ext uri="{0D108BD9-81ED-4DB2-BD59-A6C34878D82A}">
                    <a16:rowId xmlns:a16="http://schemas.microsoft.com/office/drawing/2014/main" val="1192087285"/>
                  </a:ext>
                </a:extLst>
              </a:tr>
              <a:tr h="483798">
                <a:tc>
                  <a:txBody>
                    <a:bodyPr/>
                    <a:lstStyle/>
                    <a:p>
                      <a:pPr>
                        <a:buNone/>
                      </a:pPr>
                      <a:r>
                        <a:rPr lang="it-IT" sz="1200">
                          <a:latin typeface="+mn-lt"/>
                        </a:rPr>
                        <a:t>Messaggi generici di errore o esecuzione anomala</a:t>
                      </a:r>
                    </a:p>
                  </a:txBody>
                  <a:tcPr marL="79747" marR="79747" marT="39873" marB="39873" anchor="ctr"/>
                </a:tc>
                <a:tc>
                  <a:txBody>
                    <a:bodyPr/>
                    <a:lstStyle/>
                    <a:p>
                      <a:pPr>
                        <a:buNone/>
                      </a:pPr>
                      <a:r>
                        <a:rPr lang="it-IT" sz="1200" b="1" i="1" dirty="0" err="1">
                          <a:latin typeface="+mn-lt"/>
                        </a:rPr>
                        <a:t>dynamic_failure</a:t>
                      </a:r>
                      <a:endParaRPr lang="it-IT" sz="1200" b="1" i="1" dirty="0">
                        <a:latin typeface="+mn-lt"/>
                      </a:endParaRPr>
                    </a:p>
                  </a:txBody>
                  <a:tcPr marL="79747" marR="79747" marT="39873" marB="39873" anchor="ctr"/>
                </a:tc>
                <a:extLst>
                  <a:ext uri="{0D108BD9-81ED-4DB2-BD59-A6C34878D82A}">
                    <a16:rowId xmlns:a16="http://schemas.microsoft.com/office/drawing/2014/main" val="1334105102"/>
                  </a:ext>
                </a:extLst>
              </a:tr>
              <a:tr h="483798">
                <a:tc>
                  <a:txBody>
                    <a:bodyPr/>
                    <a:lstStyle/>
                    <a:p>
                      <a:pPr>
                        <a:buNone/>
                      </a:pPr>
                      <a:r>
                        <a:rPr lang="it-IT" sz="1200">
                          <a:latin typeface="+mn-lt"/>
                        </a:rPr>
                        <a:t>Feedback su difetti nel codice anche se compila</a:t>
                      </a:r>
                    </a:p>
                  </a:txBody>
                  <a:tcPr marL="79747" marR="79747" marT="39873" marB="39873" anchor="ctr"/>
                </a:tc>
                <a:tc>
                  <a:txBody>
                    <a:bodyPr/>
                    <a:lstStyle/>
                    <a:p>
                      <a:pPr>
                        <a:buNone/>
                      </a:pPr>
                      <a:r>
                        <a:rPr lang="it-IT" sz="1200" b="1" i="1" dirty="0" err="1">
                          <a:latin typeface="+mn-lt"/>
                        </a:rPr>
                        <a:t>static_failure</a:t>
                      </a:r>
                      <a:endParaRPr lang="it-IT" sz="1200" b="1" i="1" dirty="0">
                        <a:latin typeface="+mn-lt"/>
                      </a:endParaRPr>
                    </a:p>
                  </a:txBody>
                  <a:tcPr marL="79747" marR="79747" marT="39873" marB="39873" anchor="ctr"/>
                </a:tc>
                <a:extLst>
                  <a:ext uri="{0D108BD9-81ED-4DB2-BD59-A6C34878D82A}">
                    <a16:rowId xmlns:a16="http://schemas.microsoft.com/office/drawing/2014/main" val="1225293164"/>
                  </a:ext>
                </a:extLst>
              </a:tr>
              <a:tr h="66987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it-IT" sz="1200" b="0" kern="1200">
                          <a:solidFill>
                            <a:schemeClr val="dk1"/>
                          </a:solidFill>
                          <a:effectLst/>
                          <a:latin typeface="+mn-lt"/>
                          <a:ea typeface="+mn-ea"/>
                          <a:cs typeface="+mn-cs"/>
                        </a:rPr>
                        <a:t>«Congratulazioni, l'esercizio compila ed esegue correttamente»</a:t>
                      </a:r>
                    </a:p>
                  </a:txBody>
                  <a:tcPr marL="79747" marR="79747" marT="39873" marB="39873" anchor="ctr"/>
                </a:tc>
                <a:tc>
                  <a:txBody>
                    <a:bodyPr/>
                    <a:lstStyle/>
                    <a:p>
                      <a:pPr>
                        <a:buNone/>
                      </a:pPr>
                      <a:r>
                        <a:rPr lang="it-IT" sz="1200" b="1" i="1" dirty="0" err="1">
                          <a:latin typeface="+mn-lt"/>
                        </a:rPr>
                        <a:t>correct</a:t>
                      </a:r>
                      <a:endParaRPr lang="it-IT" sz="1200" b="1" i="1" dirty="0">
                        <a:latin typeface="+mn-lt"/>
                      </a:endParaRPr>
                    </a:p>
                  </a:txBody>
                  <a:tcPr marL="79747" marR="79747" marT="39873" marB="39873" anchor="ctr"/>
                </a:tc>
                <a:extLst>
                  <a:ext uri="{0D108BD9-81ED-4DB2-BD59-A6C34878D82A}">
                    <a16:rowId xmlns:a16="http://schemas.microsoft.com/office/drawing/2014/main" val="3468148828"/>
                  </a:ext>
                </a:extLst>
              </a:tr>
            </a:tbl>
          </a:graphicData>
        </a:graphic>
      </p:graphicFrame>
      <p:sp>
        <p:nvSpPr>
          <p:cNvPr id="5" name="Freccia a destra 4">
            <a:extLst>
              <a:ext uri="{FF2B5EF4-FFF2-40B4-BE49-F238E27FC236}">
                <a16:creationId xmlns:a16="http://schemas.microsoft.com/office/drawing/2014/main" id="{50FF47A9-CFA0-3FFB-CB95-D9C5F5C5E1C3}"/>
              </a:ext>
            </a:extLst>
          </p:cNvPr>
          <p:cNvSpPr/>
          <p:nvPr/>
        </p:nvSpPr>
        <p:spPr>
          <a:xfrm>
            <a:off x="6105603" y="3573589"/>
            <a:ext cx="1458139" cy="334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9374762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2ECC224-4A28-1A20-0AFB-7A015EF9E581}"/>
              </a:ext>
            </a:extLst>
          </p:cNvPr>
          <p:cNvSpPr>
            <a:spLocks noGrp="1"/>
          </p:cNvSpPr>
          <p:nvPr>
            <p:ph type="title"/>
          </p:nvPr>
        </p:nvSpPr>
        <p:spPr/>
        <p:txBody>
          <a:bodyPr/>
          <a:lstStyle/>
          <a:p>
            <a:r>
              <a:rPr lang="it-IT" dirty="0"/>
              <a:t>Modelli </a:t>
            </a:r>
            <a:r>
              <a:rPr lang="it-IT" dirty="0" err="1"/>
              <a:t>groq</a:t>
            </a:r>
            <a:endParaRPr lang="it-IT" dirty="0"/>
          </a:p>
        </p:txBody>
      </p:sp>
      <p:sp>
        <p:nvSpPr>
          <p:cNvPr id="3" name="Segnaposto contenuto 2">
            <a:extLst>
              <a:ext uri="{FF2B5EF4-FFF2-40B4-BE49-F238E27FC236}">
                <a16:creationId xmlns:a16="http://schemas.microsoft.com/office/drawing/2014/main" id="{E3E4DF1B-3843-E733-5BA3-699820215753}"/>
              </a:ext>
            </a:extLst>
          </p:cNvPr>
          <p:cNvSpPr>
            <a:spLocks noGrp="1"/>
          </p:cNvSpPr>
          <p:nvPr>
            <p:ph idx="1"/>
          </p:nvPr>
        </p:nvSpPr>
        <p:spPr>
          <a:xfrm>
            <a:off x="1103312" y="1524000"/>
            <a:ext cx="9987475" cy="4724399"/>
          </a:xfrm>
        </p:spPr>
        <p:txBody>
          <a:bodyPr>
            <a:normAutofit/>
          </a:bodyPr>
          <a:lstStyle/>
          <a:p>
            <a:r>
              <a:rPr lang="it-IT" sz="1800" dirty="0"/>
              <a:t>Il sistema sfrutta modelli accessibili via cloud e servizi esterni e li orchestra come una </a:t>
            </a:r>
            <a:r>
              <a:rPr lang="it-IT" sz="1800" i="1" dirty="0"/>
              <a:t>catena di </a:t>
            </a:r>
            <a:r>
              <a:rPr lang="it-IT" sz="1800" i="1" dirty="0" err="1"/>
              <a:t>fallback</a:t>
            </a:r>
            <a:r>
              <a:rPr lang="it-IT" sz="1800" dirty="0"/>
              <a:t> invece di affidarsi a un singolo modello per limiti del piano standard. </a:t>
            </a:r>
          </a:p>
          <a:p>
            <a:r>
              <a:rPr lang="it-IT" sz="1800" dirty="0"/>
              <a:t>Per ogni ruolo logico (</a:t>
            </a:r>
            <a:r>
              <a:rPr lang="it-IT" sz="1800" dirty="0" err="1"/>
              <a:t>Primary</a:t>
            </a:r>
            <a:r>
              <a:rPr lang="it-IT" sz="1800" dirty="0"/>
              <a:t> = analisi; </a:t>
            </a:r>
            <a:r>
              <a:rPr lang="it-IT" sz="1800" dirty="0" err="1"/>
              <a:t>Judge</a:t>
            </a:r>
            <a:r>
              <a:rPr lang="it-IT" sz="1800" dirty="0"/>
              <a:t> = verifica) è definita una lista di </a:t>
            </a:r>
            <a:r>
              <a:rPr lang="it-IT" sz="1800" i="1" dirty="0"/>
              <a:t>candidati.</a:t>
            </a:r>
            <a:r>
              <a:rPr lang="it-IT" sz="1800" dirty="0"/>
              <a:t> La chiamata prova il primo candidato disponibile e, in caso di errori o limiti, passa automaticamente al successivo fino a ottenere una risposta valida.</a:t>
            </a:r>
          </a:p>
          <a:p>
            <a:r>
              <a:rPr lang="it-IT" sz="1800" dirty="0"/>
              <a:t>Liste di modelli utilizzati:</a:t>
            </a:r>
          </a:p>
          <a:p>
            <a:pPr lvl="1"/>
            <a:r>
              <a:rPr lang="it-IT" b="1" dirty="0"/>
              <a:t>PRIMARY_MODEL</a:t>
            </a:r>
            <a:r>
              <a:rPr lang="it-IT" dirty="0"/>
              <a:t>: llama-3.3-70b-versatile, meta-</a:t>
            </a:r>
            <a:r>
              <a:rPr lang="it-IT" dirty="0" err="1"/>
              <a:t>llama</a:t>
            </a:r>
            <a:r>
              <a:rPr lang="it-IT" dirty="0"/>
              <a:t>/llama-4-scout-17b-16e-instruct</a:t>
            </a:r>
          </a:p>
          <a:p>
            <a:pPr lvl="1"/>
            <a:r>
              <a:rPr lang="it-IT" b="1" dirty="0"/>
              <a:t>JUDGE_MODEL</a:t>
            </a:r>
            <a:r>
              <a:rPr lang="it-IT" dirty="0"/>
              <a:t>: </a:t>
            </a:r>
            <a:r>
              <a:rPr lang="it-IT" dirty="0" err="1"/>
              <a:t>openai</a:t>
            </a:r>
            <a:r>
              <a:rPr lang="it-IT" dirty="0"/>
              <a:t>/gpt-oss-20b, llama-3.3-70b-versatile, meta-</a:t>
            </a:r>
            <a:r>
              <a:rPr lang="it-IT" dirty="0" err="1"/>
              <a:t>llama</a:t>
            </a:r>
            <a:r>
              <a:rPr lang="it-IT" dirty="0"/>
              <a:t>/llama-4-scout-17b-16e-instruct</a:t>
            </a:r>
          </a:p>
        </p:txBody>
      </p:sp>
    </p:spTree>
    <p:extLst>
      <p:ext uri="{BB962C8B-B14F-4D97-AF65-F5344CB8AC3E}">
        <p14:creationId xmlns:p14="http://schemas.microsoft.com/office/powerpoint/2010/main" val="334387770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BD7BB3-7072-1A05-94F4-ECF725D79339}"/>
              </a:ext>
            </a:extLst>
          </p:cNvPr>
          <p:cNvSpPr>
            <a:spLocks noGrp="1"/>
          </p:cNvSpPr>
          <p:nvPr>
            <p:ph type="title"/>
          </p:nvPr>
        </p:nvSpPr>
        <p:spPr/>
        <p:txBody>
          <a:bodyPr/>
          <a:lstStyle/>
          <a:p>
            <a:r>
              <a:rPr lang="it-IT" dirty="0"/>
              <a:t>Dettagli implementativi</a:t>
            </a:r>
          </a:p>
        </p:txBody>
      </p:sp>
      <p:sp>
        <p:nvSpPr>
          <p:cNvPr id="3" name="Segnaposto contenuto 2">
            <a:extLst>
              <a:ext uri="{FF2B5EF4-FFF2-40B4-BE49-F238E27FC236}">
                <a16:creationId xmlns:a16="http://schemas.microsoft.com/office/drawing/2014/main" id="{48BD5974-7348-E3A5-72F3-9ABAA938E771}"/>
              </a:ext>
            </a:extLst>
          </p:cNvPr>
          <p:cNvSpPr>
            <a:spLocks noGrp="1"/>
          </p:cNvSpPr>
          <p:nvPr>
            <p:ph idx="1"/>
          </p:nvPr>
        </p:nvSpPr>
        <p:spPr>
          <a:xfrm>
            <a:off x="501446" y="1356852"/>
            <a:ext cx="9548408" cy="4891547"/>
          </a:xfrm>
        </p:spPr>
        <p:txBody>
          <a:bodyPr>
            <a:normAutofit fontScale="85000" lnSpcReduction="20000"/>
          </a:bodyPr>
          <a:lstStyle/>
          <a:p>
            <a:r>
              <a:rPr lang="it-IT" b="1" dirty="0" err="1"/>
              <a:t>Fallback</a:t>
            </a:r>
            <a:r>
              <a:rPr lang="it-IT" b="1" dirty="0"/>
              <a:t> intelligente tra modelli:</a:t>
            </a:r>
            <a:r>
              <a:rPr lang="it-IT" dirty="0"/>
              <a:t> </a:t>
            </a:r>
          </a:p>
          <a:p>
            <a:pPr lvl="1"/>
            <a:r>
              <a:rPr lang="it-IT" dirty="0"/>
              <a:t>Lista di candidati ordinata per ruolo, con modello attivo preferito. </a:t>
            </a:r>
          </a:p>
          <a:p>
            <a:pPr lvl="1"/>
            <a:r>
              <a:rPr lang="it-IT" dirty="0"/>
              <a:t>In caso di errore, rate </a:t>
            </a:r>
            <a:r>
              <a:rPr lang="it-IT" dirty="0" err="1"/>
              <a:t>limit</a:t>
            </a:r>
            <a:r>
              <a:rPr lang="it-IT" dirty="0"/>
              <a:t> o TPD (tokens per day), il sistema passa automaticamente a un modello alternativo all’interno nella lista. </a:t>
            </a:r>
          </a:p>
          <a:p>
            <a:pPr lvl="1"/>
            <a:r>
              <a:rPr lang="it-IT" dirty="0"/>
              <a:t>Gestione dinamica dei </a:t>
            </a:r>
            <a:r>
              <a:rPr lang="it-IT" dirty="0" err="1"/>
              <a:t>cooldown</a:t>
            </a:r>
            <a:r>
              <a:rPr lang="it-IT" dirty="0"/>
              <a:t>: i modelli indisponibili vengono messi in pausa temporanea prima di essere riutilizzati. </a:t>
            </a:r>
          </a:p>
          <a:p>
            <a:r>
              <a:rPr lang="it-IT" b="1" dirty="0"/>
              <a:t>Gestione dei prompt troppo grandi:</a:t>
            </a:r>
            <a:r>
              <a:rPr lang="it-IT" dirty="0"/>
              <a:t> </a:t>
            </a:r>
          </a:p>
          <a:p>
            <a:pPr lvl="1"/>
            <a:r>
              <a:rPr lang="it-IT" dirty="0"/>
              <a:t>Stima preventiva dei token richiesti rispetto al limite del modello. </a:t>
            </a:r>
          </a:p>
          <a:p>
            <a:pPr lvl="1"/>
            <a:r>
              <a:rPr lang="it-IT" dirty="0"/>
              <a:t>Se il prompt è troppo grande, ovvero supera il numero massimo di token utilizzabili, viene spezzato conservativamente in </a:t>
            </a:r>
            <a:r>
              <a:rPr lang="it-IT" b="1" dirty="0" err="1"/>
              <a:t>chunk</a:t>
            </a:r>
            <a:r>
              <a:rPr lang="it-IT" dirty="0"/>
              <a:t>.</a:t>
            </a:r>
          </a:p>
          <a:p>
            <a:pPr lvl="1"/>
            <a:r>
              <a:rPr lang="it-IT" dirty="0" err="1"/>
              <a:t>Chunk</a:t>
            </a:r>
            <a:r>
              <a:rPr lang="it-IT" dirty="0"/>
              <a:t> di codice o output includono linee di </a:t>
            </a:r>
            <a:r>
              <a:rPr lang="it-IT" dirty="0" err="1"/>
              <a:t>overlap</a:t>
            </a:r>
            <a:r>
              <a:rPr lang="it-IT" dirty="0"/>
              <a:t> per preservare contesto tra parti consecutive. </a:t>
            </a:r>
          </a:p>
          <a:p>
            <a:pPr lvl="1"/>
            <a:r>
              <a:rPr lang="it-IT" dirty="0"/>
              <a:t>Stima dei token e riduzione automatica dei prompt permette di sfruttare al massimo la capacità dei modelli senza degradare le risposte. </a:t>
            </a:r>
          </a:p>
          <a:p>
            <a:r>
              <a:rPr lang="it-IT" b="1" dirty="0"/>
              <a:t>Analisi multi-</a:t>
            </a:r>
            <a:r>
              <a:rPr lang="it-IT" b="1" dirty="0" err="1"/>
              <a:t>chunk</a:t>
            </a:r>
            <a:r>
              <a:rPr lang="it-IT" b="1" dirty="0"/>
              <a:t>:</a:t>
            </a:r>
            <a:r>
              <a:rPr lang="it-IT" dirty="0"/>
              <a:t> </a:t>
            </a:r>
          </a:p>
          <a:p>
            <a:pPr lvl="1"/>
            <a:r>
              <a:rPr lang="it-IT" dirty="0"/>
              <a:t>Codice sorgente e output lunghi vengono segmentati in porzioni gestibili (</a:t>
            </a:r>
            <a:r>
              <a:rPr lang="it-IT" dirty="0" err="1"/>
              <a:t>max_chars</a:t>
            </a:r>
            <a:r>
              <a:rPr lang="it-IT" dirty="0"/>
              <a:t>), rispettando contesto e dipendenze. </a:t>
            </a:r>
          </a:p>
          <a:p>
            <a:pPr lvl="1"/>
            <a:r>
              <a:rPr lang="it-IT" dirty="0"/>
              <a:t>Ogni </a:t>
            </a:r>
            <a:r>
              <a:rPr lang="it-IT" dirty="0" err="1"/>
              <a:t>chunk</a:t>
            </a:r>
            <a:r>
              <a:rPr lang="it-IT" dirty="0"/>
              <a:t> viene analizzato localmente e aggregato per fornire un </a:t>
            </a:r>
            <a:r>
              <a:rPr lang="it-IT" dirty="0" err="1"/>
              <a:t>verdict</a:t>
            </a:r>
            <a:r>
              <a:rPr lang="it-IT" dirty="0"/>
              <a:t> finale coerente</a:t>
            </a:r>
          </a:p>
        </p:txBody>
      </p:sp>
    </p:spTree>
    <p:extLst>
      <p:ext uri="{BB962C8B-B14F-4D97-AF65-F5344CB8AC3E}">
        <p14:creationId xmlns:p14="http://schemas.microsoft.com/office/powerpoint/2010/main" val="1034456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FAB5AB6-6139-8E34-0972-F24C7B769E8B}"/>
              </a:ext>
            </a:extLst>
          </p:cNvPr>
          <p:cNvSpPr>
            <a:spLocks noGrp="1"/>
          </p:cNvSpPr>
          <p:nvPr>
            <p:ph type="title"/>
          </p:nvPr>
        </p:nvSpPr>
        <p:spPr>
          <a:xfrm>
            <a:off x="235975" y="88925"/>
            <a:ext cx="9851922" cy="884469"/>
          </a:xfrm>
        </p:spPr>
        <p:txBody>
          <a:bodyPr/>
          <a:lstStyle/>
          <a:p>
            <a:r>
              <a:rPr lang="it-IT" dirty="0"/>
              <a:t>Flusso complessivo di analisi</a:t>
            </a:r>
            <a:br>
              <a:rPr lang="it-IT" dirty="0"/>
            </a:br>
            <a:endParaRPr lang="it-IT" dirty="0"/>
          </a:p>
        </p:txBody>
      </p:sp>
      <p:sp>
        <p:nvSpPr>
          <p:cNvPr id="3" name="Segnaposto contenuto 2">
            <a:extLst>
              <a:ext uri="{FF2B5EF4-FFF2-40B4-BE49-F238E27FC236}">
                <a16:creationId xmlns:a16="http://schemas.microsoft.com/office/drawing/2014/main" id="{4010F1D2-A38C-7E98-3F3A-FBD0C4625AC6}"/>
              </a:ext>
            </a:extLst>
          </p:cNvPr>
          <p:cNvSpPr>
            <a:spLocks noGrp="1"/>
          </p:cNvSpPr>
          <p:nvPr>
            <p:ph idx="1"/>
          </p:nvPr>
        </p:nvSpPr>
        <p:spPr>
          <a:xfrm>
            <a:off x="235974" y="855407"/>
            <a:ext cx="11798709" cy="5913668"/>
          </a:xfrm>
        </p:spPr>
        <p:txBody>
          <a:bodyPr>
            <a:noAutofit/>
          </a:bodyPr>
          <a:lstStyle/>
          <a:p>
            <a:pPr marL="0" indent="0">
              <a:buNone/>
            </a:pPr>
            <a:r>
              <a:rPr lang="it-IT" sz="1500" b="1" dirty="0"/>
              <a:t>Step 1: Preparazione</a:t>
            </a:r>
          </a:p>
          <a:p>
            <a:pPr lvl="1"/>
            <a:r>
              <a:rPr lang="it-IT" sz="1300" dirty="0"/>
              <a:t>Si recuperano i file dello studente e della soluzione (ground truth).</a:t>
            </a:r>
          </a:p>
          <a:p>
            <a:pPr lvl="1"/>
            <a:r>
              <a:rPr lang="it-IT" sz="1300" dirty="0"/>
              <a:t>Si eseguono test dinamici e analisi statica per ottenere evidenze concrete: output del programma, feedback degli script, errori di compilazione, warning di </a:t>
            </a:r>
            <a:r>
              <a:rPr lang="it-IT" sz="1300" dirty="0" err="1"/>
              <a:t>semgrep</a:t>
            </a:r>
            <a:r>
              <a:rPr lang="it-IT" sz="1300" dirty="0"/>
              <a:t>.</a:t>
            </a:r>
          </a:p>
          <a:p>
            <a:pPr lvl="1"/>
            <a:r>
              <a:rPr lang="it-IT" sz="1300" dirty="0"/>
              <a:t>Si costruiscono differenze compatte tra codice dello studente e soluzione: vengono estratti file, variabili o funzioni citati nella diagnosi e raccolti blocchi di codice studente e della relativa soluzione.</a:t>
            </a:r>
          </a:p>
          <a:p>
            <a:pPr marL="0" indent="0">
              <a:buNone/>
            </a:pPr>
            <a:r>
              <a:rPr lang="it-IT" sz="1500" b="1" dirty="0"/>
              <a:t>Step 2: Analisi preliminare con modello PRIMARY</a:t>
            </a:r>
          </a:p>
          <a:p>
            <a:pPr lvl="1"/>
            <a:r>
              <a:rPr lang="it-IT" sz="1300" dirty="0"/>
              <a:t>Si seleziona un modello candidato dalla lista PRIMARY_MODEL_CANDIDATES.</a:t>
            </a:r>
          </a:p>
          <a:p>
            <a:pPr lvl="1"/>
            <a:r>
              <a:rPr lang="it-IT" sz="1300" dirty="0"/>
              <a:t>Si prepara il prompt completo da inviare, che include diversi parametri a seconda del caso.</a:t>
            </a:r>
          </a:p>
          <a:p>
            <a:pPr lvl="1"/>
            <a:r>
              <a:rPr lang="it-IT" sz="1300" dirty="0"/>
              <a:t>Si stima il numero di token richiesti: se il prompt supera il limite del modello, viene spezzato in </a:t>
            </a:r>
            <a:r>
              <a:rPr lang="it-IT" sz="1300" dirty="0" err="1"/>
              <a:t>chunk</a:t>
            </a:r>
            <a:r>
              <a:rPr lang="it-IT" sz="1300" dirty="0"/>
              <a:t> (</a:t>
            </a:r>
            <a:r>
              <a:rPr lang="it-IT" sz="1300" dirty="0" err="1"/>
              <a:t>chunk</a:t>
            </a:r>
            <a:r>
              <a:rPr lang="it-IT" sz="1300" dirty="0"/>
              <a:t> di output o </a:t>
            </a:r>
            <a:r>
              <a:rPr lang="it-IT" sz="1300" dirty="0" err="1"/>
              <a:t>chunk</a:t>
            </a:r>
            <a:r>
              <a:rPr lang="it-IT" sz="1300" dirty="0"/>
              <a:t> di codice a seconda del caso), </a:t>
            </a:r>
            <a:r>
              <a:rPr lang="it-IT" sz="1300" dirty="0" err="1"/>
              <a:t>mantenenendo</a:t>
            </a:r>
            <a:r>
              <a:rPr lang="it-IT" sz="1300" dirty="0"/>
              <a:t> un certo </a:t>
            </a:r>
            <a:r>
              <a:rPr lang="it-IT" sz="1300" dirty="0" err="1"/>
              <a:t>overlap</a:t>
            </a:r>
            <a:r>
              <a:rPr lang="it-IT" sz="1300" dirty="0"/>
              <a:t> di righe per non perdere contesto.</a:t>
            </a:r>
          </a:p>
          <a:p>
            <a:pPr lvl="1"/>
            <a:r>
              <a:rPr lang="it-IT" sz="1300" dirty="0"/>
              <a:t>Ogni </a:t>
            </a:r>
            <a:r>
              <a:rPr lang="it-IT" sz="1300" dirty="0" err="1"/>
              <a:t>chunk</a:t>
            </a:r>
            <a:r>
              <a:rPr lang="it-IT" sz="1300" dirty="0"/>
              <a:t> viene analizzato singolarmente con prompt dedicati.</a:t>
            </a:r>
          </a:p>
          <a:p>
            <a:pPr lvl="1"/>
            <a:r>
              <a:rPr lang="it-IT" sz="1300" dirty="0"/>
              <a:t>I risultati dei </a:t>
            </a:r>
            <a:r>
              <a:rPr lang="it-IT" sz="1300" dirty="0" err="1"/>
              <a:t>chunk</a:t>
            </a:r>
            <a:r>
              <a:rPr lang="it-IT" sz="1300" dirty="0"/>
              <a:t> vengono aggregati e sintetizzati in una diagnosi preliminare.</a:t>
            </a:r>
          </a:p>
          <a:p>
            <a:pPr marL="0" indent="0">
              <a:buNone/>
            </a:pPr>
            <a:r>
              <a:rPr lang="it-IT" sz="1500" b="1" dirty="0"/>
              <a:t>Step 3: Giudizio finale con modello JUDGE</a:t>
            </a:r>
          </a:p>
          <a:p>
            <a:pPr lvl="1"/>
            <a:r>
              <a:rPr lang="it-IT" sz="1300" dirty="0"/>
              <a:t>Si seleziona un modello candidato dalla lista JUDGE_MODEL_CANDIDATES.</a:t>
            </a:r>
          </a:p>
          <a:p>
            <a:pPr lvl="1"/>
            <a:r>
              <a:rPr lang="it-IT" sz="1300" dirty="0"/>
              <a:t>Il prompt include diagnosi del primario(ottenuta da prompt base o da sintesi delle analisi aggregate dei </a:t>
            </a:r>
            <a:r>
              <a:rPr lang="it-IT" sz="1300" dirty="0" err="1"/>
              <a:t>chunk</a:t>
            </a:r>
            <a:r>
              <a:rPr lang="it-IT" sz="1300" dirty="0"/>
              <a:t>), parametri specifici a seconda della casistica e istruzioni di giudizio rigoroso.</a:t>
            </a:r>
          </a:p>
          <a:p>
            <a:pPr lvl="1"/>
            <a:r>
              <a:rPr lang="it-IT" sz="1300" dirty="0"/>
              <a:t>In caso venga superato il limite supportato dal modello, il prompt viene troncato parzialmente al centro mantenendo testa e coda.</a:t>
            </a:r>
          </a:p>
          <a:p>
            <a:pPr lvl="1"/>
            <a:r>
              <a:rPr lang="it-IT" sz="1300" dirty="0"/>
              <a:t>Il modello restituisce la diagnosi finale, confrontata con la ground truth utilizzando il prompt specifico a seconda del caso.</a:t>
            </a:r>
          </a:p>
        </p:txBody>
      </p:sp>
    </p:spTree>
    <p:extLst>
      <p:ext uri="{BB962C8B-B14F-4D97-AF65-F5344CB8AC3E}">
        <p14:creationId xmlns:p14="http://schemas.microsoft.com/office/powerpoint/2010/main" val="284469563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0E5CDB-ECD6-7A6A-6B31-03D0E9475B53}"/>
              </a:ext>
            </a:extLst>
          </p:cNvPr>
          <p:cNvSpPr>
            <a:spLocks noGrp="1"/>
          </p:cNvSpPr>
          <p:nvPr>
            <p:ph type="title"/>
          </p:nvPr>
        </p:nvSpPr>
        <p:spPr>
          <a:xfrm>
            <a:off x="419969" y="49161"/>
            <a:ext cx="9404723" cy="835742"/>
          </a:xfrm>
        </p:spPr>
        <p:txBody>
          <a:bodyPr/>
          <a:lstStyle/>
          <a:p>
            <a:r>
              <a:rPr lang="it-IT" dirty="0"/>
              <a:t>Ottimizzazione dei prompt</a:t>
            </a:r>
          </a:p>
        </p:txBody>
      </p:sp>
      <p:sp>
        <p:nvSpPr>
          <p:cNvPr id="3" name="Segnaposto contenuto 2">
            <a:extLst>
              <a:ext uri="{FF2B5EF4-FFF2-40B4-BE49-F238E27FC236}">
                <a16:creationId xmlns:a16="http://schemas.microsoft.com/office/drawing/2014/main" id="{ABFECC6E-5389-727C-5F32-2CCAE22B8B4E}"/>
              </a:ext>
            </a:extLst>
          </p:cNvPr>
          <p:cNvSpPr>
            <a:spLocks noGrp="1"/>
          </p:cNvSpPr>
          <p:nvPr>
            <p:ph idx="1"/>
          </p:nvPr>
        </p:nvSpPr>
        <p:spPr>
          <a:xfrm>
            <a:off x="216309" y="884903"/>
            <a:ext cx="11759381" cy="4188542"/>
          </a:xfrm>
        </p:spPr>
        <p:txBody>
          <a:bodyPr>
            <a:noAutofit/>
          </a:bodyPr>
          <a:lstStyle/>
          <a:p>
            <a:pPr marL="457200" indent="-457200">
              <a:buFont typeface="+mj-lt"/>
              <a:buAutoNum type="arabicPeriod"/>
            </a:pPr>
            <a:r>
              <a:rPr lang="it-IT" sz="1400" b="1" dirty="0"/>
              <a:t>Prompt di </a:t>
            </a:r>
            <a:r>
              <a:rPr lang="it-IT" sz="1400" b="1"/>
              <a:t>sistema, </a:t>
            </a:r>
            <a:r>
              <a:rPr lang="it-IT" sz="1400"/>
              <a:t>incluso </a:t>
            </a:r>
            <a:r>
              <a:rPr lang="it-IT" sz="1400" dirty="0"/>
              <a:t>come primo messaggio ad ogni chiamata </a:t>
            </a:r>
            <a:r>
              <a:rPr lang="it-IT" sz="1400"/>
              <a:t>al modello:</a:t>
            </a:r>
            <a:endParaRPr lang="it-IT" sz="1400" dirty="0"/>
          </a:p>
          <a:p>
            <a:pPr marL="800100" lvl="1" indent="-342900">
              <a:buFont typeface="+mj-lt"/>
              <a:buAutoNum type="arabicPeriod"/>
            </a:pPr>
            <a:r>
              <a:rPr lang="it-IT" sz="1400" b="1" dirty="0"/>
              <a:t>PRIMARY:</a:t>
            </a:r>
            <a:r>
              <a:rPr lang="it-IT" sz="1400" dirty="0"/>
              <a:t> analizza solo codice C/output, evita requisiti nascosti, diagnosi conservative, coerenza campo booleano/diagnosi, risposta in inglese e formato standard. </a:t>
            </a:r>
          </a:p>
          <a:p>
            <a:pPr marL="800100" lvl="1" indent="-342900">
              <a:buFont typeface="+mj-lt"/>
              <a:buAutoNum type="arabicPeriod"/>
            </a:pPr>
            <a:r>
              <a:rPr lang="it-IT" sz="1400" b="1" dirty="0"/>
              <a:t>JUDGE:</a:t>
            </a:r>
            <a:r>
              <a:rPr lang="it-IT" sz="1400" dirty="0"/>
              <a:t> valida solo diagnosi che corrispondono a difetti reali, rifiuta risposte generiche o speculative, campo unico strutturato. </a:t>
            </a:r>
          </a:p>
          <a:p>
            <a:pPr marL="457200" lvl="1" indent="0">
              <a:buNone/>
            </a:pPr>
            <a:r>
              <a:rPr lang="it-IT" sz="1400" b="1" dirty="0"/>
              <a:t>Obiettivo:</a:t>
            </a:r>
            <a:r>
              <a:rPr lang="it-IT" sz="1400" dirty="0"/>
              <a:t> definire regole chiare per ruolo, ridurre interpretazioni soggettive. </a:t>
            </a:r>
          </a:p>
          <a:p>
            <a:pPr marL="457200" indent="-457200">
              <a:buFont typeface="+mj-lt"/>
              <a:buAutoNum type="arabicPeriod"/>
            </a:pPr>
            <a:r>
              <a:rPr lang="it-IT" sz="1400" b="1" dirty="0"/>
              <a:t>Prompt dinamici e chunking</a:t>
            </a:r>
            <a:endParaRPr lang="it-IT" sz="1400" dirty="0"/>
          </a:p>
          <a:p>
            <a:pPr marL="800100" lvl="1" indent="-342900">
              <a:buFont typeface="+mj-lt"/>
              <a:buAutoNum type="arabicPeriod"/>
            </a:pPr>
            <a:r>
              <a:rPr lang="it-IT" sz="1400" dirty="0"/>
              <a:t>Codice/output troppo grandi vengono divisi in </a:t>
            </a:r>
            <a:r>
              <a:rPr lang="it-IT" sz="1400" dirty="0" err="1"/>
              <a:t>chunk</a:t>
            </a:r>
            <a:r>
              <a:rPr lang="it-IT" sz="1400" dirty="0"/>
              <a:t> con linee di </a:t>
            </a:r>
            <a:r>
              <a:rPr lang="it-IT" sz="1400" dirty="0" err="1"/>
              <a:t>overlap</a:t>
            </a:r>
            <a:r>
              <a:rPr lang="it-IT" sz="1400" dirty="0"/>
              <a:t>. </a:t>
            </a:r>
          </a:p>
          <a:p>
            <a:pPr marL="800100" lvl="1" indent="-342900">
              <a:buFont typeface="+mj-lt"/>
              <a:buAutoNum type="arabicPeriod"/>
            </a:pPr>
            <a:r>
              <a:rPr lang="it-IT" sz="1400" b="1" dirty="0"/>
              <a:t>Prompt per </a:t>
            </a:r>
            <a:r>
              <a:rPr lang="it-IT" sz="1400" b="1" dirty="0" err="1"/>
              <a:t>chunk</a:t>
            </a:r>
            <a:r>
              <a:rPr lang="it-IT" sz="1400" b="1" dirty="0"/>
              <a:t>:</a:t>
            </a:r>
            <a:r>
              <a:rPr lang="it-IT" sz="1400" dirty="0"/>
              <a:t> include traccia + </a:t>
            </a:r>
            <a:r>
              <a:rPr lang="it-IT" sz="1400" dirty="0" err="1"/>
              <a:t>chunk</a:t>
            </a:r>
            <a:r>
              <a:rPr lang="it-IT" sz="1400" dirty="0"/>
              <a:t> di codice/output da analizzare + regole locali per l’analisi. </a:t>
            </a:r>
          </a:p>
          <a:p>
            <a:pPr marL="457200" lvl="1" indent="0">
              <a:buNone/>
            </a:pPr>
            <a:r>
              <a:rPr lang="it-IT" sz="1400" b="1" dirty="0"/>
              <a:t>Obiettivo:</a:t>
            </a:r>
            <a:r>
              <a:rPr lang="it-IT" sz="1400" dirty="0"/>
              <a:t> analisi parziale senza perdita di contesto. </a:t>
            </a:r>
          </a:p>
          <a:p>
            <a:pPr marL="457200" indent="-457200">
              <a:buFont typeface="+mj-lt"/>
              <a:buAutoNum type="arabicPeriod"/>
            </a:pPr>
            <a:r>
              <a:rPr lang="it-IT" sz="1400" b="1" dirty="0" err="1"/>
              <a:t>Refinement</a:t>
            </a:r>
            <a:r>
              <a:rPr lang="it-IT" sz="1400" b="1" dirty="0"/>
              <a:t> e action </a:t>
            </a:r>
            <a:r>
              <a:rPr lang="it-IT" sz="1400" b="1" dirty="0" err="1"/>
              <a:t>reasoning</a:t>
            </a:r>
            <a:endParaRPr lang="it-IT" sz="1400" dirty="0"/>
          </a:p>
          <a:p>
            <a:pPr marL="800100" lvl="1" indent="-342900">
              <a:buFont typeface="+mj-lt"/>
              <a:buAutoNum type="arabicPeriod"/>
            </a:pPr>
            <a:r>
              <a:rPr lang="it-IT" sz="1400" dirty="0"/>
              <a:t>Aggrega osservazioni fatte sui </a:t>
            </a:r>
            <a:r>
              <a:rPr lang="it-IT" sz="1400" dirty="0" err="1"/>
              <a:t>chunk</a:t>
            </a:r>
            <a:r>
              <a:rPr lang="it-IT" sz="1400" dirty="0"/>
              <a:t> in una diagnosi finale coerente. </a:t>
            </a:r>
          </a:p>
        </p:txBody>
      </p:sp>
      <p:graphicFrame>
        <p:nvGraphicFramePr>
          <p:cNvPr id="4" name="Diagramma 3">
            <a:extLst>
              <a:ext uri="{FF2B5EF4-FFF2-40B4-BE49-F238E27FC236}">
                <a16:creationId xmlns:a16="http://schemas.microsoft.com/office/drawing/2014/main" id="{D9D54191-0AF5-7B1B-012B-F768551AAC02}"/>
              </a:ext>
            </a:extLst>
          </p:cNvPr>
          <p:cNvGraphicFramePr/>
          <p:nvPr>
            <p:extLst>
              <p:ext uri="{D42A27DB-BD31-4B8C-83A1-F6EECF244321}">
                <p14:modId xmlns:p14="http://schemas.microsoft.com/office/powerpoint/2010/main" val="2774593046"/>
              </p:ext>
            </p:extLst>
          </p:nvPr>
        </p:nvGraphicFramePr>
        <p:xfrm>
          <a:off x="2579077" y="4889090"/>
          <a:ext cx="6673078" cy="111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753649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5F18FB7-2B21-D563-930F-BC4BD7DE9EE3}"/>
              </a:ext>
            </a:extLst>
          </p:cNvPr>
          <p:cNvSpPr>
            <a:spLocks noGrp="1"/>
          </p:cNvSpPr>
          <p:nvPr>
            <p:ph type="title"/>
          </p:nvPr>
        </p:nvSpPr>
        <p:spPr/>
        <p:txBody>
          <a:bodyPr/>
          <a:lstStyle/>
          <a:p>
            <a:r>
              <a:rPr lang="it-IT"/>
              <a:t>Valutazione del giudice</a:t>
            </a:r>
            <a:endParaRPr lang="it-IT" dirty="0"/>
          </a:p>
        </p:txBody>
      </p:sp>
      <p:sp>
        <p:nvSpPr>
          <p:cNvPr id="6" name="Segnaposto contenuto 5">
            <a:extLst>
              <a:ext uri="{FF2B5EF4-FFF2-40B4-BE49-F238E27FC236}">
                <a16:creationId xmlns:a16="http://schemas.microsoft.com/office/drawing/2014/main" id="{DDB5B9C8-252B-2E64-773E-E00CEB47241B}"/>
              </a:ext>
            </a:extLst>
          </p:cNvPr>
          <p:cNvSpPr>
            <a:spLocks noGrp="1"/>
          </p:cNvSpPr>
          <p:nvPr>
            <p:ph idx="1"/>
          </p:nvPr>
        </p:nvSpPr>
        <p:spPr>
          <a:xfrm>
            <a:off x="812280" y="1592827"/>
            <a:ext cx="9404722" cy="4930876"/>
          </a:xfrm>
        </p:spPr>
        <p:txBody>
          <a:bodyPr>
            <a:normAutofit/>
          </a:bodyPr>
          <a:lstStyle/>
          <a:p>
            <a:r>
              <a:rPr lang="it-IT" dirty="0"/>
              <a:t>Cosa riceve ora il modello: </a:t>
            </a:r>
          </a:p>
          <a:p>
            <a:pPr lvl="1"/>
            <a:r>
              <a:rPr lang="it-IT" b="1" dirty="0"/>
              <a:t>System prompt </a:t>
            </a:r>
            <a:r>
              <a:rPr lang="it-IT" dirty="0"/>
              <a:t>con regole restrittive: accetta solo corrispondenze precise, rifiuta diagnosi generiche, speculative o parziali. </a:t>
            </a:r>
          </a:p>
          <a:p>
            <a:pPr lvl="1"/>
            <a:r>
              <a:rPr lang="it-IT" b="1" dirty="0"/>
              <a:t>User prompt </a:t>
            </a:r>
            <a:r>
              <a:rPr lang="it-IT" dirty="0"/>
              <a:t>contenente la diagnosi primaria e il contesto specifico a seconda del caso. </a:t>
            </a:r>
          </a:p>
          <a:p>
            <a:r>
              <a:rPr lang="it-IT" dirty="0"/>
              <a:t>Meccanismo di verifica: </a:t>
            </a:r>
          </a:p>
          <a:p>
            <a:pPr lvl="1"/>
            <a:r>
              <a:rPr lang="it-IT" dirty="0"/>
              <a:t>Confronta la diagnosi primaria con i difetti concreti presenti nel ground truth. </a:t>
            </a:r>
          </a:p>
          <a:p>
            <a:pPr lvl="1"/>
            <a:r>
              <a:rPr lang="it-IT" dirty="0"/>
              <a:t>Rifiuta diagnosi non coerenti.</a:t>
            </a:r>
          </a:p>
        </p:txBody>
      </p:sp>
    </p:spTree>
    <p:extLst>
      <p:ext uri="{BB962C8B-B14F-4D97-AF65-F5344CB8AC3E}">
        <p14:creationId xmlns:p14="http://schemas.microsoft.com/office/powerpoint/2010/main" val="118076788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3CEA54-D15C-0214-2C8E-0F92A47EB5E9}"/>
              </a:ext>
            </a:extLst>
          </p:cNvPr>
          <p:cNvSpPr>
            <a:spLocks noGrp="1"/>
          </p:cNvSpPr>
          <p:nvPr>
            <p:ph type="title"/>
          </p:nvPr>
        </p:nvSpPr>
        <p:spPr>
          <a:xfrm>
            <a:off x="521110" y="226576"/>
            <a:ext cx="9404723" cy="864805"/>
          </a:xfrm>
        </p:spPr>
        <p:txBody>
          <a:bodyPr/>
          <a:lstStyle/>
          <a:p>
            <a:r>
              <a:rPr lang="it-IT" dirty="0"/>
              <a:t>Diagnosi LLM dettagliate</a:t>
            </a:r>
          </a:p>
        </p:txBody>
      </p:sp>
      <p:sp>
        <p:nvSpPr>
          <p:cNvPr id="3" name="Segnaposto contenuto 2">
            <a:extLst>
              <a:ext uri="{FF2B5EF4-FFF2-40B4-BE49-F238E27FC236}">
                <a16:creationId xmlns:a16="http://schemas.microsoft.com/office/drawing/2014/main" id="{484E6E21-18EC-E43B-277A-7A5B55FEF42C}"/>
              </a:ext>
            </a:extLst>
          </p:cNvPr>
          <p:cNvSpPr>
            <a:spLocks noGrp="1"/>
          </p:cNvSpPr>
          <p:nvPr>
            <p:ph idx="1"/>
          </p:nvPr>
        </p:nvSpPr>
        <p:spPr>
          <a:xfrm>
            <a:off x="521110" y="1258530"/>
            <a:ext cx="9528743" cy="5078360"/>
          </a:xfrm>
        </p:spPr>
        <p:txBody>
          <a:bodyPr>
            <a:normAutofit/>
          </a:bodyPr>
          <a:lstStyle/>
          <a:p>
            <a:r>
              <a:rPr lang="it-IT" b="1" dirty="0"/>
              <a:t>Regole dettagliate e restrittive</a:t>
            </a:r>
          </a:p>
          <a:p>
            <a:pPr lvl="1"/>
            <a:r>
              <a:rPr lang="it-IT" dirty="0"/>
              <a:t>Riporta solo problemi concreti e visibili (mismatch, omissioni, errori di protocollo o valori).</a:t>
            </a:r>
          </a:p>
          <a:p>
            <a:pPr lvl="1"/>
            <a:r>
              <a:rPr lang="it-IT" dirty="0"/>
              <a:t>Evita diagnosi generiche, speculative o basate su requisiti nascosti.</a:t>
            </a:r>
          </a:p>
          <a:p>
            <a:pPr lvl="1"/>
            <a:r>
              <a:rPr lang="it-IT" dirty="0"/>
              <a:t>Specifica di citare file, funzione, variabile, riga o blocco concreto coinvolto nel problema.</a:t>
            </a:r>
          </a:p>
          <a:p>
            <a:r>
              <a:rPr lang="it-IT" b="1" dirty="0"/>
              <a:t>Analisi semantica avanzata</a:t>
            </a:r>
          </a:p>
          <a:p>
            <a:pPr lvl="1"/>
            <a:r>
              <a:rPr lang="it-IT" dirty="0"/>
              <a:t>Controlla coerenza protocollo, </a:t>
            </a:r>
            <a:r>
              <a:rPr lang="it-IT" dirty="0" err="1"/>
              <a:t>pairing</a:t>
            </a:r>
            <a:r>
              <a:rPr lang="it-IT" dirty="0"/>
              <a:t> richieste/risposte, ordini e conteggi, proprietà di aritmetica o protocolli visibili.</a:t>
            </a:r>
          </a:p>
          <a:p>
            <a:pPr lvl="1"/>
            <a:r>
              <a:rPr lang="it-IT" dirty="0"/>
              <a:t>Differenzia difetti simili ma distinti (es. </a:t>
            </a:r>
            <a:r>
              <a:rPr lang="it-IT" dirty="0" err="1"/>
              <a:t>missing</a:t>
            </a:r>
            <a:r>
              <a:rPr lang="it-IT" dirty="0"/>
              <a:t> </a:t>
            </a:r>
            <a:r>
              <a:rPr lang="it-IT" dirty="0" err="1"/>
              <a:t>critical</a:t>
            </a:r>
            <a:r>
              <a:rPr lang="it-IT" dirty="0"/>
              <a:t> </a:t>
            </a:r>
            <a:r>
              <a:rPr lang="it-IT" dirty="0" err="1"/>
              <a:t>section</a:t>
            </a:r>
            <a:r>
              <a:rPr lang="it-IT" dirty="0"/>
              <a:t> vs </a:t>
            </a:r>
            <a:r>
              <a:rPr lang="it-IT" dirty="0" err="1"/>
              <a:t>wrong</a:t>
            </a:r>
            <a:r>
              <a:rPr lang="it-IT" dirty="0"/>
              <a:t> </a:t>
            </a:r>
            <a:r>
              <a:rPr lang="it-IT" dirty="0" err="1"/>
              <a:t>synchronization</a:t>
            </a:r>
            <a:r>
              <a:rPr lang="it-IT" dirty="0"/>
              <a:t> policy).</a:t>
            </a:r>
          </a:p>
          <a:p>
            <a:pPr lvl="1"/>
            <a:r>
              <a:rPr lang="it-IT" dirty="0"/>
              <a:t>Per output osservato: identifica esattamente quale fase o interazione è mancante o errata.</a:t>
            </a:r>
          </a:p>
        </p:txBody>
      </p:sp>
    </p:spTree>
    <p:extLst>
      <p:ext uri="{BB962C8B-B14F-4D97-AF65-F5344CB8AC3E}">
        <p14:creationId xmlns:p14="http://schemas.microsoft.com/office/powerpoint/2010/main" val="254567182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8863-685A-8003-0DE7-3CF26A11ADB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B668281-11BF-8A9C-3B45-78C9C40BB21C}"/>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dynamic_failure</a:t>
            </a:r>
            <a:r>
              <a:rPr lang="it-IT" sz="3200" dirty="0"/>
              <a:t>):</a:t>
            </a:r>
          </a:p>
        </p:txBody>
      </p:sp>
      <p:graphicFrame>
        <p:nvGraphicFramePr>
          <p:cNvPr id="4" name="Segnaposto contenuto 3">
            <a:extLst>
              <a:ext uri="{FF2B5EF4-FFF2-40B4-BE49-F238E27FC236}">
                <a16:creationId xmlns:a16="http://schemas.microsoft.com/office/drawing/2014/main" id="{468B4035-F845-23A0-DDD8-22E4A0A1095B}"/>
              </a:ext>
            </a:extLst>
          </p:cNvPr>
          <p:cNvGraphicFramePr>
            <a:graphicFrameLocks noGrp="1"/>
          </p:cNvGraphicFramePr>
          <p:nvPr>
            <p:ph idx="1"/>
            <p:extLst>
              <p:ext uri="{D42A27DB-BD31-4B8C-83A1-F6EECF244321}">
                <p14:modId xmlns:p14="http://schemas.microsoft.com/office/powerpoint/2010/main" val="1574767112"/>
              </p:ext>
            </p:extLst>
          </p:nvPr>
        </p:nvGraphicFramePr>
        <p:xfrm>
          <a:off x="117986" y="594360"/>
          <a:ext cx="11916698" cy="626364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607736">
                  <a:extLst>
                    <a:ext uri="{9D8B030D-6E8A-4147-A177-3AD203B41FA5}">
                      <a16:colId xmlns:a16="http://schemas.microsoft.com/office/drawing/2014/main" val="2911452443"/>
                    </a:ext>
                  </a:extLst>
                </a:gridCol>
                <a:gridCol w="516577">
                  <a:extLst>
                    <a:ext uri="{9D8B030D-6E8A-4147-A177-3AD203B41FA5}">
                      <a16:colId xmlns:a16="http://schemas.microsoft.com/office/drawing/2014/main" val="2479012610"/>
                    </a:ext>
                  </a:extLst>
                </a:gridCol>
                <a:gridCol w="385051">
                  <a:extLst>
                    <a:ext uri="{9D8B030D-6E8A-4147-A177-3AD203B41FA5}">
                      <a16:colId xmlns:a16="http://schemas.microsoft.com/office/drawing/2014/main" val="2959452781"/>
                    </a:ext>
                  </a:extLst>
                </a:gridCol>
                <a:gridCol w="415894">
                  <a:extLst>
                    <a:ext uri="{9D8B030D-6E8A-4147-A177-3AD203B41FA5}">
                      <a16:colId xmlns:a16="http://schemas.microsoft.com/office/drawing/2014/main" val="1078437898"/>
                    </a:ext>
                  </a:extLst>
                </a:gridCol>
                <a:gridCol w="456503">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1095698">
                  <a:extLst>
                    <a:ext uri="{9D8B030D-6E8A-4147-A177-3AD203B41FA5}">
                      <a16:colId xmlns:a16="http://schemas.microsoft.com/office/drawing/2014/main" val="3564228665"/>
                    </a:ext>
                  </a:extLst>
                </a:gridCol>
                <a:gridCol w="1054606">
                  <a:extLst>
                    <a:ext uri="{9D8B030D-6E8A-4147-A177-3AD203B41FA5}">
                      <a16:colId xmlns:a16="http://schemas.microsoft.com/office/drawing/2014/main" val="1079194908"/>
                    </a:ext>
                  </a:extLst>
                </a:gridCol>
                <a:gridCol w="769799">
                  <a:extLst>
                    <a:ext uri="{9D8B030D-6E8A-4147-A177-3AD203B41FA5}">
                      <a16:colId xmlns:a16="http://schemas.microsoft.com/office/drawing/2014/main" val="457757330"/>
                    </a:ext>
                  </a:extLst>
                </a:gridCol>
                <a:gridCol w="496319">
                  <a:extLst>
                    <a:ext uri="{9D8B030D-6E8A-4147-A177-3AD203B41FA5}">
                      <a16:colId xmlns:a16="http://schemas.microsoft.com/office/drawing/2014/main" val="75598170"/>
                    </a:ext>
                  </a:extLst>
                </a:gridCol>
                <a:gridCol w="1610502">
                  <a:extLst>
                    <a:ext uri="{9D8B030D-6E8A-4147-A177-3AD203B41FA5}">
                      <a16:colId xmlns:a16="http://schemas.microsoft.com/office/drawing/2014/main" val="963411808"/>
                    </a:ext>
                  </a:extLst>
                </a:gridCol>
                <a:gridCol w="455803">
                  <a:extLst>
                    <a:ext uri="{9D8B030D-6E8A-4147-A177-3AD203B41FA5}">
                      <a16:colId xmlns:a16="http://schemas.microsoft.com/office/drawing/2014/main" val="27591704"/>
                    </a:ext>
                  </a:extLst>
                </a:gridCol>
                <a:gridCol w="1893942">
                  <a:extLst>
                    <a:ext uri="{9D8B030D-6E8A-4147-A177-3AD203B41FA5}">
                      <a16:colId xmlns:a16="http://schemas.microsoft.com/office/drawing/2014/main" val="228824343"/>
                    </a:ext>
                  </a:extLst>
                </a:gridCol>
                <a:gridCol w="388782">
                  <a:extLst>
                    <a:ext uri="{9D8B030D-6E8A-4147-A177-3AD203B41FA5}">
                      <a16:colId xmlns:a16="http://schemas.microsoft.com/office/drawing/2014/main" val="2134066566"/>
                    </a:ext>
                  </a:extLst>
                </a:gridCol>
                <a:gridCol w="507796">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Claudio-Cataldo</a:t>
                      </a:r>
                    </a:p>
                  </a:txBody>
                  <a:tcPr/>
                </a:tc>
                <a:tc>
                  <a:txBody>
                    <a:bodyPr/>
                    <a:lstStyle/>
                    <a:p>
                      <a:pPr algn="l"/>
                      <a:r>
                        <a:rPr lang="it-IT" sz="1050" dirty="0" err="1"/>
                        <a:t>remote_procedure_call</a:t>
                      </a:r>
                      <a:endParaRPr lang="it-IT" sz="1050" dirty="0"/>
                    </a:p>
                  </a:txBody>
                  <a:tcPr/>
                </a:tc>
                <a:tc>
                  <a:txBody>
                    <a:bodyPr/>
                    <a:lstStyle/>
                    <a:p>
                      <a:pPr algn="l"/>
                      <a:r>
                        <a:rPr lang="it-IT" sz="1050" dirty="0"/>
                        <a:t>794f7309811608ff3a6db7ed4d3e5888af885357</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a:t>
                      </a:r>
                      <a:r>
                        <a:rPr lang="it-IT" sz="1050" dirty="0" err="1"/>
                        <a:t>call.L'esercizio</a:t>
                      </a:r>
                      <a:r>
                        <a:rPr lang="it-IT" sz="1050" dirty="0"/>
                        <a:t> non è ancora stato svolto </a:t>
                      </a:r>
                      <a:r>
                        <a:rPr lang="it-IT" sz="1050" dirty="0" err="1"/>
                        <a:t>correttamente.L'esecuzione</a:t>
                      </a:r>
                      <a:r>
                        <a:rPr lang="it-IT" sz="1050" dirty="0"/>
                        <a:t> non è corretta: Errore nel valore di PRODUCI CON SOMMA ricevuto dal </a:t>
                      </a:r>
                      <a:r>
                        <a:rPr lang="it-IT" sz="1050" dirty="0" err="1"/>
                        <a:t>server.Il</a:t>
                      </a:r>
                      <a:r>
                        <a:rPr lang="it-IT" sz="1050" dirty="0"/>
                        <a:t> numero totale di messaggi non corrisponde a quello richiesto dalla traccia</a:t>
                      </a:r>
                    </a:p>
                  </a:txBody>
                  <a:tcPr/>
                </a:tc>
                <a:tc>
                  <a:txBody>
                    <a:bodyPr/>
                    <a:lstStyle/>
                    <a:p>
                      <a:pPr algn="l"/>
                      <a:r>
                        <a:rPr lang="it-IT" sz="1050" dirty="0"/>
                        <a:t>[Consumatore] Chiamo CONSUMA()</a:t>
                      </a:r>
                    </a:p>
                    <a:p>
                      <a:pPr algn="l"/>
                      <a:r>
                        <a:rPr lang="it-IT" sz="1050" dirty="0"/>
                        <a:t>[Client] Invio richiesta CONSUMA(nessun parametro)</a:t>
                      </a:r>
                    </a:p>
                    <a:p>
                      <a:pPr algn="l"/>
                      <a:r>
                        <a:rPr lang="it-IT" sz="1050" dirty="0"/>
                        <a:t>[Client] Ricevuto risposta: risultato=-171582920, errore=32766</a:t>
                      </a:r>
                    </a:p>
                    <a:p>
                      <a:pPr algn="l"/>
                      <a:r>
                        <a:rPr lang="it-IT" sz="1050" dirty="0"/>
                        <a:t>[Consumatore] Ricevuto risultato=-171582920</a:t>
                      </a:r>
                    </a:p>
                    <a:p>
                      <a:pPr algn="l"/>
                      <a:r>
                        <a:rPr lang="it-IT" sz="1050" dirty="0"/>
                        <a:t>[Consumatore]</a:t>
                      </a:r>
                    </a:p>
                    <a:p>
                      <a:pPr algn="l"/>
                      <a:r>
                        <a:rPr lang="it-IT" sz="1050" dirty="0"/>
                        <a:t>(CONTINUA)…</a:t>
                      </a:r>
                    </a:p>
                  </a:txBody>
                  <a:tcPr/>
                </a:tc>
                <a:tc>
                  <a:txBody>
                    <a:bodyPr/>
                    <a:lstStyle/>
                    <a:p>
                      <a:pPr algn="l"/>
                      <a:r>
                        <a:rPr lang="it-IT" sz="1050" dirty="0"/>
                        <a:t>"file": "</a:t>
                      </a:r>
                      <a:r>
                        <a:rPr lang="it-IT" sz="1050" dirty="0" err="1"/>
                        <a:t>server.c</a:t>
                      </a:r>
                      <a:r>
                        <a:rPr lang="it-IT" sz="1050" dirty="0"/>
                        <a:t>",                "line": 46,                "</a:t>
                      </a:r>
                      <a:r>
                        <a:rPr lang="it-IT" sz="1050" dirty="0" err="1"/>
                        <a:t>message</a:t>
                      </a:r>
                      <a:r>
                        <a:rPr lang="it-IT" sz="1050" dirty="0"/>
                        <a:t>": "Per il passaggio dei parametri in </a:t>
                      </a:r>
                      <a:r>
                        <a:rPr lang="it-IT" sz="1050" dirty="0" err="1"/>
                        <a:t>pthread_create</a:t>
                      </a:r>
                      <a:r>
                        <a:rPr lang="it-IT" sz="1050" dirty="0"/>
                        <a:t>(), è’ necessario utilizzare una struttura allocata in memoria heap."</a:t>
                      </a:r>
                    </a:p>
                  </a:txBody>
                  <a:tcPr/>
                </a:tc>
                <a:tc>
                  <a:txBody>
                    <a:bodyPr/>
                    <a:lstStyle/>
                    <a:p>
                      <a:pPr algn="l"/>
                      <a:r>
                        <a:rPr lang="it-IT" sz="1050" dirty="0"/>
                        <a:t>NO</a:t>
                      </a:r>
                    </a:p>
                  </a:txBody>
                  <a:tcPr/>
                </a:tc>
                <a:tc>
                  <a:txBody>
                    <a:bodyPr/>
                    <a:lstStyle/>
                    <a:p>
                      <a:pPr algn="l"/>
                      <a:r>
                        <a:rPr lang="en-US" sz="1050" dirty="0"/>
                        <a:t>THE OUTPUT SHOWS INCONSISTENT RESULTS FOR THE CONSUMA FUNCTION CALLS THE CLIENT RECEIVES A RESPONSE WITH A RESULT OF -171582920 AND AN ERROR CODE OF 32766 FOR ALL THREE CONSUMA CALLS, WHICH DOES NOT MATCH THE EXPECTED BEHAVIOR ADDITIONALLY, THE WORKER THREAD'S RESPONSES FOR PRODUCI_CON_SOMMA AND PRODUCI CALLS HAVE INCONSISTENT RESULTS AND ERROR CODES THE OUTPUT ALSO SHOWS THAT SOME WORKER THREADS TERMINATE PREMATURELY WITHOUT PROCESSING ALL REQUESTS.</a:t>
                      </a:r>
                      <a:endParaRPr lang="it-IT" sz="1050" dirty="0"/>
                    </a:p>
                  </a:txBody>
                  <a:tcPr/>
                </a:tc>
                <a:tc>
                  <a:txBody>
                    <a:bodyPr/>
                    <a:lstStyle/>
                    <a:p>
                      <a:pPr algn="l"/>
                      <a:r>
                        <a:rPr lang="it-IT" sz="1050" dirty="0"/>
                        <a:t>NO</a:t>
                      </a:r>
                    </a:p>
                  </a:txBody>
                  <a:tcPr/>
                </a:tc>
                <a:tc>
                  <a:txBody>
                    <a:bodyPr/>
                    <a:lstStyle/>
                    <a:p>
                      <a:pPr algn="l"/>
                      <a:r>
                        <a:rPr lang="en-US" sz="1050" dirty="0"/>
                        <a:t>THE CODE HAS AN INCORRECT ERROR HANDLING ISSUE IN THE CLIENTC FILE, THERE IS A TYPO IN AN IF STATEMENT CONDITION WHERE PID_PROD IS USED INSTEAD OF PID_CONS THIS CAN LEAD TO INCORRECT ERROR HANDLING AND TERMINATION OF THE PROGRAM THE CORRECT CONDITION SHOULD BE `ELSE IF(PID_CONS &lt; 0)` THIS ISSUE AFFECTS THE PROGRAM'S ABILITY TO HANDLE ERRORS PROPERLY, PARTICULARLY IN THE CONTEXT OF PROCESS CREATION AND MESSAGE EXCHANGE BETWEEN THE CLIENT AND SERVER.</a:t>
                      </a:r>
                      <a:endParaRPr lang="it-IT" sz="1050" dirty="0"/>
                    </a:p>
                  </a:txBody>
                  <a:tcPr/>
                </a:tc>
                <a:tc>
                  <a:txBody>
                    <a:bodyPr/>
                    <a:lstStyle/>
                    <a:p>
                      <a:pPr algn="l"/>
                      <a:r>
                        <a:rPr lang="it-IT" sz="1050" dirty="0"/>
                        <a:t>YES</a:t>
                      </a:r>
                    </a:p>
                  </a:txBody>
                  <a:tcPr/>
                </a:tc>
                <a:tc>
                  <a:txBody>
                    <a:bodyPr/>
                    <a:lstStyle/>
                    <a:p>
                      <a:pPr algn="l"/>
                      <a:r>
                        <a:rPr lang="it-IT" sz="1050" dirty="0"/>
                        <a:t>NO</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9732731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62F9-1E79-8F57-4DD5-573750C477C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7A82174-2BC6-4711-ECE3-E184A2217832}"/>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static_failure</a:t>
            </a:r>
            <a:r>
              <a:rPr lang="it-IT" sz="3200" dirty="0"/>
              <a:t>):</a:t>
            </a:r>
          </a:p>
        </p:txBody>
      </p:sp>
      <p:sp>
        <p:nvSpPr>
          <p:cNvPr id="6" name="Segnaposto contenuto 5">
            <a:extLst>
              <a:ext uri="{FF2B5EF4-FFF2-40B4-BE49-F238E27FC236}">
                <a16:creationId xmlns:a16="http://schemas.microsoft.com/office/drawing/2014/main" id="{E385A74B-CDC7-14D4-0195-9EEFF851E095}"/>
              </a:ext>
            </a:extLst>
          </p:cNvPr>
          <p:cNvSpPr>
            <a:spLocks noGrp="1"/>
          </p:cNvSpPr>
          <p:nvPr>
            <p:ph idx="1"/>
          </p:nvPr>
        </p:nvSpPr>
        <p:spPr/>
        <p:txBody>
          <a:bodyPr/>
          <a:lstStyle/>
          <a:p>
            <a:endParaRPr lang="it-IT"/>
          </a:p>
        </p:txBody>
      </p:sp>
      <p:graphicFrame>
        <p:nvGraphicFramePr>
          <p:cNvPr id="7" name="Segnaposto contenuto 3">
            <a:extLst>
              <a:ext uri="{FF2B5EF4-FFF2-40B4-BE49-F238E27FC236}">
                <a16:creationId xmlns:a16="http://schemas.microsoft.com/office/drawing/2014/main" id="{2B3CE455-6D85-5F26-30CC-C171468E9C6B}"/>
              </a:ext>
            </a:extLst>
          </p:cNvPr>
          <p:cNvGraphicFramePr>
            <a:graphicFrameLocks/>
          </p:cNvGraphicFramePr>
          <p:nvPr>
            <p:extLst>
              <p:ext uri="{D42A27DB-BD31-4B8C-83A1-F6EECF244321}">
                <p14:modId xmlns:p14="http://schemas.microsoft.com/office/powerpoint/2010/main" val="1173977447"/>
              </p:ext>
            </p:extLst>
          </p:nvPr>
        </p:nvGraphicFramePr>
        <p:xfrm>
          <a:off x="117987" y="594360"/>
          <a:ext cx="11567648" cy="6583680"/>
        </p:xfrm>
        <a:graphic>
          <a:graphicData uri="http://schemas.openxmlformats.org/drawingml/2006/table">
            <a:tbl>
              <a:tblPr firstRow="1" bandRow="1">
                <a:tableStyleId>{5C22544A-7EE6-4342-B048-85BDC9FD1C3A}</a:tableStyleId>
              </a:tblPr>
              <a:tblGrid>
                <a:gridCol w="363794">
                  <a:extLst>
                    <a:ext uri="{9D8B030D-6E8A-4147-A177-3AD203B41FA5}">
                      <a16:colId xmlns:a16="http://schemas.microsoft.com/office/drawing/2014/main" val="1875058376"/>
                    </a:ext>
                  </a:extLst>
                </a:gridCol>
                <a:gridCol w="403122">
                  <a:extLst>
                    <a:ext uri="{9D8B030D-6E8A-4147-A177-3AD203B41FA5}">
                      <a16:colId xmlns:a16="http://schemas.microsoft.com/office/drawing/2014/main" val="2729272592"/>
                    </a:ext>
                  </a:extLst>
                </a:gridCol>
                <a:gridCol w="442452">
                  <a:extLst>
                    <a:ext uri="{9D8B030D-6E8A-4147-A177-3AD203B41FA5}">
                      <a16:colId xmlns:a16="http://schemas.microsoft.com/office/drawing/2014/main" val="2911452443"/>
                    </a:ext>
                  </a:extLst>
                </a:gridCol>
                <a:gridCol w="501445">
                  <a:extLst>
                    <a:ext uri="{9D8B030D-6E8A-4147-A177-3AD203B41FA5}">
                      <a16:colId xmlns:a16="http://schemas.microsoft.com/office/drawing/2014/main" val="2479012610"/>
                    </a:ext>
                  </a:extLst>
                </a:gridCol>
                <a:gridCol w="334297">
                  <a:extLst>
                    <a:ext uri="{9D8B030D-6E8A-4147-A177-3AD203B41FA5}">
                      <a16:colId xmlns:a16="http://schemas.microsoft.com/office/drawing/2014/main" val="2959452781"/>
                    </a:ext>
                  </a:extLst>
                </a:gridCol>
                <a:gridCol w="353961">
                  <a:extLst>
                    <a:ext uri="{9D8B030D-6E8A-4147-A177-3AD203B41FA5}">
                      <a16:colId xmlns:a16="http://schemas.microsoft.com/office/drawing/2014/main" val="1078437898"/>
                    </a:ext>
                  </a:extLst>
                </a:gridCol>
                <a:gridCol w="245807">
                  <a:extLst>
                    <a:ext uri="{9D8B030D-6E8A-4147-A177-3AD203B41FA5}">
                      <a16:colId xmlns:a16="http://schemas.microsoft.com/office/drawing/2014/main" val="3324487126"/>
                    </a:ext>
                  </a:extLst>
                </a:gridCol>
                <a:gridCol w="255638">
                  <a:extLst>
                    <a:ext uri="{9D8B030D-6E8A-4147-A177-3AD203B41FA5}">
                      <a16:colId xmlns:a16="http://schemas.microsoft.com/office/drawing/2014/main" val="2402471246"/>
                    </a:ext>
                  </a:extLst>
                </a:gridCol>
                <a:gridCol w="707923">
                  <a:extLst>
                    <a:ext uri="{9D8B030D-6E8A-4147-A177-3AD203B41FA5}">
                      <a16:colId xmlns:a16="http://schemas.microsoft.com/office/drawing/2014/main" val="3564228665"/>
                    </a:ext>
                  </a:extLst>
                </a:gridCol>
                <a:gridCol w="521109">
                  <a:extLst>
                    <a:ext uri="{9D8B030D-6E8A-4147-A177-3AD203B41FA5}">
                      <a16:colId xmlns:a16="http://schemas.microsoft.com/office/drawing/2014/main" val="1079194908"/>
                    </a:ext>
                  </a:extLst>
                </a:gridCol>
                <a:gridCol w="2153265">
                  <a:extLst>
                    <a:ext uri="{9D8B030D-6E8A-4147-A177-3AD203B41FA5}">
                      <a16:colId xmlns:a16="http://schemas.microsoft.com/office/drawing/2014/main" val="457757330"/>
                    </a:ext>
                  </a:extLst>
                </a:gridCol>
                <a:gridCol w="393290">
                  <a:extLst>
                    <a:ext uri="{9D8B030D-6E8A-4147-A177-3AD203B41FA5}">
                      <a16:colId xmlns:a16="http://schemas.microsoft.com/office/drawing/2014/main" val="75598170"/>
                    </a:ext>
                  </a:extLst>
                </a:gridCol>
                <a:gridCol w="1592826">
                  <a:extLst>
                    <a:ext uri="{9D8B030D-6E8A-4147-A177-3AD203B41FA5}">
                      <a16:colId xmlns:a16="http://schemas.microsoft.com/office/drawing/2014/main" val="963411808"/>
                    </a:ext>
                  </a:extLst>
                </a:gridCol>
                <a:gridCol w="442452">
                  <a:extLst>
                    <a:ext uri="{9D8B030D-6E8A-4147-A177-3AD203B41FA5}">
                      <a16:colId xmlns:a16="http://schemas.microsoft.com/office/drawing/2014/main" val="27591704"/>
                    </a:ext>
                  </a:extLst>
                </a:gridCol>
                <a:gridCol w="1995948">
                  <a:extLst>
                    <a:ext uri="{9D8B030D-6E8A-4147-A177-3AD203B41FA5}">
                      <a16:colId xmlns:a16="http://schemas.microsoft.com/office/drawing/2014/main" val="228824343"/>
                    </a:ext>
                  </a:extLst>
                </a:gridCol>
                <a:gridCol w="367397">
                  <a:extLst>
                    <a:ext uri="{9D8B030D-6E8A-4147-A177-3AD203B41FA5}">
                      <a16:colId xmlns:a16="http://schemas.microsoft.com/office/drawing/2014/main" val="2134066566"/>
                    </a:ext>
                  </a:extLst>
                </a:gridCol>
                <a:gridCol w="492922">
                  <a:extLst>
                    <a:ext uri="{9D8B030D-6E8A-4147-A177-3AD203B41FA5}">
                      <a16:colId xmlns:a16="http://schemas.microsoft.com/office/drawing/2014/main" val="1278294766"/>
                    </a:ext>
                  </a:extLst>
                </a:gridCol>
              </a:tblGrid>
              <a:tr h="14517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12020">
                <a:tc>
                  <a:txBody>
                    <a:bodyPr/>
                    <a:lstStyle/>
                    <a:p>
                      <a:pPr algn="l"/>
                      <a:r>
                        <a:rPr lang="it-IT" sz="1050" dirty="0" err="1"/>
                        <a:t>AMprota</a:t>
                      </a:r>
                      <a:endParaRPr lang="it-IT" sz="1050" dirty="0"/>
                    </a:p>
                  </a:txBody>
                  <a:tcPr/>
                </a:tc>
                <a:tc>
                  <a:txBody>
                    <a:bodyPr/>
                    <a:lstStyle/>
                    <a:p>
                      <a:pPr algn="l"/>
                      <a:r>
                        <a:rPr lang="it-IT" sz="1050" dirty="0" err="1"/>
                        <a:t>un_primo_esempio_di_server_multithread</a:t>
                      </a:r>
                      <a:endParaRPr lang="it-IT" sz="1050" dirty="0"/>
                    </a:p>
                  </a:txBody>
                  <a:tcPr/>
                </a:tc>
                <a:tc>
                  <a:txBody>
                    <a:bodyPr/>
                    <a:lstStyle/>
                    <a:p>
                      <a:pPr algn="l"/>
                      <a:r>
                        <a:rPr lang="it-IT" sz="1050" dirty="0"/>
                        <a:t>01a4a0ec1f467482607d1e449b9f0801812cf794</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remote procedure call.</a:t>
                      </a:r>
                    </a:p>
                    <a:p>
                      <a:pPr algn="l"/>
                      <a:r>
                        <a:rPr lang="it-IT" sz="1050" dirty="0"/>
                        <a:t>Congratulazioni, l'esercizio compila ed esegue correttamente, e non è stato riscontrato nessuno degli errori frequenti nel codice.</a:t>
                      </a:r>
                    </a:p>
                  </a:txBody>
                  <a:tcPr/>
                </a:tc>
                <a:tc>
                  <a:txBody>
                    <a:bodyPr/>
                    <a:lstStyle/>
                    <a:p>
                      <a:pPr algn="l"/>
                      <a:r>
                        <a:rPr lang="it-IT" sz="1050" dirty="0"/>
                        <a:t>Richiesta 0 Inviata (37, 59) [PID=238824]Risposta 0 Ricevuta (2183) [PID=238824]Richiesta 1 Inviata (52, 89)</a:t>
                      </a:r>
                    </a:p>
                    <a:p>
                      <a:pPr algn="l"/>
                      <a:r>
                        <a:rPr lang="it-IT" sz="1050" dirty="0"/>
                        <a:t>(CONTINUA)…</a:t>
                      </a:r>
                    </a:p>
                  </a:txBody>
                  <a:tcPr/>
                </a:tc>
                <a:tc>
                  <a:txBody>
                    <a:bodyPr/>
                    <a:lstStyle/>
                    <a:p>
                      <a:pPr algn="l"/>
                      <a:r>
                        <a:rPr lang="it-IT" sz="1050" dirty="0"/>
                        <a:t>{"file": "</a:t>
                      </a:r>
                      <a:r>
                        <a:rPr lang="it-IT" sz="1050" dirty="0" err="1"/>
                        <a:t>Client.c</a:t>
                      </a:r>
                      <a:r>
                        <a:rPr lang="it-IT" sz="1050" dirty="0"/>
                        <a:t>",                "line": 34,                "</a:t>
                      </a:r>
                      <a:r>
                        <a:rPr lang="it-IT" sz="1050" dirty="0" err="1"/>
                        <a:t>message</a:t>
                      </a:r>
                      <a:r>
                        <a:rPr lang="it-IT" sz="1050" dirty="0"/>
                        <a:t>": "In questo esercizio, si richiede che la coda delle risposte sia utilizzata in modo mutuamente esclusivo dai </a:t>
                      </a:r>
                      <a:r>
                        <a:rPr lang="it-IT" sz="1050" dirty="0" err="1"/>
                        <a:t>thread</a:t>
                      </a:r>
                      <a:r>
                        <a:rPr lang="it-IT" sz="1050" dirty="0"/>
                        <a:t> (la funzione </a:t>
                      </a:r>
                      <a:r>
                        <a:rPr lang="it-IT" sz="1050" dirty="0" err="1"/>
                        <a:t>msgsnd</a:t>
                      </a:r>
                      <a:r>
                        <a:rPr lang="it-IT" sz="1050" dirty="0"/>
                        <a:t>() deve essere chiamata all'interno di una sezione critica)."            },            </a:t>
                      </a:r>
                    </a:p>
                    <a:p>
                      <a:pPr algn="l"/>
                      <a:r>
                        <a:rPr lang="it-IT" sz="1050" dirty="0"/>
                        <a:t>{"file": "</a:t>
                      </a:r>
                      <a:r>
                        <a:rPr lang="it-IT" sz="1050" dirty="0" err="1"/>
                        <a:t>Main.c</a:t>
                      </a:r>
                      <a:r>
                        <a:rPr lang="it-IT" sz="1050" dirty="0"/>
                        <a:t>",                "line": 90,                "</a:t>
                      </a:r>
                      <a:r>
                        <a:rPr lang="it-IT" sz="1050" dirty="0" err="1"/>
                        <a:t>message</a:t>
                      </a:r>
                      <a:r>
                        <a:rPr lang="it-IT" sz="1050" dirty="0"/>
                        <a:t>": "In questo esercizio, si richiede che la coda delle risposte sia utilizzata in modo mutuamente esclusivo dai </a:t>
                      </a:r>
                      <a:r>
                        <a:rPr lang="it-IT" sz="1050" dirty="0" err="1"/>
                        <a:t>thread</a:t>
                      </a:r>
                      <a:r>
                        <a:rPr lang="it-IT" sz="1050" dirty="0"/>
                        <a:t> (la funzione </a:t>
                      </a:r>
                      <a:r>
                        <a:rPr lang="it-IT" sz="1050" dirty="0" err="1"/>
                        <a:t>msgsnd</a:t>
                      </a:r>
                      <a:r>
                        <a:rPr lang="it-IT" sz="1050" dirty="0"/>
                        <a:t>() deve essere chiamata all'interno di una sezione critica)."            }, </a:t>
                      </a:r>
                    </a:p>
                    <a:p>
                      <a:pPr algn="l"/>
                      <a:r>
                        <a:rPr lang="it-IT" sz="1050" dirty="0"/>
                        <a:t>{"file": "</a:t>
                      </a:r>
                      <a:r>
                        <a:rPr lang="it-IT" sz="1050" dirty="0" err="1"/>
                        <a:t>Server.c</a:t>
                      </a:r>
                      <a:r>
                        <a:rPr lang="it-IT" sz="1050" dirty="0"/>
                        <a:t>",                "line": 45,                "</a:t>
                      </a:r>
                      <a:r>
                        <a:rPr lang="it-IT" sz="1050" dirty="0" err="1"/>
                        <a:t>message</a:t>
                      </a:r>
                      <a:r>
                        <a:rPr lang="it-IT" sz="1050" dirty="0"/>
                        <a:t>": «E’ richiesto che il client effettui una </a:t>
                      </a:r>
                      <a:r>
                        <a:rPr lang="it-IT" sz="1050" dirty="0" err="1"/>
                        <a:t>receive</a:t>
                      </a:r>
                      <a:r>
                        <a:rPr lang="it-IT" sz="1050" dirty="0"/>
                        <a:t> selettiva, utilizzando il PID nel campo tipo dei messaggi di risposta.»         }</a:t>
                      </a:r>
                    </a:p>
                  </a:txBody>
                  <a:tcPr/>
                </a:tc>
                <a:tc>
                  <a:txBody>
                    <a:bodyPr/>
                    <a:lstStyle/>
                    <a:p>
                      <a:pPr algn="l"/>
                      <a:r>
                        <a:rPr lang="it-IT" sz="1050" dirty="0"/>
                        <a:t>YES</a:t>
                      </a:r>
                    </a:p>
                  </a:txBody>
                  <a:tcPr/>
                </a:tc>
                <a:tc>
                  <a:txBody>
                    <a:bodyPr/>
                    <a:lstStyle/>
                    <a:p>
                      <a:pPr algn="l"/>
                      <a:r>
                        <a:rPr lang="en-US" sz="1050" dirty="0"/>
                        <a:t>THE OUTPUT SHOWS A COHERENT INTERACTION BETWEEN THREE CLIENT PROCESSES AND A SERVER PROCESS EACH CLIENT SENDS FIVE REQUESTS WITH RANDOM VALUES AND RECEIVES THE CORRECT PRODUCT RESPONSE FOR EACH REQUEST THE SERVER PROCESSES THE REQUESTS CONCURRENTLY, AND THE RESPONSES ARE CORRECTLY PAIRED WITH THE REQUESTS NO CONCRETE OUTPUT MISMATCH IS VISIBLE FROM THE PROVIDED INFORMATION</a:t>
                      </a:r>
                      <a:endParaRPr lang="it-IT" sz="1050" dirty="0"/>
                    </a:p>
                  </a:txBody>
                  <a:tcPr/>
                </a:tc>
                <a:tc>
                  <a:txBody>
                    <a:bodyPr/>
                    <a:lstStyle/>
                    <a:p>
                      <a:pPr algn="l"/>
                      <a:r>
                        <a:rPr lang="it-IT" sz="1050" dirty="0"/>
                        <a:t>NO</a:t>
                      </a:r>
                    </a:p>
                  </a:txBody>
                  <a:tcPr/>
                </a:tc>
                <a:tc>
                  <a:txBody>
                    <a:bodyPr/>
                    <a:lstStyle/>
                    <a:p>
                      <a:pPr algn="l"/>
                      <a:r>
                        <a:rPr lang="en-US" sz="1050" dirty="0"/>
                        <a:t>THE CODE VIOLATES THE CONSTRAINT OF CORRECT SYNCHRONIZATION POLICY SPECIFICALLY, IN `FILE: SERVERC`, THE `MSGSND` CALL IS MADE WITHIN A CRITICAL SECTION PROTECTED BY A MUTEX (`PTHREAD_MUTEX_LOCK(&amp;MUTEX)`), BUT THE `ID_CODA_RISPOSTE` USED IN `MSGSND` IS NOT THE CORRECT QUEUE IDENTIFIER FOR RESPONSES THE SERVER SHOULD SEND RESPONSES TO THE CLIENT QUEUE (`ID_S`), NOT THE REQUEST QUEUE (`ID_CODA_RISPOSTE` IS ASSIGNED THE VALUE OF `ID_S` BUT SEEMS TO BE INTENDED FOR ANOTHER PURPOSE) THE CORRECT LINE SHOULD USE `ID_S` INSTEAD OF `ID_CODA_RISPOSTE` IN THE `MSGSND` CALL</a:t>
                      </a:r>
                      <a:endParaRPr lang="it-IT" sz="1050" dirty="0"/>
                    </a:p>
                  </a:txBody>
                  <a:tcPr/>
                </a:tc>
                <a:tc>
                  <a:txBody>
                    <a:bodyPr/>
                    <a:lstStyle/>
                    <a:p>
                      <a:pPr algn="l"/>
                      <a:endParaRPr lang="it-IT" sz="1050" dirty="0"/>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85967281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4F031E-82FC-0679-8928-A2B3D596E8EF}"/>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correct</a:t>
            </a:r>
            <a:r>
              <a:rPr lang="it-IT" sz="3200" dirty="0"/>
              <a:t>):</a:t>
            </a:r>
          </a:p>
        </p:txBody>
      </p:sp>
      <p:sp>
        <p:nvSpPr>
          <p:cNvPr id="6" name="Segnaposto contenuto 5">
            <a:extLst>
              <a:ext uri="{FF2B5EF4-FFF2-40B4-BE49-F238E27FC236}">
                <a16:creationId xmlns:a16="http://schemas.microsoft.com/office/drawing/2014/main" id="{404B830D-625C-95BA-4E59-9209D975101A}"/>
              </a:ext>
            </a:extLst>
          </p:cNvPr>
          <p:cNvSpPr>
            <a:spLocks noGrp="1"/>
          </p:cNvSpPr>
          <p:nvPr>
            <p:ph idx="1"/>
          </p:nvPr>
        </p:nvSpPr>
        <p:spPr/>
        <p:txBody>
          <a:bodyPr/>
          <a:lstStyle/>
          <a:p>
            <a:endParaRPr lang="it-IT"/>
          </a:p>
        </p:txBody>
      </p:sp>
      <p:graphicFrame>
        <p:nvGraphicFramePr>
          <p:cNvPr id="7" name="Segnaposto contenuto 3">
            <a:extLst>
              <a:ext uri="{FF2B5EF4-FFF2-40B4-BE49-F238E27FC236}">
                <a16:creationId xmlns:a16="http://schemas.microsoft.com/office/drawing/2014/main" id="{8EEB2D90-DBD3-DCF4-21F8-70E0A0BE085A}"/>
              </a:ext>
            </a:extLst>
          </p:cNvPr>
          <p:cNvGraphicFramePr>
            <a:graphicFrameLocks/>
          </p:cNvGraphicFramePr>
          <p:nvPr>
            <p:extLst>
              <p:ext uri="{D42A27DB-BD31-4B8C-83A1-F6EECF244321}">
                <p14:modId xmlns:p14="http://schemas.microsoft.com/office/powerpoint/2010/main" val="2697979044"/>
              </p:ext>
            </p:extLst>
          </p:nvPr>
        </p:nvGraphicFramePr>
        <p:xfrm>
          <a:off x="117987" y="594360"/>
          <a:ext cx="11567648" cy="6177539"/>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392527">
                  <a:extLst>
                    <a:ext uri="{9D8B030D-6E8A-4147-A177-3AD203B41FA5}">
                      <a16:colId xmlns:a16="http://schemas.microsoft.com/office/drawing/2014/main" val="2402471246"/>
                    </a:ext>
                  </a:extLst>
                </a:gridCol>
                <a:gridCol w="658107">
                  <a:extLst>
                    <a:ext uri="{9D8B030D-6E8A-4147-A177-3AD203B41FA5}">
                      <a16:colId xmlns:a16="http://schemas.microsoft.com/office/drawing/2014/main" val="3564228665"/>
                    </a:ext>
                  </a:extLst>
                </a:gridCol>
                <a:gridCol w="1012723">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422787">
                  <a:extLst>
                    <a:ext uri="{9D8B030D-6E8A-4147-A177-3AD203B41FA5}">
                      <a16:colId xmlns:a16="http://schemas.microsoft.com/office/drawing/2014/main" val="75598170"/>
                    </a:ext>
                  </a:extLst>
                </a:gridCol>
                <a:gridCol w="1750142">
                  <a:extLst>
                    <a:ext uri="{9D8B030D-6E8A-4147-A177-3AD203B41FA5}">
                      <a16:colId xmlns:a16="http://schemas.microsoft.com/office/drawing/2014/main" val="963411808"/>
                    </a:ext>
                  </a:extLst>
                </a:gridCol>
                <a:gridCol w="639097">
                  <a:extLst>
                    <a:ext uri="{9D8B030D-6E8A-4147-A177-3AD203B41FA5}">
                      <a16:colId xmlns:a16="http://schemas.microsoft.com/office/drawing/2014/main" val="27591704"/>
                    </a:ext>
                  </a:extLst>
                </a:gridCol>
                <a:gridCol w="2172929">
                  <a:extLst>
                    <a:ext uri="{9D8B030D-6E8A-4147-A177-3AD203B41FA5}">
                      <a16:colId xmlns:a16="http://schemas.microsoft.com/office/drawing/2014/main" val="228824343"/>
                    </a:ext>
                  </a:extLst>
                </a:gridCol>
                <a:gridCol w="373626">
                  <a:extLst>
                    <a:ext uri="{9D8B030D-6E8A-4147-A177-3AD203B41FA5}">
                      <a16:colId xmlns:a16="http://schemas.microsoft.com/office/drawing/2014/main" val="2134066566"/>
                    </a:ext>
                  </a:extLst>
                </a:gridCol>
                <a:gridCol w="388370">
                  <a:extLst>
                    <a:ext uri="{9D8B030D-6E8A-4147-A177-3AD203B41FA5}">
                      <a16:colId xmlns:a16="http://schemas.microsoft.com/office/drawing/2014/main" val="1278294766"/>
                    </a:ext>
                  </a:extLst>
                </a:gridCol>
              </a:tblGrid>
              <a:tr h="1494818">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64591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it-IT" sz="1050" dirty="0" err="1"/>
                        <a:t>annxj</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6416c53d93748b388bd5b7fd23de36c84ab7cd3a</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remote procedure call. Congratulazioni, l'esercizio compila ed esegue correttamente, e non è stato riscontrato nessuno degli errori frequenti nel codice</a:t>
                      </a:r>
                    </a:p>
                  </a:txBody>
                  <a:tcPr/>
                </a:tc>
                <a:tc>
                  <a:txBody>
                    <a:bodyPr/>
                    <a:lstStyle/>
                    <a:p>
                      <a:pPr algn="l"/>
                      <a:r>
                        <a:rPr lang="it-IT" sz="1050" dirty="0"/>
                        <a:t>Avvio processo collettore (id coda = 786450)...\</a:t>
                      </a:r>
                      <a:r>
                        <a:rPr lang="it-IT" sz="1050" dirty="0" err="1"/>
                        <a:t>nCollettore</a:t>
                      </a:r>
                      <a:r>
                        <a:rPr lang="it-IT" sz="1050" dirty="0"/>
                        <a:t>: In attesa di messaggi...\</a:t>
                      </a:r>
                      <a:r>
                        <a:rPr lang="it-IT" sz="1050" dirty="0" err="1"/>
                        <a:t>nCollettore</a:t>
                      </a:r>
                      <a:r>
                        <a:rPr lang="it-IT" sz="1050" dirty="0"/>
                        <a:t>: Ricevuto valore=7\</a:t>
                      </a:r>
                      <a:r>
                        <a:rPr lang="it-IT" sz="1050" dirty="0" err="1"/>
                        <a:t>nCollettore</a:t>
                      </a:r>
                      <a:r>
                        <a:rPr lang="it-IT" sz="1050" dirty="0"/>
                        <a:t>: In attesa di messaggi...\</a:t>
                      </a:r>
                      <a:r>
                        <a:rPr lang="it-IT" sz="1050" dirty="0" err="1"/>
                        <a:t>nCollettore</a:t>
                      </a:r>
                      <a:r>
                        <a:rPr lang="it-IT" sz="1050" dirty="0"/>
                        <a:t>: Ricevuto valore=8\</a:t>
                      </a:r>
                    </a:p>
                    <a:p>
                      <a:pPr algn="l"/>
                      <a:r>
                        <a:rPr lang="it-IT" sz="1050" dirty="0"/>
                        <a:t>(CONTINUA)…</a:t>
                      </a:r>
                    </a:p>
                  </a:txBody>
                  <a:tcPr/>
                </a:tc>
                <a:tc>
                  <a:txBody>
                    <a:bodyPr/>
                    <a:lstStyle/>
                    <a:p>
                      <a:pPr algn="l"/>
                      <a:endParaRPr lang="it-IT" sz="1050" dirty="0"/>
                    </a:p>
                  </a:txBody>
                  <a:tcPr/>
                </a:tc>
                <a:tc>
                  <a:txBody>
                    <a:bodyPr/>
                    <a:lstStyle/>
                    <a:p>
                      <a:pPr algn="l"/>
                      <a:r>
                        <a:rPr lang="it-IT" sz="1050" dirty="0"/>
                        <a:t>YES</a:t>
                      </a:r>
                    </a:p>
                  </a:txBody>
                  <a:tcPr/>
                </a:tc>
                <a:tc>
                  <a:txBody>
                    <a:bodyPr/>
                    <a:lstStyle/>
                    <a:p>
                      <a:pPr algn="l"/>
                      <a:r>
                        <a:rPr lang="en-US" sz="1050" dirty="0"/>
                        <a:t>THE OUTPUT SHOWS A COHERENT INTERACTION BETWEEN THE SENSORE, AGGREGATORE, AND COLLETTORE PROCESSES THE SENSORE GENERATES 10 RANDOM VALUES AND SENDS THEM TO THE AGGREGATORE, WHICH RECEIVES AND FORWARDS THEM TO THE THREE COLLETTORI EACH COLLETTORE RECEIVES THE 10 VALUES AND PRINTS THEM, MAINTAINING A CONSISTENT ORDERING AND PAIRING OF REQUESTS AND REPLIES NO CONCRETE OUTPUT MISMATCH IS VISIBLE FROM THE PROVIDED INFORMATION"</a:t>
                      </a:r>
                      <a:endParaRPr lang="it-IT" sz="1050" dirty="0"/>
                    </a:p>
                  </a:txBody>
                  <a:tcPr/>
                </a:tc>
                <a:tc>
                  <a:txBody>
                    <a:bodyPr/>
                    <a:lstStyle/>
                    <a:p>
                      <a:pPr algn="l"/>
                      <a:r>
                        <a:rPr lang="it-IT" sz="1050" dirty="0"/>
                        <a:t>YES</a:t>
                      </a:r>
                    </a:p>
                  </a:txBody>
                  <a:tcPr/>
                </a:tc>
                <a:tc>
                  <a:txBody>
                    <a:bodyPr/>
                    <a:lstStyle/>
                    <a:p>
                      <a:pPr algn="l"/>
                      <a:r>
                        <a:rPr lang="en-US" sz="1050" dirty="0"/>
                        <a:t>THE PROVIDED C CODEBASE FOR THE SERVER AGGREGATORE CON THREAD APPEARS TO BE CORRECT AND PROPERLY IMPLEMENTED THE CODE USES MESSAGE QUEUES AND THREADS TO SIMULATE THE READING OF DATA FROM A SENSOR AND DISTRIBUTE IT TO MULTIPLE DESTINATIONS THE AGGREGATOR PROCESS USES A MONITOR WITH READER-WRITER SYNCHRONIZATION TO ENSURE THAT WRITERS HAVE EXCLUSIVE ACCESS AND READERS CAN ACCESS CONCURRENTLY THE CODE PROPERLY HANDLES MESSAGE PASSING, SYNCHRONIZATION, AND ERROR HANDLING, AND THERE IS NO concrete evidence OF ANY CONCRETE DEFECTS OR BUGS THE CODE CORRECTLY IMPLEMENTS THE REQUIRED FUNCTIONALITY, AND THE OUTPUT MATCHES THE EXPECTED BEHAVIOR</a:t>
                      </a:r>
                      <a:endParaRPr lang="it-IT" sz="1050" dirty="0"/>
                    </a:p>
                  </a:txBody>
                  <a:tcPr/>
                </a:tc>
                <a:tc>
                  <a:txBody>
                    <a:bodyPr/>
                    <a:lstStyle/>
                    <a:p>
                      <a:pPr algn="l"/>
                      <a:endParaRPr lang="it-IT" sz="1050" dirty="0"/>
                    </a:p>
                  </a:txBody>
                  <a:tcPr/>
                </a:tc>
                <a:tc>
                  <a:txBody>
                    <a:bodyPr/>
                    <a:lstStyle/>
                    <a:p>
                      <a:pPr algn="l"/>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04854197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p:txBody>
          <a:bodyPr/>
          <a:lstStyle/>
          <a:p>
            <a:r>
              <a:rPr lang="it-IT" dirty="0"/>
              <a:t>Analisi effettuate</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85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dynamic_check_failed</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static_check_failed</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Check Failed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Check Failed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3" y="1785046"/>
            <a:ext cx="6495841" cy="3897504"/>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a:t>Static Check Failed - Analisi Output LLM Primario</a:t>
            </a:r>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a:t>Static Check Failed - </a:t>
            </a:r>
            <a:r>
              <a:rPr lang="en-US" sz="3900" err="1"/>
              <a:t>Analisi</a:t>
            </a:r>
            <a:r>
              <a:rPr lang="en-US" sz="3900"/>
              <a:t> Codice LLM </a:t>
            </a:r>
            <a:r>
              <a:rPr lang="en-US" sz="3900" err="1"/>
              <a:t>Primario</a:t>
            </a:r>
            <a:endParaRPr lang="it-IT" sz="390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737" r="1737"/>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8108</TotalTime>
  <Words>2797</Words>
  <Application>Microsoft Office PowerPoint</Application>
  <PresentationFormat>Widescreen</PresentationFormat>
  <Paragraphs>248</Paragraphs>
  <Slides>20</Slides>
  <Notes>0</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20</vt:i4>
      </vt:variant>
    </vt:vector>
  </HeadingPairs>
  <TitlesOfParts>
    <vt:vector size="29" baseType="lpstr">
      <vt:lpstr>Aptos</vt:lpstr>
      <vt:lpstr>Arial</vt:lpstr>
      <vt:lpstr>Bahnschrift</vt:lpstr>
      <vt:lpstr>Bahnschrift Light</vt:lpstr>
      <vt:lpstr>Century Gothic</vt:lpstr>
      <vt:lpstr>Wingdings</vt:lpstr>
      <vt:lpstr>Wingdings 3</vt:lpstr>
      <vt:lpstr>Ione</vt:lpstr>
      <vt:lpstr>NewYork</vt:lpstr>
      <vt:lpstr>LLM PER SO ESPERIMENTO 1.0 (SESTA  PRESENTAZIONE)</vt:lpstr>
      <vt:lpstr>Obiettivi</vt:lpstr>
      <vt:lpstr>Rilevazione categorie di fallimento</vt:lpstr>
      <vt:lpstr>Modelli groq</vt:lpstr>
      <vt:lpstr>Dettagli implementativi</vt:lpstr>
      <vt:lpstr>Flusso complessivo di analisi </vt:lpstr>
      <vt:lpstr>Ottimizzazione dei prompt</vt:lpstr>
      <vt:lpstr>Valutazione del giudice</vt:lpstr>
      <vt:lpstr>Diagnosi LLM dettagliate</vt:lpstr>
      <vt:lpstr>Esempio di risultato (dynamic_failure):</vt:lpstr>
      <vt:lpstr>Esempio di risultato (static_failure):</vt:lpstr>
      <vt:lpstr>Esempio di risultato (correct):</vt:lpstr>
      <vt:lpstr>Analisi effettuate</vt:lpstr>
      <vt:lpstr>Distribuzione per failure category</vt:lpstr>
      <vt:lpstr>Dynamic Check Failed - Analisi Output LLM Primario </vt:lpstr>
      <vt:lpstr>Dynamic Check Failed - Analisi Codice LLM Primario </vt:lpstr>
      <vt:lpstr>Static Check Failed - Analisi Output LLM Primario</vt:lpstr>
      <vt:lpstr>Static Check Failed - Analisi Codice LLM Primario</vt:lpstr>
      <vt:lpstr>Corretti- Analisi Output LLM Primario (falsi positivi)</vt:lpstr>
      <vt:lpstr>Corretti- Analisi Codice LLM Primario (falsi positivi)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2026-04-01T10:48:47Z</dcterms:modified>
</cp:coreProperties>
</file>