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29"/>
  </p:notesMasterIdLst>
  <p:sldIdLst>
    <p:sldId id="257" r:id="rId3"/>
    <p:sldId id="258" r:id="rId4"/>
    <p:sldId id="298" r:id="rId5"/>
    <p:sldId id="299" r:id="rId6"/>
    <p:sldId id="300" r:id="rId7"/>
    <p:sldId id="301" r:id="rId8"/>
    <p:sldId id="291" r:id="rId9"/>
    <p:sldId id="302" r:id="rId10"/>
    <p:sldId id="293" r:id="rId11"/>
    <p:sldId id="304" r:id="rId12"/>
    <p:sldId id="294" r:id="rId13"/>
    <p:sldId id="305" r:id="rId14"/>
    <p:sldId id="290" r:id="rId15"/>
    <p:sldId id="306" r:id="rId16"/>
    <p:sldId id="303" r:id="rId17"/>
    <p:sldId id="307" r:id="rId18"/>
    <p:sldId id="266" r:id="rId19"/>
    <p:sldId id="296" r:id="rId20"/>
    <p:sldId id="264" r:id="rId21"/>
    <p:sldId id="278" r:id="rId22"/>
    <p:sldId id="279" r:id="rId23"/>
    <p:sldId id="280" r:id="rId24"/>
    <p:sldId id="281" r:id="rId25"/>
    <p:sldId id="282" r:id="rId26"/>
    <p:sldId id="288" r:id="rId27"/>
    <p:sldId id="292" r:id="rId2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04B085-55C5-45E3-99EA-1932243275A9}" v="80" dt="2026-04-09T10:54:06.669"/>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pc:chgData name="Andrea Esposito" userId="af663d4e0f6c8da9" providerId="LiveId" clId="{262502FB-FC54-43DB-AB78-73175A28E98A}" dt="2026-04-09T10:57:30.105" v="9919" actId="20577"/>
      <pc:docMkLst>
        <pc:docMk/>
      </pc:docMkLst>
      <pc:sldChg chg="modSp mod">
        <pc:chgData name="Andrea Esposito" userId="af663d4e0f6c8da9" providerId="LiveId" clId="{262502FB-FC54-43DB-AB78-73175A28E98A}" dt="2026-04-07T15:02:30.947" v="9121" actId="20577"/>
        <pc:sldMkLst>
          <pc:docMk/>
          <pc:sldMk cId="1263488033" sldId="257"/>
        </pc:sldMkLst>
        <pc:spChg chg="mod">
          <ac:chgData name="Andrea Esposito" userId="af663d4e0f6c8da9" providerId="LiveId" clId="{262502FB-FC54-43DB-AB78-73175A28E98A}" dt="2026-04-05T09:29:35.289" v="7627" actId="20577"/>
          <ac:spMkLst>
            <pc:docMk/>
            <pc:sldMk cId="1263488033" sldId="257"/>
            <ac:spMk id="2" creationId="{36589F58-A08D-CE97-7557-37E4EE640150}"/>
          </ac:spMkLst>
        </pc:spChg>
        <pc:spChg chg="mod">
          <ac:chgData name="Andrea Esposito" userId="af663d4e0f6c8da9" providerId="LiveId" clId="{262502FB-FC54-43DB-AB78-73175A28E98A}" dt="2026-04-07T15:02:30.947" v="9121" actId="20577"/>
          <ac:spMkLst>
            <pc:docMk/>
            <pc:sldMk cId="1263488033" sldId="257"/>
            <ac:spMk id="5" creationId="{5F7A069C-CC32-2115-EB4B-3687677A3594}"/>
          </ac:spMkLst>
        </pc:spChg>
      </pc:sldChg>
      <pc:sldChg chg="addSp modSp mod">
        <pc:chgData name="Andrea Esposito" userId="af663d4e0f6c8da9" providerId="LiveId" clId="{262502FB-FC54-43DB-AB78-73175A28E98A}" dt="2026-04-05T09:36:19.736" v="7775" actId="20577"/>
        <pc:sldMkLst>
          <pc:docMk/>
          <pc:sldMk cId="390661760" sldId="258"/>
        </pc:sldMkLst>
        <pc:spChg chg="mod">
          <ac:chgData name="Andrea Esposito" userId="af663d4e0f6c8da9" providerId="LiveId" clId="{262502FB-FC54-43DB-AB78-73175A28E98A}" dt="2026-04-05T09:35:49.640" v="7773" actId="1076"/>
          <ac:spMkLst>
            <pc:docMk/>
            <pc:sldMk cId="390661760" sldId="258"/>
            <ac:spMk id="2" creationId="{E08E79BD-5D75-CD5F-75E6-EDDA212A34EF}"/>
          </ac:spMkLst>
        </pc:spChg>
        <pc:spChg chg="mod">
          <ac:chgData name="Andrea Esposito" userId="af663d4e0f6c8da9" providerId="LiveId" clId="{262502FB-FC54-43DB-AB78-73175A28E98A}" dt="2026-04-05T09:36:19.736" v="7775" actId="20577"/>
          <ac:spMkLst>
            <pc:docMk/>
            <pc:sldMk cId="390661760" sldId="258"/>
            <ac:spMk id="3" creationId="{71DE7DEB-E78E-8286-14C0-2000608E9251}"/>
          </ac:spMkLst>
        </pc:spChg>
      </pc:sldChg>
      <pc:sldChg chg="modSp mod">
        <pc:chgData name="Andrea Esposito" userId="af663d4e0f6c8da9" providerId="LiveId" clId="{262502FB-FC54-43DB-AB78-73175A28E98A}" dt="2026-04-09T10:52:51.522" v="9905" actId="20577"/>
        <pc:sldMkLst>
          <pc:docMk/>
          <pc:sldMk cId="2218945759" sldId="264"/>
        </pc:sldMkLst>
        <pc:spChg chg="mod">
          <ac:chgData name="Andrea Esposito" userId="af663d4e0f6c8da9" providerId="LiveId" clId="{262502FB-FC54-43DB-AB78-73175A28E98A}" dt="2026-04-09T10:52:51.522" v="9905" actId="20577"/>
          <ac:spMkLst>
            <pc:docMk/>
            <pc:sldMk cId="2218945759" sldId="264"/>
            <ac:spMk id="3" creationId="{FE8E244F-E0E7-6602-DF9C-C278A7003585}"/>
          </ac:spMkLst>
        </pc:spChg>
      </pc:sldChg>
      <pc:sldChg chg="addSp delSp modSp mod">
        <pc:chgData name="Andrea Esposito" userId="af663d4e0f6c8da9" providerId="LiveId" clId="{262502FB-FC54-43DB-AB78-73175A28E98A}" dt="2026-04-08T18:22:53.696" v="9749" actId="14734"/>
        <pc:sldMkLst>
          <pc:docMk/>
          <pc:sldMk cId="2048541978" sldId="266"/>
        </pc:sldMkLst>
        <pc:spChg chg="mod">
          <ac:chgData name="Andrea Esposito" userId="af663d4e0f6c8da9" providerId="LiveId" clId="{262502FB-FC54-43DB-AB78-73175A28E98A}" dt="2026-04-05T09:37:59.913" v="7810" actId="20577"/>
          <ac:spMkLst>
            <pc:docMk/>
            <pc:sldMk cId="2048541978" sldId="266"/>
            <ac:spMk id="2" creationId="{0B4F031E-82FC-0679-8928-A2B3D596E8EF}"/>
          </ac:spMkLst>
        </pc:spChg>
        <pc:spChg chg="add mod">
          <ac:chgData name="Andrea Esposito" userId="af663d4e0f6c8da9" providerId="LiveId" clId="{262502FB-FC54-43DB-AB78-73175A28E98A}" dt="2026-03-24T14:59:15.412" v="1848" actId="478"/>
          <ac:spMkLst>
            <pc:docMk/>
            <pc:sldMk cId="2048541978" sldId="266"/>
            <ac:spMk id="6" creationId="{404B830D-625C-95BA-4E59-9209D975101A}"/>
          </ac:spMkLst>
        </pc:spChg>
        <pc:graphicFrameChg chg="add mod modGraphic">
          <ac:chgData name="Andrea Esposito" userId="af663d4e0f6c8da9" providerId="LiveId" clId="{262502FB-FC54-43DB-AB78-73175A28E98A}" dt="2026-04-08T18:22:53.696" v="9749" actId="14734"/>
          <ac:graphicFrameMkLst>
            <pc:docMk/>
            <pc:sldMk cId="2048541978" sldId="266"/>
            <ac:graphicFrameMk id="7" creationId="{8EEB2D90-DBD3-DCF4-21F8-70E0A0BE085A}"/>
          </ac:graphicFrameMkLst>
        </pc:graphicFrameChg>
      </pc:sldChg>
      <pc:sldChg chg="modSp">
        <pc:chgData name="Andrea Esposito" userId="af663d4e0f6c8da9" providerId="LiveId" clId="{262502FB-FC54-43DB-AB78-73175A28E98A}" dt="2026-04-09T10:53:15.518" v="9906" actId="14826"/>
        <pc:sldMkLst>
          <pc:docMk/>
          <pc:sldMk cId="1842148543" sldId="278"/>
        </pc:sldMkLst>
        <pc:picChg chg="mod">
          <ac:chgData name="Andrea Esposito" userId="af663d4e0f6c8da9" providerId="LiveId" clId="{262502FB-FC54-43DB-AB78-73175A28E98A}" dt="2026-04-09T10:53:15.518" v="9906" actId="14826"/>
          <ac:picMkLst>
            <pc:docMk/>
            <pc:sldMk cId="1842148543" sldId="278"/>
            <ac:picMk id="9" creationId="{CB5E335E-6719-D7FE-7FA8-17807A99FDA2}"/>
          </ac:picMkLst>
        </pc:picChg>
      </pc:sldChg>
      <pc:sldChg chg="modSp mod">
        <pc:chgData name="Andrea Esposito" userId="af663d4e0f6c8da9" providerId="LiveId" clId="{262502FB-FC54-43DB-AB78-73175A28E98A}" dt="2026-04-09T10:53:26.910" v="9907" actId="14826"/>
        <pc:sldMkLst>
          <pc:docMk/>
          <pc:sldMk cId="440999752" sldId="279"/>
        </pc:sldMkLst>
        <pc:spChg chg="mod">
          <ac:chgData name="Andrea Esposito" userId="af663d4e0f6c8da9" providerId="LiveId" clId="{262502FB-FC54-43DB-AB78-73175A28E98A}" dt="2026-04-08T18:08:36.042" v="9721" actId="20577"/>
          <ac:spMkLst>
            <pc:docMk/>
            <pc:sldMk cId="440999752" sldId="279"/>
            <ac:spMk id="2" creationId="{5D3C6E78-26E1-A896-00D8-72642E7B51CB}"/>
          </ac:spMkLst>
        </pc:spChg>
        <pc:picChg chg="mod">
          <ac:chgData name="Andrea Esposito" userId="af663d4e0f6c8da9" providerId="LiveId" clId="{262502FB-FC54-43DB-AB78-73175A28E98A}" dt="2026-04-09T10:53:26.910" v="9907" actId="14826"/>
          <ac:picMkLst>
            <pc:docMk/>
            <pc:sldMk cId="440999752" sldId="279"/>
            <ac:picMk id="5" creationId="{E5947B34-239C-979C-B779-56571887CEE4}"/>
          </ac:picMkLst>
        </pc:picChg>
      </pc:sldChg>
      <pc:sldChg chg="modSp mod">
        <pc:chgData name="Andrea Esposito" userId="af663d4e0f6c8da9" providerId="LiveId" clId="{262502FB-FC54-43DB-AB78-73175A28E98A}" dt="2026-04-09T10:53:35.344" v="9908" actId="14826"/>
        <pc:sldMkLst>
          <pc:docMk/>
          <pc:sldMk cId="1110123291" sldId="280"/>
        </pc:sldMkLst>
        <pc:spChg chg="mod">
          <ac:chgData name="Andrea Esposito" userId="af663d4e0f6c8da9" providerId="LiveId" clId="{262502FB-FC54-43DB-AB78-73175A28E98A}" dt="2026-04-08T18:08:26.989" v="9714" actId="20577"/>
          <ac:spMkLst>
            <pc:docMk/>
            <pc:sldMk cId="1110123291" sldId="280"/>
            <ac:spMk id="2" creationId="{55FC346D-60A1-0A4E-4785-3DF47D6A577B}"/>
          </ac:spMkLst>
        </pc:spChg>
        <pc:picChg chg="mod">
          <ac:chgData name="Andrea Esposito" userId="af663d4e0f6c8da9" providerId="LiveId" clId="{262502FB-FC54-43DB-AB78-73175A28E98A}" dt="2026-04-09T10:53:35.344" v="9908" actId="14826"/>
          <ac:picMkLst>
            <pc:docMk/>
            <pc:sldMk cId="1110123291" sldId="280"/>
            <ac:picMk id="8" creationId="{67C966C0-469A-C4F3-4E73-47707D821D59}"/>
          </ac:picMkLst>
        </pc:picChg>
      </pc:sldChg>
      <pc:sldChg chg="modSp mod">
        <pc:chgData name="Andrea Esposito" userId="af663d4e0f6c8da9" providerId="LiveId" clId="{262502FB-FC54-43DB-AB78-73175A28E98A}" dt="2026-04-09T10:53:42.925" v="9909" actId="14826"/>
        <pc:sldMkLst>
          <pc:docMk/>
          <pc:sldMk cId="4184518395" sldId="281"/>
        </pc:sldMkLst>
        <pc:spChg chg="mod">
          <ac:chgData name="Andrea Esposito" userId="af663d4e0f6c8da9" providerId="LiveId" clId="{262502FB-FC54-43DB-AB78-73175A28E98A}" dt="2026-04-08T18:09:13.913" v="9728" actId="20577"/>
          <ac:spMkLst>
            <pc:docMk/>
            <pc:sldMk cId="4184518395" sldId="281"/>
            <ac:spMk id="2" creationId="{648E4098-A90E-7297-148B-44D46EA7E70A}"/>
          </ac:spMkLst>
        </pc:spChg>
        <pc:picChg chg="mod">
          <ac:chgData name="Andrea Esposito" userId="af663d4e0f6c8da9" providerId="LiveId" clId="{262502FB-FC54-43DB-AB78-73175A28E98A}" dt="2026-04-09T10:53:42.925" v="9909" actId="14826"/>
          <ac:picMkLst>
            <pc:docMk/>
            <pc:sldMk cId="4184518395" sldId="281"/>
            <ac:picMk id="10" creationId="{63341522-CA2C-E841-596E-8D8409E83AF8}"/>
          </ac:picMkLst>
        </pc:picChg>
      </pc:sldChg>
      <pc:sldChg chg="modSp mod">
        <pc:chgData name="Andrea Esposito" userId="af663d4e0f6c8da9" providerId="LiveId" clId="{262502FB-FC54-43DB-AB78-73175A28E98A}" dt="2026-04-09T10:53:52.016" v="9910" actId="14826"/>
        <pc:sldMkLst>
          <pc:docMk/>
          <pc:sldMk cId="1134298706" sldId="282"/>
        </pc:sldMkLst>
        <pc:spChg chg="mod">
          <ac:chgData name="Andrea Esposito" userId="af663d4e0f6c8da9" providerId="LiveId" clId="{262502FB-FC54-43DB-AB78-73175A28E98A}" dt="2026-04-08T18:09:32.778" v="9732" actId="20577"/>
          <ac:spMkLst>
            <pc:docMk/>
            <pc:sldMk cId="1134298706" sldId="282"/>
            <ac:spMk id="2" creationId="{5624EFCC-81B2-8263-6C91-786C4A2FA3BF}"/>
          </ac:spMkLst>
        </pc:spChg>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picChg chg="mod modCrop">
          <ac:chgData name="Andrea Esposito" userId="af663d4e0f6c8da9" providerId="LiveId" clId="{262502FB-FC54-43DB-AB78-73175A28E98A}" dt="2026-04-09T10:53:52.016" v="9910" actId="14826"/>
          <ac:picMkLst>
            <pc:docMk/>
            <pc:sldMk cId="1134298706" sldId="282"/>
            <ac:picMk id="5" creationId="{18C5EB5E-FF25-E72D-9CB1-FCD0EF7FE3F3}"/>
          </ac:picMkLst>
        </pc:picChg>
      </pc:sldChg>
      <pc:sldChg chg="modSp mod">
        <pc:chgData name="Andrea Esposito" userId="af663d4e0f6c8da9" providerId="LiveId" clId="{262502FB-FC54-43DB-AB78-73175A28E98A}" dt="2026-04-09T10:53:59.379" v="9911" actId="14826"/>
        <pc:sldMkLst>
          <pc:docMk/>
          <pc:sldMk cId="2485517940" sldId="288"/>
        </pc:sldMkLst>
        <pc:picChg chg="mod">
          <ac:chgData name="Andrea Esposito" userId="af663d4e0f6c8da9" providerId="LiveId" clId="{262502FB-FC54-43DB-AB78-73175A28E98A}" dt="2026-04-09T10:53:59.379" v="9911" actId="14826"/>
          <ac:picMkLst>
            <pc:docMk/>
            <pc:sldMk cId="2485517940" sldId="288"/>
            <ac:picMk id="10" creationId="{08A9A256-706C-A8C7-C2E2-0279C8FE242F}"/>
          </ac:picMkLst>
        </pc:picChg>
      </pc:sldChg>
      <pc:sldChg chg="addSp delSp modSp mod">
        <pc:chgData name="Andrea Esposito" userId="af663d4e0f6c8da9" providerId="LiveId" clId="{262502FB-FC54-43DB-AB78-73175A28E98A}" dt="2026-04-08T18:20:17.985" v="9741" actId="20577"/>
        <pc:sldMkLst>
          <pc:docMk/>
          <pc:sldMk cId="1859672819" sldId="290"/>
        </pc:sldMkLst>
        <pc:spChg chg="mod">
          <ac:chgData name="Andrea Esposito" userId="af663d4e0f6c8da9" providerId="LiveId" clId="{262502FB-FC54-43DB-AB78-73175A28E98A}" dt="2026-04-05T09:37:39.227" v="7802" actId="20577"/>
          <ac:spMkLst>
            <pc:docMk/>
            <pc:sldMk cId="1859672819" sldId="290"/>
            <ac:spMk id="2" creationId="{C7A82174-2BC6-4711-ECE3-E184A2217832}"/>
          </ac:spMkLst>
        </pc:spChg>
        <pc:spChg chg="add mod">
          <ac:chgData name="Andrea Esposito" userId="af663d4e0f6c8da9" providerId="LiveId" clId="{262502FB-FC54-43DB-AB78-73175A28E98A}" dt="2026-03-24T14:59:03.431" v="1846" actId="478"/>
          <ac:spMkLst>
            <pc:docMk/>
            <pc:sldMk cId="1859672819" sldId="290"/>
            <ac:spMk id="6" creationId="{E385A74B-CDC7-14D4-0195-9EEFF851E095}"/>
          </ac:spMkLst>
        </pc:spChg>
        <pc:graphicFrameChg chg="add mod modGraphic">
          <ac:chgData name="Andrea Esposito" userId="af663d4e0f6c8da9" providerId="LiveId" clId="{262502FB-FC54-43DB-AB78-73175A28E98A}" dt="2026-04-08T18:20:17.985" v="9741" actId="20577"/>
          <ac:graphicFrameMkLst>
            <pc:docMk/>
            <pc:sldMk cId="1859672819" sldId="290"/>
            <ac:graphicFrameMk id="7" creationId="{2B3CE455-6D85-5F26-30CC-C171468E9C6B}"/>
          </ac:graphicFrameMkLst>
        </pc:graphicFrameChg>
      </pc:sldChg>
      <pc:sldChg chg="modSp mod">
        <pc:chgData name="Andrea Esposito" userId="af663d4e0f6c8da9" providerId="LiveId" clId="{262502FB-FC54-43DB-AB78-73175A28E98A}" dt="2026-04-09T10:57:30.105" v="9919" actId="20577"/>
        <pc:sldMkLst>
          <pc:docMk/>
          <pc:sldMk cId="973273143" sldId="291"/>
        </pc:sldMkLst>
        <pc:spChg chg="mod">
          <ac:chgData name="Andrea Esposito" userId="af663d4e0f6c8da9" providerId="LiveId" clId="{262502FB-FC54-43DB-AB78-73175A28E98A}" dt="2026-04-09T10:57:30.105" v="9919" actId="20577"/>
          <ac:spMkLst>
            <pc:docMk/>
            <pc:sldMk cId="973273143" sldId="291"/>
            <ac:spMk id="2" creationId="{CB668281-11BF-8A9C-3B45-78C9C40BB21C}"/>
          </ac:spMkLst>
        </pc:spChg>
        <pc:graphicFrameChg chg="mod modGraphic">
          <ac:chgData name="Andrea Esposito" userId="af663d4e0f6c8da9" providerId="LiveId" clId="{262502FB-FC54-43DB-AB78-73175A28E98A}" dt="2026-04-08T15:31:52.612" v="9676" actId="14100"/>
          <ac:graphicFrameMkLst>
            <pc:docMk/>
            <pc:sldMk cId="973273143" sldId="291"/>
            <ac:graphicFrameMk id="4" creationId="{468B4035-F845-23A0-DDD8-22E4A0A1095B}"/>
          </ac:graphicFrameMkLst>
        </pc:graphicFrameChg>
      </pc:sldChg>
      <pc:sldChg chg="modSp mod">
        <pc:chgData name="Andrea Esposito" userId="af663d4e0f6c8da9" providerId="LiveId" clId="{262502FB-FC54-43DB-AB78-73175A28E98A}" dt="2026-04-09T10:54:06.667" v="9912" actId="14826"/>
        <pc:sldMkLst>
          <pc:docMk/>
          <pc:sldMk cId="3069440379" sldId="292"/>
        </pc:sldMkLst>
        <pc:picChg chg="mod">
          <ac:chgData name="Andrea Esposito" userId="af663d4e0f6c8da9" providerId="LiveId" clId="{262502FB-FC54-43DB-AB78-73175A28E98A}" dt="2026-04-09T10:54:06.667" v="9912" actId="14826"/>
          <ac:picMkLst>
            <pc:docMk/>
            <pc:sldMk cId="3069440379" sldId="292"/>
            <ac:picMk id="10" creationId="{08A9A256-706C-A8C7-C2E2-0279C8FE242F}"/>
          </ac:picMkLst>
        </pc:picChg>
      </pc:sldChg>
      <pc:sldChg chg="modSp add mod">
        <pc:chgData name="Andrea Esposito" userId="af663d4e0f6c8da9" providerId="LiveId" clId="{262502FB-FC54-43DB-AB78-73175A28E98A}" dt="2026-04-08T18:26:02.749" v="9751" actId="20577"/>
        <pc:sldMkLst>
          <pc:docMk/>
          <pc:sldMk cId="3166441129" sldId="293"/>
        </pc:sldMkLst>
        <pc:spChg chg="mod">
          <ac:chgData name="Andrea Esposito" userId="af663d4e0f6c8da9" providerId="LiveId" clId="{262502FB-FC54-43DB-AB78-73175A28E98A}" dt="2026-04-05T09:37:16.019" v="7788" actId="20577"/>
          <ac:spMkLst>
            <pc:docMk/>
            <pc:sldMk cId="3166441129" sldId="293"/>
            <ac:spMk id="2" creationId="{617C8136-7850-538E-9883-B67BE912C6DD}"/>
          </ac:spMkLst>
        </pc:spChg>
        <pc:graphicFrameChg chg="mod modGraphic">
          <ac:chgData name="Andrea Esposito" userId="af663d4e0f6c8da9" providerId="LiveId" clId="{262502FB-FC54-43DB-AB78-73175A28E98A}" dt="2026-04-08T18:26:02.749" v="9751" actId="20577"/>
          <ac:graphicFrameMkLst>
            <pc:docMk/>
            <pc:sldMk cId="3166441129" sldId="293"/>
            <ac:graphicFrameMk id="4" creationId="{BAD857C0-E0F1-F1CC-B2D0-DEBF4FD6D95E}"/>
          </ac:graphicFrameMkLst>
        </pc:graphicFrameChg>
      </pc:sldChg>
      <pc:sldChg chg="modSp add mod">
        <pc:chgData name="Andrea Esposito" userId="af663d4e0f6c8da9" providerId="LiveId" clId="{262502FB-FC54-43DB-AB78-73175A28E98A}" dt="2026-04-07T17:54:38.572" v="9473" actId="20577"/>
        <pc:sldMkLst>
          <pc:docMk/>
          <pc:sldMk cId="1732830762" sldId="294"/>
        </pc:sldMkLst>
        <pc:spChg chg="mod">
          <ac:chgData name="Andrea Esposito" userId="af663d4e0f6c8da9" providerId="LiveId" clId="{262502FB-FC54-43DB-AB78-73175A28E98A}" dt="2026-04-05T09:37:28.970" v="7796" actId="20577"/>
          <ac:spMkLst>
            <pc:docMk/>
            <pc:sldMk cId="1732830762" sldId="294"/>
            <ac:spMk id="2" creationId="{99B38EA8-579E-4AA7-E6FA-94B058B2F8D2}"/>
          </ac:spMkLst>
        </pc:spChg>
        <pc:graphicFrameChg chg="mod modGraphic">
          <ac:chgData name="Andrea Esposito" userId="af663d4e0f6c8da9" providerId="LiveId" clId="{262502FB-FC54-43DB-AB78-73175A28E98A}" dt="2026-04-07T17:54:38.572" v="9473" actId="20577"/>
          <ac:graphicFrameMkLst>
            <pc:docMk/>
            <pc:sldMk cId="1732830762" sldId="294"/>
            <ac:graphicFrameMk id="4" creationId="{E714E8BE-2491-2F5D-B265-04307E481D6B}"/>
          </ac:graphicFrameMkLst>
        </pc:graphicFrameChg>
      </pc:sldChg>
      <pc:sldChg chg="modSp add mod">
        <pc:chgData name="Andrea Esposito" userId="af663d4e0f6c8da9" providerId="LiveId" clId="{262502FB-FC54-43DB-AB78-73175A28E98A}" dt="2026-04-08T18:22:46.960" v="9748" actId="14734"/>
        <pc:sldMkLst>
          <pc:docMk/>
          <pc:sldMk cId="3051422875" sldId="296"/>
        </pc:sldMkLst>
        <pc:spChg chg="mod">
          <ac:chgData name="Andrea Esposito" userId="af663d4e0f6c8da9" providerId="LiveId" clId="{262502FB-FC54-43DB-AB78-73175A28E98A}" dt="2026-04-05T09:38:04.922" v="7814" actId="20577"/>
          <ac:spMkLst>
            <pc:docMk/>
            <pc:sldMk cId="3051422875" sldId="296"/>
            <ac:spMk id="2" creationId="{3A54BE1A-5888-8FED-CB3F-20A0A69ACC4A}"/>
          </ac:spMkLst>
        </pc:spChg>
        <pc:graphicFrameChg chg="mod modGraphic">
          <ac:chgData name="Andrea Esposito" userId="af663d4e0f6c8da9" providerId="LiveId" clId="{262502FB-FC54-43DB-AB78-73175A28E98A}" dt="2026-04-08T18:22:46.960" v="9748" actId="14734"/>
          <ac:graphicFrameMkLst>
            <pc:docMk/>
            <pc:sldMk cId="3051422875" sldId="296"/>
            <ac:graphicFrameMk id="7" creationId="{12338DEC-A478-7C91-F81B-AAF5605EFCB4}"/>
          </ac:graphicFrameMkLst>
        </pc:graphicFrameChg>
      </pc:sldChg>
      <pc:sldChg chg="modSp new mod">
        <pc:chgData name="Andrea Esposito" userId="af663d4e0f6c8da9" providerId="LiveId" clId="{262502FB-FC54-43DB-AB78-73175A28E98A}" dt="2026-04-05T10:41:09.475" v="8553" actId="20577"/>
        <pc:sldMkLst>
          <pc:docMk/>
          <pc:sldMk cId="3322410183" sldId="298"/>
        </pc:sldMkLst>
        <pc:spChg chg="mod">
          <ac:chgData name="Andrea Esposito" userId="af663d4e0f6c8da9" providerId="LiveId" clId="{262502FB-FC54-43DB-AB78-73175A28E98A}" dt="2026-04-05T10:36:40.221" v="8465" actId="313"/>
          <ac:spMkLst>
            <pc:docMk/>
            <pc:sldMk cId="3322410183" sldId="298"/>
            <ac:spMk id="2" creationId="{8272D20E-B525-19D5-E89C-54F04CE7ECBD}"/>
          </ac:spMkLst>
        </pc:spChg>
        <pc:spChg chg="mod">
          <ac:chgData name="Andrea Esposito" userId="af663d4e0f6c8da9" providerId="LiveId" clId="{262502FB-FC54-43DB-AB78-73175A28E98A}" dt="2026-04-05T10:41:09.475" v="8553" actId="20577"/>
          <ac:spMkLst>
            <pc:docMk/>
            <pc:sldMk cId="3322410183" sldId="298"/>
            <ac:spMk id="3" creationId="{E041C148-818A-D7D0-B2F4-39E44FF8C26F}"/>
          </ac:spMkLst>
        </pc:spChg>
      </pc:sldChg>
      <pc:sldChg chg="modSp new mod">
        <pc:chgData name="Andrea Esposito" userId="af663d4e0f6c8da9" providerId="LiveId" clId="{262502FB-FC54-43DB-AB78-73175A28E98A}" dt="2026-04-05T10:47:26.316" v="8716" actId="255"/>
        <pc:sldMkLst>
          <pc:docMk/>
          <pc:sldMk cId="3186995597" sldId="299"/>
        </pc:sldMkLst>
        <pc:spChg chg="mod">
          <ac:chgData name="Andrea Esposito" userId="af663d4e0f6c8da9" providerId="LiveId" clId="{262502FB-FC54-43DB-AB78-73175A28E98A}" dt="2026-04-05T10:43:55.344" v="8601" actId="20577"/>
          <ac:spMkLst>
            <pc:docMk/>
            <pc:sldMk cId="3186995597" sldId="299"/>
            <ac:spMk id="2" creationId="{83CC758E-332D-5306-DF0C-683BB284610C}"/>
          </ac:spMkLst>
        </pc:spChg>
        <pc:spChg chg="mod">
          <ac:chgData name="Andrea Esposito" userId="af663d4e0f6c8da9" providerId="LiveId" clId="{262502FB-FC54-43DB-AB78-73175A28E98A}" dt="2026-04-05T10:47:26.316" v="8716" actId="255"/>
          <ac:spMkLst>
            <pc:docMk/>
            <pc:sldMk cId="3186995597" sldId="299"/>
            <ac:spMk id="3" creationId="{05677503-15D1-DE3E-E075-5DF3AC9EDD27}"/>
          </ac:spMkLst>
        </pc:spChg>
      </pc:sldChg>
      <pc:sldChg chg="modSp new mod">
        <pc:chgData name="Andrea Esposito" userId="af663d4e0f6c8da9" providerId="LiveId" clId="{262502FB-FC54-43DB-AB78-73175A28E98A}" dt="2026-04-08T18:13:17.846" v="9736" actId="20577"/>
        <pc:sldMkLst>
          <pc:docMk/>
          <pc:sldMk cId="2722194330" sldId="300"/>
        </pc:sldMkLst>
        <pc:spChg chg="mod">
          <ac:chgData name="Andrea Esposito" userId="af663d4e0f6c8da9" providerId="LiveId" clId="{262502FB-FC54-43DB-AB78-73175A28E98A}" dt="2026-04-05T09:40:12.502" v="7935" actId="20577"/>
          <ac:spMkLst>
            <pc:docMk/>
            <pc:sldMk cId="2722194330" sldId="300"/>
            <ac:spMk id="2" creationId="{375D85C4-FE6D-D62C-B657-2692E283A005}"/>
          </ac:spMkLst>
        </pc:spChg>
        <pc:spChg chg="mod">
          <ac:chgData name="Andrea Esposito" userId="af663d4e0f6c8da9" providerId="LiveId" clId="{262502FB-FC54-43DB-AB78-73175A28E98A}" dt="2026-04-08T18:13:17.846" v="9736" actId="20577"/>
          <ac:spMkLst>
            <pc:docMk/>
            <pc:sldMk cId="2722194330" sldId="300"/>
            <ac:spMk id="3" creationId="{DC1CE404-5361-6C56-EAFC-1772F4336C38}"/>
          </ac:spMkLst>
        </pc:spChg>
      </pc:sldChg>
      <pc:sldChg chg="modSp new mod">
        <pc:chgData name="Andrea Esposito" userId="af663d4e0f6c8da9" providerId="LiveId" clId="{262502FB-FC54-43DB-AB78-73175A28E98A}" dt="2026-04-08T18:14:34.945" v="9737" actId="20577"/>
        <pc:sldMkLst>
          <pc:docMk/>
          <pc:sldMk cId="2385324269" sldId="301"/>
        </pc:sldMkLst>
        <pc:spChg chg="mod">
          <ac:chgData name="Andrea Esposito" userId="af663d4e0f6c8da9" providerId="LiveId" clId="{262502FB-FC54-43DB-AB78-73175A28E98A}" dt="2026-04-05T10:55:43.448" v="8831" actId="14100"/>
          <ac:spMkLst>
            <pc:docMk/>
            <pc:sldMk cId="2385324269" sldId="301"/>
            <ac:spMk id="2" creationId="{B45A3086-33B8-819C-F9FB-B4C2B68AEA54}"/>
          </ac:spMkLst>
        </pc:spChg>
        <pc:spChg chg="mod">
          <ac:chgData name="Andrea Esposito" userId="af663d4e0f6c8da9" providerId="LiveId" clId="{262502FB-FC54-43DB-AB78-73175A28E98A}" dt="2026-04-08T18:14:34.945" v="9737" actId="20577"/>
          <ac:spMkLst>
            <pc:docMk/>
            <pc:sldMk cId="2385324269" sldId="301"/>
            <ac:spMk id="3" creationId="{D1EADC77-FE50-2CFF-51CB-F7DC5CBC3913}"/>
          </ac:spMkLst>
        </pc:spChg>
      </pc:sldChg>
      <pc:sldChg chg="addSp delSp modSp new mod setBg">
        <pc:chgData name="Andrea Esposito" userId="af663d4e0f6c8da9" providerId="LiveId" clId="{262502FB-FC54-43DB-AB78-73175A28E98A}" dt="2026-04-08T15:32:25.378" v="9682" actId="14100"/>
        <pc:sldMkLst>
          <pc:docMk/>
          <pc:sldMk cId="294492348" sldId="302"/>
        </pc:sldMkLst>
        <pc:spChg chg="add del mod">
          <ac:chgData name="Andrea Esposito" userId="af663d4e0f6c8da9" providerId="LiveId" clId="{262502FB-FC54-43DB-AB78-73175A28E98A}" dt="2026-04-07T17:40:23.094" v="9440" actId="14100"/>
          <ac:spMkLst>
            <pc:docMk/>
            <pc:sldMk cId="294492348" sldId="302"/>
            <ac:spMk id="2" creationId="{6C3677C3-BEEF-8C67-C2D3-36C8217D0843}"/>
          </ac:spMkLst>
        </pc:spChg>
        <pc:spChg chg="mod ord">
          <ac:chgData name="Andrea Esposito" userId="af663d4e0f6c8da9" providerId="LiveId" clId="{262502FB-FC54-43DB-AB78-73175A28E98A}" dt="2026-04-07T17:39:44.536" v="9430" actId="113"/>
          <ac:spMkLst>
            <pc:docMk/>
            <pc:sldMk cId="294492348" sldId="302"/>
            <ac:spMk id="3" creationId="{4F9952CD-2A41-1750-D645-C52838ACEFAF}"/>
          </ac:spMkLst>
        </pc:spChg>
        <pc:spChg chg="add mod">
          <ac:chgData name="Andrea Esposito" userId="af663d4e0f6c8da9" providerId="LiveId" clId="{262502FB-FC54-43DB-AB78-73175A28E98A}" dt="2026-04-07T17:40:14.497" v="9438" actId="1076"/>
          <ac:spMkLst>
            <pc:docMk/>
            <pc:sldMk cId="294492348" sldId="302"/>
            <ac:spMk id="12" creationId="{D50FAB70-2F74-68C1-6AD7-7C6042624D47}"/>
          </ac:spMkLst>
        </pc:spChg>
        <pc:spChg chg="add mod">
          <ac:chgData name="Andrea Esposito" userId="af663d4e0f6c8da9" providerId="LiveId" clId="{262502FB-FC54-43DB-AB78-73175A28E98A}" dt="2026-04-07T17:39:19.334" v="9429"/>
          <ac:spMkLst>
            <pc:docMk/>
            <pc:sldMk cId="294492348" sldId="302"/>
            <ac:spMk id="14" creationId="{E2498DCC-5BB4-93C8-E4E2-C7D5FD4F7956}"/>
          </ac:spMkLst>
        </pc:spChg>
        <pc:picChg chg="add mod ord modCrop">
          <ac:chgData name="Andrea Esposito" userId="af663d4e0f6c8da9" providerId="LiveId" clId="{262502FB-FC54-43DB-AB78-73175A28E98A}" dt="2026-04-08T15:32:25.378" v="9682" actId="14100"/>
          <ac:picMkLst>
            <pc:docMk/>
            <pc:sldMk cId="294492348" sldId="302"/>
            <ac:picMk id="9" creationId="{5DE53024-6082-9AB1-38A7-EC5E0A7C6D11}"/>
          </ac:picMkLst>
        </pc:picChg>
        <pc:picChg chg="add mod ord modCrop">
          <ac:chgData name="Andrea Esposito" userId="af663d4e0f6c8da9" providerId="LiveId" clId="{262502FB-FC54-43DB-AB78-73175A28E98A}" dt="2026-04-08T15:32:23.426" v="9680" actId="1076"/>
          <ac:picMkLst>
            <pc:docMk/>
            <pc:sldMk cId="294492348" sldId="302"/>
            <ac:picMk id="11" creationId="{27C5BEA9-60EC-64C4-CDFB-7C041C5063F2}"/>
          </ac:picMkLst>
        </pc:picChg>
      </pc:sldChg>
      <pc:sldChg chg="modSp add mod">
        <pc:chgData name="Andrea Esposito" userId="af663d4e0f6c8da9" providerId="LiveId" clId="{262502FB-FC54-43DB-AB78-73175A28E98A}" dt="2026-04-08T18:24:10.550" v="9750"/>
        <pc:sldMkLst>
          <pc:docMk/>
          <pc:sldMk cId="2002188415" sldId="303"/>
        </pc:sldMkLst>
        <pc:spChg chg="mod">
          <ac:chgData name="Andrea Esposito" userId="af663d4e0f6c8da9" providerId="LiveId" clId="{262502FB-FC54-43DB-AB78-73175A28E98A}" dt="2026-04-07T18:10:52.144" v="9543" actId="20577"/>
          <ac:spMkLst>
            <pc:docMk/>
            <pc:sldMk cId="2002188415" sldId="303"/>
            <ac:spMk id="2" creationId="{897CBD4A-9212-EF53-503A-608BD34B41EE}"/>
          </ac:spMkLst>
        </pc:spChg>
        <pc:graphicFrameChg chg="mod modGraphic">
          <ac:chgData name="Andrea Esposito" userId="af663d4e0f6c8da9" providerId="LiveId" clId="{262502FB-FC54-43DB-AB78-73175A28E98A}" dt="2026-04-08T18:24:10.550" v="9750"/>
          <ac:graphicFrameMkLst>
            <pc:docMk/>
            <pc:sldMk cId="2002188415" sldId="303"/>
            <ac:graphicFrameMk id="7" creationId="{57C4ABDE-AF48-40F3-BA88-5ADE0DC53217}"/>
          </ac:graphicFrameMkLst>
        </pc:graphicFrameChg>
      </pc:sldChg>
      <pc:sldChg chg="addSp delSp modSp new mod setBg">
        <pc:chgData name="Andrea Esposito" userId="af663d4e0f6c8da9" providerId="LiveId" clId="{262502FB-FC54-43DB-AB78-73175A28E98A}" dt="2026-04-08T18:30:29.160" v="9798" actId="1076"/>
        <pc:sldMkLst>
          <pc:docMk/>
          <pc:sldMk cId="2632233888" sldId="304"/>
        </pc:sldMkLst>
        <pc:spChg chg="mod">
          <ac:chgData name="Andrea Esposito" userId="af663d4e0f6c8da9" providerId="LiveId" clId="{262502FB-FC54-43DB-AB78-73175A28E98A}" dt="2026-04-08T18:30:29.160" v="9798" actId="1076"/>
          <ac:spMkLst>
            <pc:docMk/>
            <pc:sldMk cId="2632233888" sldId="304"/>
            <ac:spMk id="2" creationId="{E152B0F8-B01F-6751-2EBC-D76E5CD895CC}"/>
          </ac:spMkLst>
        </pc:spChg>
        <pc:spChg chg="del">
          <ac:chgData name="Andrea Esposito" userId="af663d4e0f6c8da9" providerId="LiveId" clId="{262502FB-FC54-43DB-AB78-73175A28E98A}" dt="2026-04-08T18:29:10.768" v="9784" actId="478"/>
          <ac:spMkLst>
            <pc:docMk/>
            <pc:sldMk cId="2632233888" sldId="304"/>
            <ac:spMk id="3" creationId="{4C922A5F-C7A3-EAE4-BF65-581AE24D9274}"/>
          </ac:spMkLst>
        </pc:spChg>
        <pc:spChg chg="add mod">
          <ac:chgData name="Andrea Esposito" userId="af663d4e0f6c8da9" providerId="LiveId" clId="{262502FB-FC54-43DB-AB78-73175A28E98A}" dt="2026-04-08T18:30:22.524" v="9797" actId="1076"/>
          <ac:spMkLst>
            <pc:docMk/>
            <pc:sldMk cId="2632233888" sldId="304"/>
            <ac:spMk id="6" creationId="{AAD858A1-445A-570F-7B51-C517E8715751}"/>
          </ac:spMkLst>
        </pc:spChg>
        <pc:picChg chg="add mod ord">
          <ac:chgData name="Andrea Esposito" userId="af663d4e0f6c8da9" providerId="LiveId" clId="{262502FB-FC54-43DB-AB78-73175A28E98A}" dt="2026-04-08T18:29:18.971" v="9785" actId="26606"/>
          <ac:picMkLst>
            <pc:docMk/>
            <pc:sldMk cId="2632233888" sldId="304"/>
            <ac:picMk id="5" creationId="{2CFCFCB8-C081-DD68-81CF-603440172FAF}"/>
          </ac:picMkLst>
        </pc:picChg>
      </pc:sldChg>
      <pc:sldChg chg="addSp delSp modSp new mod setBg">
        <pc:chgData name="Andrea Esposito" userId="af663d4e0f6c8da9" providerId="LiveId" clId="{262502FB-FC54-43DB-AB78-73175A28E98A}" dt="2026-04-08T18:34:36.485" v="9834" actId="20577"/>
        <pc:sldMkLst>
          <pc:docMk/>
          <pc:sldMk cId="1270572289" sldId="305"/>
        </pc:sldMkLst>
        <pc:spChg chg="mod">
          <ac:chgData name="Andrea Esposito" userId="af663d4e0f6c8da9" providerId="LiveId" clId="{262502FB-FC54-43DB-AB78-73175A28E98A}" dt="2026-04-08T18:34:32.654" v="9833" actId="26606"/>
          <ac:spMkLst>
            <pc:docMk/>
            <pc:sldMk cId="1270572289" sldId="305"/>
            <ac:spMk id="2" creationId="{3B0EC0E2-A413-9ABB-7687-0726DC3A8A3B}"/>
          </ac:spMkLst>
        </pc:spChg>
        <pc:spChg chg="del">
          <ac:chgData name="Andrea Esposito" userId="af663d4e0f6c8da9" providerId="LiveId" clId="{262502FB-FC54-43DB-AB78-73175A28E98A}" dt="2026-04-08T18:33:18.730" v="9800" actId="22"/>
          <ac:spMkLst>
            <pc:docMk/>
            <pc:sldMk cId="1270572289" sldId="305"/>
            <ac:spMk id="3" creationId="{344D39F9-6C9E-2D31-EC8E-ED4D3DC964A0}"/>
          </ac:spMkLst>
        </pc:spChg>
        <pc:spChg chg="add del mod">
          <ac:chgData name="Andrea Esposito" userId="af663d4e0f6c8da9" providerId="LiveId" clId="{262502FB-FC54-43DB-AB78-73175A28E98A}" dt="2026-04-08T18:33:53.804" v="9830"/>
          <ac:spMkLst>
            <pc:docMk/>
            <pc:sldMk cId="1270572289" sldId="305"/>
            <ac:spMk id="6" creationId="{5BE541E0-75BF-2496-7B3E-F2287013E923}"/>
          </ac:spMkLst>
        </pc:spChg>
        <pc:spChg chg="add mod">
          <ac:chgData name="Andrea Esposito" userId="af663d4e0f6c8da9" providerId="LiveId" clId="{262502FB-FC54-43DB-AB78-73175A28E98A}" dt="2026-04-08T18:34:36.485" v="9834" actId="20577"/>
          <ac:spMkLst>
            <pc:docMk/>
            <pc:sldMk cId="1270572289" sldId="305"/>
            <ac:spMk id="7" creationId="{52C53D47-946E-6AA3-508E-3415D4806054}"/>
          </ac:spMkLst>
        </pc:spChg>
        <pc:spChg chg="add">
          <ac:chgData name="Andrea Esposito" userId="af663d4e0f6c8da9" providerId="LiveId" clId="{262502FB-FC54-43DB-AB78-73175A28E98A}" dt="2026-04-08T18:34:32.654" v="9833" actId="26606"/>
          <ac:spMkLst>
            <pc:docMk/>
            <pc:sldMk cId="1270572289" sldId="305"/>
            <ac:spMk id="12" creationId="{DC111578-7105-4228-B481-A1CA45D1888E}"/>
          </ac:spMkLst>
        </pc:spChg>
        <pc:picChg chg="add mod ord">
          <ac:chgData name="Andrea Esposito" userId="af663d4e0f6c8da9" providerId="LiveId" clId="{262502FB-FC54-43DB-AB78-73175A28E98A}" dt="2026-04-08T18:34:32.654" v="9833" actId="26606"/>
          <ac:picMkLst>
            <pc:docMk/>
            <pc:sldMk cId="1270572289" sldId="305"/>
            <ac:picMk id="5" creationId="{F36C790E-BF8A-7FB2-E247-1B7602F9C527}"/>
          </ac:picMkLst>
        </pc:picChg>
      </pc:sldChg>
      <pc:sldChg chg="addSp modSp new mod setBg">
        <pc:chgData name="Andrea Esposito" userId="af663d4e0f6c8da9" providerId="LiveId" clId="{262502FB-FC54-43DB-AB78-73175A28E98A}" dt="2026-04-08T18:38:43.987" v="9869" actId="732"/>
        <pc:sldMkLst>
          <pc:docMk/>
          <pc:sldMk cId="1595459850" sldId="306"/>
        </pc:sldMkLst>
        <pc:spChg chg="mod">
          <ac:chgData name="Andrea Esposito" userId="af663d4e0f6c8da9" providerId="LiveId" clId="{262502FB-FC54-43DB-AB78-73175A28E98A}" dt="2026-04-08T18:38:34.631" v="9868" actId="26606"/>
          <ac:spMkLst>
            <pc:docMk/>
            <pc:sldMk cId="1595459850" sldId="306"/>
            <ac:spMk id="2" creationId="{E7D2D1D3-B9B9-6C9D-9212-947804222EA6}"/>
          </ac:spMkLst>
        </pc:spChg>
        <pc:spChg chg="mod ord">
          <ac:chgData name="Andrea Esposito" userId="af663d4e0f6c8da9" providerId="LiveId" clId="{262502FB-FC54-43DB-AB78-73175A28E98A}" dt="2026-04-08T18:38:34.631" v="9868" actId="26606"/>
          <ac:spMkLst>
            <pc:docMk/>
            <pc:sldMk cId="1595459850" sldId="306"/>
            <ac:spMk id="3" creationId="{59B100AF-E6AD-C696-49F7-BE0B71FFFFA7}"/>
          </ac:spMkLst>
        </pc:spChg>
        <pc:spChg chg="add">
          <ac:chgData name="Andrea Esposito" userId="af663d4e0f6c8da9" providerId="LiveId" clId="{262502FB-FC54-43DB-AB78-73175A28E98A}" dt="2026-04-08T18:38:34.631" v="9868" actId="26606"/>
          <ac:spMkLst>
            <pc:docMk/>
            <pc:sldMk cId="1595459850" sldId="306"/>
            <ac:spMk id="10" creationId="{DC111578-7105-4228-B481-A1CA45D1888E}"/>
          </ac:spMkLst>
        </pc:spChg>
        <pc:picChg chg="add mod modCrop">
          <ac:chgData name="Andrea Esposito" userId="af663d4e0f6c8da9" providerId="LiveId" clId="{262502FB-FC54-43DB-AB78-73175A28E98A}" dt="2026-04-08T18:38:43.987" v="9869" actId="732"/>
          <ac:picMkLst>
            <pc:docMk/>
            <pc:sldMk cId="1595459850" sldId="306"/>
            <ac:picMk id="5" creationId="{6B6B1F78-35BA-A0C4-1AB7-8A4BC38FFCFF}"/>
          </ac:picMkLst>
        </pc:picChg>
      </pc:sldChg>
      <pc:sldChg chg="addSp modSp new mod setBg">
        <pc:chgData name="Andrea Esposito" userId="af663d4e0f6c8da9" providerId="LiveId" clId="{262502FB-FC54-43DB-AB78-73175A28E98A}" dt="2026-04-08T18:44:00.143" v="9902" actId="14100"/>
        <pc:sldMkLst>
          <pc:docMk/>
          <pc:sldMk cId="1713006432" sldId="307"/>
        </pc:sldMkLst>
        <pc:spChg chg="mod">
          <ac:chgData name="Andrea Esposito" userId="af663d4e0f6c8da9" providerId="LiveId" clId="{262502FB-FC54-43DB-AB78-73175A28E98A}" dt="2026-04-08T18:43:45.874" v="9900" actId="26606"/>
          <ac:spMkLst>
            <pc:docMk/>
            <pc:sldMk cId="1713006432" sldId="307"/>
            <ac:spMk id="2" creationId="{AF801690-2984-F98B-E206-B82DE4362236}"/>
          </ac:spMkLst>
        </pc:spChg>
        <pc:spChg chg="mod ord">
          <ac:chgData name="Andrea Esposito" userId="af663d4e0f6c8da9" providerId="LiveId" clId="{262502FB-FC54-43DB-AB78-73175A28E98A}" dt="2026-04-08T18:44:00.143" v="9902" actId="14100"/>
          <ac:spMkLst>
            <pc:docMk/>
            <pc:sldMk cId="1713006432" sldId="307"/>
            <ac:spMk id="3" creationId="{8532F567-CF5D-C183-CDE3-5EC8F3993C24}"/>
          </ac:spMkLst>
        </pc:spChg>
        <pc:spChg chg="add">
          <ac:chgData name="Andrea Esposito" userId="af663d4e0f6c8da9" providerId="LiveId" clId="{262502FB-FC54-43DB-AB78-73175A28E98A}" dt="2026-04-08T18:43:45.874" v="9900" actId="26606"/>
          <ac:spMkLst>
            <pc:docMk/>
            <pc:sldMk cId="1713006432" sldId="307"/>
            <ac:spMk id="10" creationId="{73DC589F-62C7-410C-B96C-0F6243A471E2}"/>
          </ac:spMkLst>
        </pc:spChg>
        <pc:picChg chg="add mod">
          <ac:chgData name="Andrea Esposito" userId="af663d4e0f6c8da9" providerId="LiveId" clId="{262502FB-FC54-43DB-AB78-73175A28E98A}" dt="2026-04-08T18:43:45.874" v="9900" actId="26606"/>
          <ac:picMkLst>
            <pc:docMk/>
            <pc:sldMk cId="1713006432" sldId="307"/>
            <ac:picMk id="5" creationId="{F2AC0077-E436-C62E-BAF2-CE35B3A50C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09/04/2026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4/9/2026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fontScale="90000"/>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(SETTIMA</a:t>
            </a:r>
            <a:br>
              <a:rPr lang="it-IT" sz="8000" dirty="0">
                <a:solidFill>
                  <a:srgbClr val="FFFFFF"/>
                </a:solidFill>
              </a:rPr>
            </a:br>
            <a:r>
              <a:rPr lang="it-IT" sz="8000" dirty="0">
                <a:solidFill>
                  <a:srgbClr val="FFFFFF"/>
                </a:solidFill>
              </a:rPr>
              <a:t> PRESENTAZIONE)</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(09/04/2026)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8E79BD-5D75-CD5F-75E6-EDDA212A34EF}"/>
              </a:ext>
            </a:extLst>
          </p:cNvPr>
          <p:cNvSpPr>
            <a:spLocks noGrp="1"/>
          </p:cNvSpPr>
          <p:nvPr>
            <p:ph type="title"/>
          </p:nvPr>
        </p:nvSpPr>
        <p:spPr>
          <a:xfrm>
            <a:off x="586137" y="118422"/>
            <a:ext cx="9404723" cy="1400530"/>
          </a:xfrm>
        </p:spPr>
        <p:txBody>
          <a:bodyPr/>
          <a:lstStyle/>
          <a:p>
            <a:r>
              <a:rPr lang="it-IT" dirty="0"/>
              <a:t>Obiettivi</a:t>
            </a:r>
          </a:p>
        </p:txBody>
      </p:sp>
      <p:sp>
        <p:nvSpPr>
          <p:cNvPr id="3" name="Segnaposto contenuto 2">
            <a:extLst>
              <a:ext uri="{FF2B5EF4-FFF2-40B4-BE49-F238E27FC236}">
                <a16:creationId xmlns:a16="http://schemas.microsoft.com/office/drawing/2014/main" id="{71DE7DEB-E78E-8286-14C0-2000608E9251}"/>
              </a:ext>
            </a:extLst>
          </p:cNvPr>
          <p:cNvSpPr>
            <a:spLocks noGrp="1"/>
          </p:cNvSpPr>
          <p:nvPr>
            <p:ph idx="1"/>
          </p:nvPr>
        </p:nvSpPr>
        <p:spPr>
          <a:xfrm>
            <a:off x="391391" y="1049745"/>
            <a:ext cx="11409218" cy="5808255"/>
          </a:xfrm>
        </p:spPr>
        <p:txBody>
          <a:bodyPr>
            <a:noAutofit/>
          </a:bodyPr>
          <a:lstStyle/>
          <a:p>
            <a:pPr>
              <a:buFont typeface="Wingdings" panose="05000000000000000000" pitchFamily="2" charset="2"/>
              <a:buChar char="q"/>
            </a:pPr>
            <a:r>
              <a:rPr lang="it-IT" sz="1600" dirty="0"/>
              <a:t>Ottimizzazione dell’uso dei modelli LLM</a:t>
            </a:r>
          </a:p>
          <a:p>
            <a:pPr lvl="1">
              <a:buFont typeface="Wingdings" panose="05000000000000000000" pitchFamily="2" charset="2"/>
              <a:buChar char="q"/>
            </a:pPr>
            <a:r>
              <a:rPr lang="it-IT" sz="1600" dirty="0"/>
              <a:t>Evitare tecniche di chunking negli esperimenti finali.</a:t>
            </a:r>
          </a:p>
          <a:p>
            <a:pPr lvl="1">
              <a:buFont typeface="Wingdings" panose="05000000000000000000" pitchFamily="2" charset="2"/>
              <a:buChar char="q"/>
            </a:pPr>
            <a:r>
              <a:rPr lang="it-IT" sz="1600" dirty="0"/>
              <a:t>Possibilità di limitare l’uso dei modelli più potenti al ruolo di LLM giudice (prompt di dimensioni ridotte)</a:t>
            </a:r>
          </a:p>
          <a:p>
            <a:pPr lvl="1">
              <a:buFont typeface="Wingdings" panose="05000000000000000000" pitchFamily="2" charset="2"/>
              <a:buChar char="q"/>
            </a:pPr>
            <a:r>
              <a:rPr lang="it-IT" sz="1600" dirty="0"/>
              <a:t>Evitare l’uso di modelli in </a:t>
            </a:r>
            <a:r>
              <a:rPr lang="it-IT" sz="1600" dirty="0" err="1"/>
              <a:t>fallback</a:t>
            </a:r>
            <a:endParaRPr lang="it-IT" sz="1600" dirty="0"/>
          </a:p>
          <a:p>
            <a:pPr>
              <a:buFont typeface="Wingdings" panose="05000000000000000000" pitchFamily="2" charset="2"/>
              <a:buChar char="q"/>
            </a:pPr>
            <a:r>
              <a:rPr lang="it-IT" sz="1600" dirty="0"/>
              <a:t>Validazione delle regole di analisi statica</a:t>
            </a:r>
          </a:p>
          <a:p>
            <a:pPr lvl="1">
              <a:buFont typeface="Wingdings" panose="05000000000000000000" pitchFamily="2" charset="2"/>
              <a:buChar char="q"/>
            </a:pPr>
            <a:r>
              <a:rPr lang="it-IT" sz="1600" dirty="0"/>
              <a:t>Verificare la corretta applicazione delle regole: evitare applicazione su sorgenti non target.</a:t>
            </a:r>
          </a:p>
          <a:p>
            <a:pPr>
              <a:buFont typeface="Wingdings" panose="05000000000000000000" pitchFamily="2" charset="2"/>
              <a:buChar char="q"/>
            </a:pPr>
            <a:r>
              <a:rPr lang="it-IT" sz="1600" dirty="0"/>
              <a:t>Utilizzo del giudice esteso anche ai casi corretti</a:t>
            </a:r>
          </a:p>
          <a:p>
            <a:pPr lvl="1">
              <a:buFont typeface="Wingdings" panose="05000000000000000000" pitchFamily="2" charset="2"/>
              <a:buChar char="q"/>
            </a:pPr>
            <a:r>
              <a:rPr lang="it-IT" sz="1600" dirty="0"/>
              <a:t>Utilizzare l’LLM giudice per confermare che i programmi corretti siano effettivamente classificati come tali.</a:t>
            </a:r>
          </a:p>
          <a:p>
            <a:pPr>
              <a:buFont typeface="Wingdings" panose="05000000000000000000" pitchFamily="2" charset="2"/>
              <a:buChar char="q"/>
            </a:pPr>
            <a:r>
              <a:rPr lang="it-IT" sz="1600" dirty="0"/>
              <a:t>Miglioramento della diagnosi dell’LLM primario</a:t>
            </a:r>
          </a:p>
          <a:p>
            <a:pPr lvl="1">
              <a:buFont typeface="Wingdings" panose="05000000000000000000" pitchFamily="2" charset="2"/>
              <a:buChar char="q"/>
            </a:pPr>
            <a:r>
              <a:rPr lang="it-IT" sz="1600" dirty="0"/>
              <a:t>Imporre un limite alla lunghezza della risposta (es. max 100 parole)</a:t>
            </a:r>
          </a:p>
          <a:p>
            <a:pPr lvl="1">
              <a:buFont typeface="Wingdings" panose="05000000000000000000" pitchFamily="2" charset="2"/>
              <a:buChar char="q"/>
            </a:pPr>
            <a:r>
              <a:rPr lang="it-IT" sz="1600" dirty="0"/>
              <a:t>Richiedere riferimenti espliciti al codice (linee, funzioni, variabili)</a:t>
            </a:r>
          </a:p>
          <a:p>
            <a:pPr>
              <a:buFont typeface="Wingdings" panose="05000000000000000000" pitchFamily="2" charset="2"/>
              <a:buChar char="q"/>
            </a:pPr>
            <a:r>
              <a:rPr lang="it-IT" sz="1600" dirty="0"/>
              <a:t>Validazione qualitativa dei risultati</a:t>
            </a:r>
          </a:p>
          <a:p>
            <a:pPr lvl="1">
              <a:buFont typeface="Wingdings" panose="05000000000000000000" pitchFamily="2" charset="2"/>
              <a:buChar char="q"/>
            </a:pPr>
            <a:r>
              <a:rPr lang="it-IT" sz="1600" dirty="0"/>
              <a:t>Verificare manualmente un campione di output</a:t>
            </a:r>
          </a:p>
          <a:p>
            <a:pPr lvl="1">
              <a:buFont typeface="Wingdings" panose="05000000000000000000" pitchFamily="2" charset="2"/>
              <a:buChar char="q"/>
            </a:pPr>
            <a:r>
              <a:rPr lang="it-IT" sz="1600" dirty="0"/>
              <a:t>Analizzare 2–3 esempi per esercizio</a:t>
            </a:r>
          </a:p>
          <a:p>
            <a:pPr lvl="1">
              <a:buFont typeface="Wingdings" panose="05000000000000000000" pitchFamily="2" charset="2"/>
              <a:buChar char="q"/>
            </a:pPr>
            <a:r>
              <a:rPr lang="it-IT" sz="1600" dirty="0"/>
              <a:t>Considerare sia casi di analisi statica che dinamica</a:t>
            </a:r>
          </a:p>
        </p:txBody>
      </p:sp>
    </p:spTree>
    <p:extLst>
      <p:ext uri="{BB962C8B-B14F-4D97-AF65-F5344CB8AC3E}">
        <p14:creationId xmlns:p14="http://schemas.microsoft.com/office/powerpoint/2010/main" val="3906617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272D20E-B525-19D5-E89C-54F04CE7ECBD}"/>
              </a:ext>
            </a:extLst>
          </p:cNvPr>
          <p:cNvSpPr>
            <a:spLocks noGrp="1"/>
          </p:cNvSpPr>
          <p:nvPr>
            <p:ph type="title"/>
          </p:nvPr>
        </p:nvSpPr>
        <p:spPr/>
        <p:txBody>
          <a:bodyPr/>
          <a:lstStyle/>
          <a:p>
            <a:r>
              <a:rPr lang="it-IT" dirty="0"/>
              <a:t>Ottimizzazione dell’uso dei modelli LLM</a:t>
            </a:r>
          </a:p>
        </p:txBody>
      </p:sp>
      <p:sp>
        <p:nvSpPr>
          <p:cNvPr id="3" name="Segnaposto contenuto 2">
            <a:extLst>
              <a:ext uri="{FF2B5EF4-FFF2-40B4-BE49-F238E27FC236}">
                <a16:creationId xmlns:a16="http://schemas.microsoft.com/office/drawing/2014/main" id="{E041C148-818A-D7D0-B2F4-39E44FF8C26F}"/>
              </a:ext>
            </a:extLst>
          </p:cNvPr>
          <p:cNvSpPr>
            <a:spLocks noGrp="1"/>
          </p:cNvSpPr>
          <p:nvPr>
            <p:ph idx="1"/>
          </p:nvPr>
        </p:nvSpPr>
        <p:spPr>
          <a:xfrm>
            <a:off x="383458" y="1853248"/>
            <a:ext cx="11562736" cy="4921178"/>
          </a:xfrm>
        </p:spPr>
        <p:txBody>
          <a:bodyPr>
            <a:noAutofit/>
          </a:bodyPr>
          <a:lstStyle/>
          <a:p>
            <a:r>
              <a:rPr lang="it-IT" sz="1700" dirty="0"/>
              <a:t>Utilizzo di un unico modello LLM</a:t>
            </a:r>
          </a:p>
          <a:p>
            <a:pPr lvl="1"/>
            <a:r>
              <a:rPr lang="it-IT" sz="1700" dirty="0"/>
              <a:t>Impiego esclusivo del modello </a:t>
            </a:r>
            <a:r>
              <a:rPr lang="it-IT" sz="1700" b="1" i="1" dirty="0"/>
              <a:t>meta-</a:t>
            </a:r>
            <a:r>
              <a:rPr lang="it-IT" sz="1700" b="1" i="1" dirty="0" err="1"/>
              <a:t>llama</a:t>
            </a:r>
            <a:r>
              <a:rPr lang="it-IT" sz="1700" b="1" i="1" dirty="0"/>
              <a:t>/llama-4-scout-17b-16e-instruct</a:t>
            </a:r>
            <a:r>
              <a:rPr lang="it-IT" sz="1700" dirty="0"/>
              <a:t> tramite </a:t>
            </a:r>
            <a:r>
              <a:rPr lang="it-IT" sz="1700" i="1" dirty="0" err="1"/>
              <a:t>Groq</a:t>
            </a:r>
            <a:r>
              <a:rPr lang="it-IT" sz="1700" i="1" dirty="0"/>
              <a:t> API</a:t>
            </a:r>
          </a:p>
          <a:p>
            <a:pPr lvl="1"/>
            <a:r>
              <a:rPr lang="it-IT" sz="1700" dirty="0"/>
              <a:t>Nessun utilizzo di modelli alternativi o pipeline multi-modello</a:t>
            </a:r>
          </a:p>
          <a:p>
            <a:r>
              <a:rPr lang="it-IT" sz="1700" dirty="0"/>
              <a:t>Eliminazione di tecniche aggiuntive:</a:t>
            </a:r>
          </a:p>
          <a:p>
            <a:pPr lvl="1"/>
            <a:r>
              <a:rPr lang="it-IT" sz="1700" dirty="0"/>
              <a:t>Nessun uso di chunking negli esperimenti finali</a:t>
            </a:r>
          </a:p>
          <a:p>
            <a:pPr lvl="1"/>
            <a:r>
              <a:rPr lang="it-IT" sz="1700" dirty="0"/>
              <a:t>Assenza di meccanismi di </a:t>
            </a:r>
            <a:r>
              <a:rPr lang="it-IT" sz="1700" dirty="0" err="1"/>
              <a:t>fallback</a:t>
            </a:r>
            <a:r>
              <a:rPr lang="it-IT" sz="1700" dirty="0"/>
              <a:t> tra modelli</a:t>
            </a:r>
          </a:p>
          <a:p>
            <a:r>
              <a:rPr lang="it-IT" sz="1700" dirty="0"/>
              <a:t>Lo stesso modello è utilizzato sia come:</a:t>
            </a:r>
          </a:p>
          <a:p>
            <a:pPr lvl="1"/>
            <a:r>
              <a:rPr lang="it-IT" sz="1700" i="1" dirty="0"/>
              <a:t>LLM primario </a:t>
            </a:r>
            <a:r>
              <a:rPr lang="it-IT" sz="1700" dirty="0"/>
              <a:t>(analisi del codice/output)</a:t>
            </a:r>
          </a:p>
          <a:p>
            <a:pPr lvl="1"/>
            <a:r>
              <a:rPr lang="it-IT" sz="1700" i="1" dirty="0"/>
              <a:t>LLM giudice </a:t>
            </a:r>
            <a:r>
              <a:rPr lang="it-IT" sz="1700" dirty="0"/>
              <a:t>(valutazione delle diagnosi)</a:t>
            </a:r>
          </a:p>
          <a:p>
            <a:r>
              <a:rPr lang="it-IT" sz="1700" dirty="0"/>
              <a:t>Per la gestione dei limiti operativi viene effettuata una distribuzione temporale delle richieste (gestione dei rate </a:t>
            </a:r>
            <a:r>
              <a:rPr lang="it-IT" sz="1700" dirty="0" err="1"/>
              <a:t>limit</a:t>
            </a:r>
            <a:r>
              <a:rPr lang="it-IT" sz="1700" dirty="0"/>
              <a:t> e TPD </a:t>
            </a:r>
            <a:r>
              <a:rPr lang="it-IT" sz="1700" dirty="0" err="1"/>
              <a:t>limit</a:t>
            </a:r>
            <a:r>
              <a:rPr lang="it-IT" sz="1700" dirty="0"/>
              <a:t>)</a:t>
            </a:r>
            <a:endParaRPr lang="it-IT" sz="1700" b="1" dirty="0"/>
          </a:p>
        </p:txBody>
      </p:sp>
    </p:spTree>
    <p:extLst>
      <p:ext uri="{BB962C8B-B14F-4D97-AF65-F5344CB8AC3E}">
        <p14:creationId xmlns:p14="http://schemas.microsoft.com/office/powerpoint/2010/main" val="332241018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CC758E-332D-5306-DF0C-683BB284610C}"/>
              </a:ext>
            </a:extLst>
          </p:cNvPr>
          <p:cNvSpPr>
            <a:spLocks noGrp="1"/>
          </p:cNvSpPr>
          <p:nvPr>
            <p:ph type="title"/>
          </p:nvPr>
        </p:nvSpPr>
        <p:spPr/>
        <p:txBody>
          <a:bodyPr/>
          <a:lstStyle/>
          <a:p>
            <a:r>
              <a:rPr lang="it-IT" dirty="0"/>
              <a:t>Validazione delle regole di analisi statica</a:t>
            </a:r>
          </a:p>
        </p:txBody>
      </p:sp>
      <p:sp>
        <p:nvSpPr>
          <p:cNvPr id="3" name="Segnaposto contenuto 2">
            <a:extLst>
              <a:ext uri="{FF2B5EF4-FFF2-40B4-BE49-F238E27FC236}">
                <a16:creationId xmlns:a16="http://schemas.microsoft.com/office/drawing/2014/main" id="{05677503-15D1-DE3E-E075-5DF3AC9EDD27}"/>
              </a:ext>
            </a:extLst>
          </p:cNvPr>
          <p:cNvSpPr>
            <a:spLocks noGrp="1"/>
          </p:cNvSpPr>
          <p:nvPr>
            <p:ph idx="1"/>
          </p:nvPr>
        </p:nvSpPr>
        <p:spPr/>
        <p:txBody>
          <a:bodyPr>
            <a:normAutofit/>
          </a:bodyPr>
          <a:lstStyle/>
          <a:p>
            <a:r>
              <a:rPr lang="it-IT" sz="1700" dirty="0"/>
              <a:t>E’ stato Identificato un errore nello script di analisi: le regole venivano applicate indiscriminatamente a tutti i file sorgente</a:t>
            </a:r>
          </a:p>
          <a:p>
            <a:r>
              <a:rPr lang="it-IT" sz="1700" dirty="0"/>
              <a:t>Viene così effettuato un allineamento tra regole e sorgenti:</a:t>
            </a:r>
          </a:p>
          <a:p>
            <a:pPr lvl="1"/>
            <a:r>
              <a:rPr lang="it-IT" sz="1700" dirty="0"/>
              <a:t>Introduzione di un mapping esplicito tra file di configurazione (.</a:t>
            </a:r>
            <a:r>
              <a:rPr lang="it-IT" sz="1700" dirty="0" err="1"/>
              <a:t>yml</a:t>
            </a:r>
            <a:r>
              <a:rPr lang="it-IT" sz="1700" dirty="0"/>
              <a:t>) e file sorgente (.c)</a:t>
            </a:r>
          </a:p>
          <a:p>
            <a:pPr lvl="1"/>
            <a:r>
              <a:rPr lang="it-IT" sz="1700" dirty="0"/>
              <a:t>Ogni regola viene applicata solo al file con lo stesso nome</a:t>
            </a:r>
          </a:p>
          <a:p>
            <a:r>
              <a:rPr lang="it-IT" sz="1700" dirty="0"/>
              <a:t>Coerenza con la pipeline di test</a:t>
            </a:r>
          </a:p>
          <a:p>
            <a:pPr lvl="1"/>
            <a:r>
              <a:rPr lang="it-IT" sz="1700" dirty="0"/>
              <a:t>Adozione della stessa logica utilizzata negli script di testing</a:t>
            </a:r>
          </a:p>
          <a:p>
            <a:pPr lvl="1"/>
            <a:r>
              <a:rPr lang="it-IT" sz="1700" dirty="0"/>
              <a:t>Garantita consistenza tra analisi statica e dinamica</a:t>
            </a:r>
          </a:p>
          <a:p>
            <a:r>
              <a:rPr lang="it-IT" sz="1700" dirty="0"/>
              <a:t>Questa modifica garantisce il miglioramento dell’affidabilità dei risultati di analisi statica.</a:t>
            </a:r>
          </a:p>
        </p:txBody>
      </p:sp>
    </p:spTree>
    <p:extLst>
      <p:ext uri="{BB962C8B-B14F-4D97-AF65-F5344CB8AC3E}">
        <p14:creationId xmlns:p14="http://schemas.microsoft.com/office/powerpoint/2010/main" val="318699559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5D85C4-FE6D-D62C-B657-2692E283A005}"/>
              </a:ext>
            </a:extLst>
          </p:cNvPr>
          <p:cNvSpPr>
            <a:spLocks noGrp="1"/>
          </p:cNvSpPr>
          <p:nvPr>
            <p:ph type="title"/>
          </p:nvPr>
        </p:nvSpPr>
        <p:spPr/>
        <p:txBody>
          <a:bodyPr/>
          <a:lstStyle/>
          <a:p>
            <a:r>
              <a:rPr lang="it-IT" dirty="0"/>
              <a:t>Utilizzo Giudice </a:t>
            </a:r>
          </a:p>
        </p:txBody>
      </p:sp>
      <p:sp>
        <p:nvSpPr>
          <p:cNvPr id="3" name="Segnaposto contenuto 2">
            <a:extLst>
              <a:ext uri="{FF2B5EF4-FFF2-40B4-BE49-F238E27FC236}">
                <a16:creationId xmlns:a16="http://schemas.microsoft.com/office/drawing/2014/main" id="{DC1CE404-5361-6C56-EAFC-1772F4336C38}"/>
              </a:ext>
            </a:extLst>
          </p:cNvPr>
          <p:cNvSpPr>
            <a:spLocks noGrp="1"/>
          </p:cNvSpPr>
          <p:nvPr>
            <p:ph idx="1"/>
          </p:nvPr>
        </p:nvSpPr>
        <p:spPr>
          <a:xfrm>
            <a:off x="1104293" y="1630131"/>
            <a:ext cx="8946541" cy="4195481"/>
          </a:xfrm>
        </p:spPr>
        <p:txBody>
          <a:bodyPr>
            <a:normAutofit/>
          </a:bodyPr>
          <a:lstStyle/>
          <a:p>
            <a:r>
              <a:rPr lang="it-IT" dirty="0"/>
              <a:t>Validazione anche dei casi positivi</a:t>
            </a:r>
          </a:p>
          <a:p>
            <a:pPr lvl="1"/>
            <a:r>
              <a:rPr lang="it-IT" dirty="0"/>
              <a:t>Esteso l’utilizzo dell’LLM giudice non solo agli errori, ma anche ai programmi classificati come corretti</a:t>
            </a:r>
          </a:p>
          <a:p>
            <a:r>
              <a:rPr lang="it-IT" dirty="0"/>
              <a:t>Verifica della coerenza delle diagnosi</a:t>
            </a:r>
          </a:p>
          <a:p>
            <a:pPr lvl="1"/>
            <a:r>
              <a:rPr lang="it-IT" dirty="0"/>
              <a:t>Il giudice controlla che le soluzioni corrette siano effettivamente riconosciute come tali</a:t>
            </a:r>
          </a:p>
          <a:p>
            <a:r>
              <a:rPr lang="it-IT" dirty="0"/>
              <a:t>Utilizzo del giudice nei casi di </a:t>
            </a:r>
            <a:r>
              <a:rPr lang="it-IT" dirty="0" err="1"/>
              <a:t>static</a:t>
            </a:r>
            <a:r>
              <a:rPr lang="it-IT" dirty="0"/>
              <a:t> </a:t>
            </a:r>
            <a:r>
              <a:rPr lang="it-IT" dirty="0" err="1"/>
              <a:t>failure</a:t>
            </a:r>
            <a:r>
              <a:rPr lang="it-IT" dirty="0"/>
              <a:t> per verificare anche la diagnosi sull’output.</a:t>
            </a:r>
          </a:p>
        </p:txBody>
      </p:sp>
    </p:spTree>
    <p:extLst>
      <p:ext uri="{BB962C8B-B14F-4D97-AF65-F5344CB8AC3E}">
        <p14:creationId xmlns:p14="http://schemas.microsoft.com/office/powerpoint/2010/main" val="272219433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5A3086-33B8-819C-F9FB-B4C2B68AEA54}"/>
              </a:ext>
            </a:extLst>
          </p:cNvPr>
          <p:cNvSpPr>
            <a:spLocks noGrp="1"/>
          </p:cNvSpPr>
          <p:nvPr>
            <p:ph type="title"/>
          </p:nvPr>
        </p:nvSpPr>
        <p:spPr>
          <a:xfrm>
            <a:off x="429802" y="152400"/>
            <a:ext cx="9785914" cy="978310"/>
          </a:xfrm>
        </p:spPr>
        <p:txBody>
          <a:bodyPr/>
          <a:lstStyle/>
          <a:p>
            <a:r>
              <a:rPr lang="it-IT" dirty="0"/>
              <a:t>Miglioramento diagnosi LLM Primario</a:t>
            </a:r>
          </a:p>
        </p:txBody>
      </p:sp>
      <p:sp>
        <p:nvSpPr>
          <p:cNvPr id="3" name="Segnaposto contenuto 2">
            <a:extLst>
              <a:ext uri="{FF2B5EF4-FFF2-40B4-BE49-F238E27FC236}">
                <a16:creationId xmlns:a16="http://schemas.microsoft.com/office/drawing/2014/main" id="{D1EADC77-FE50-2CFF-51CB-F7DC5CBC3913}"/>
              </a:ext>
            </a:extLst>
          </p:cNvPr>
          <p:cNvSpPr>
            <a:spLocks noGrp="1"/>
          </p:cNvSpPr>
          <p:nvPr>
            <p:ph idx="1"/>
          </p:nvPr>
        </p:nvSpPr>
        <p:spPr>
          <a:xfrm>
            <a:off x="235974" y="1029712"/>
            <a:ext cx="11808542" cy="5341591"/>
          </a:xfrm>
        </p:spPr>
        <p:txBody>
          <a:bodyPr>
            <a:noAutofit/>
          </a:bodyPr>
          <a:lstStyle/>
          <a:p>
            <a:r>
              <a:rPr lang="it-IT" sz="1600" dirty="0"/>
              <a:t>Introduzione di vincoli espliciti nel prompt per diagnosi compatte:</a:t>
            </a:r>
          </a:p>
          <a:p>
            <a:pPr lvl="1"/>
            <a:r>
              <a:rPr lang="it-IT" sz="1600" dirty="0"/>
              <a:t>«Write </a:t>
            </a:r>
            <a:r>
              <a:rPr lang="it-IT" sz="1600" dirty="0" err="1"/>
              <a:t>diagnoses</a:t>
            </a:r>
            <a:r>
              <a:rPr lang="it-IT" sz="1600" dirty="0"/>
              <a:t> in English, </a:t>
            </a:r>
            <a:r>
              <a:rPr lang="it-IT" sz="1600" dirty="0" err="1"/>
              <a:t>using</a:t>
            </a:r>
            <a:r>
              <a:rPr lang="it-IT" sz="1600" dirty="0"/>
              <a:t> </a:t>
            </a:r>
            <a:r>
              <a:rPr lang="it-IT" sz="1600" dirty="0" err="1"/>
              <a:t>at</a:t>
            </a:r>
            <a:r>
              <a:rPr lang="it-IT" sz="1600" dirty="0"/>
              <a:t> </a:t>
            </a:r>
            <a:r>
              <a:rPr lang="it-IT" sz="1600" dirty="0" err="1"/>
              <a:t>most</a:t>
            </a:r>
            <a:r>
              <a:rPr lang="it-IT" sz="1600" dirty="0"/>
              <a:t> 100 words»</a:t>
            </a:r>
          </a:p>
          <a:p>
            <a:r>
              <a:rPr lang="it-IT" sz="1600" dirty="0"/>
              <a:t>Diagnosi basata su evidenze concrete</a:t>
            </a:r>
          </a:p>
          <a:p>
            <a:pPr lvl="1"/>
            <a:r>
              <a:rPr lang="it-IT" sz="1600" dirty="0"/>
              <a:t>«Use </a:t>
            </a:r>
            <a:r>
              <a:rPr lang="it-IT" sz="1600" dirty="0" err="1"/>
              <a:t>only</a:t>
            </a:r>
            <a:r>
              <a:rPr lang="it-IT" sz="1600" dirty="0"/>
              <a:t> the </a:t>
            </a:r>
            <a:r>
              <a:rPr lang="it-IT" sz="1600" dirty="0" err="1"/>
              <a:t>provided</a:t>
            </a:r>
            <a:r>
              <a:rPr lang="it-IT" sz="1600" dirty="0"/>
              <a:t> </a:t>
            </a:r>
            <a:r>
              <a:rPr lang="it-IT" sz="1600" dirty="0" err="1"/>
              <a:t>evidence</a:t>
            </a:r>
            <a:r>
              <a:rPr lang="it-IT" sz="1600" dirty="0"/>
              <a:t>»</a:t>
            </a:r>
          </a:p>
          <a:p>
            <a:pPr lvl="1"/>
            <a:r>
              <a:rPr lang="it-IT" sz="1600" dirty="0"/>
              <a:t>«Do </a:t>
            </a:r>
            <a:r>
              <a:rPr lang="it-IT" sz="1600" dirty="0" err="1"/>
              <a:t>not</a:t>
            </a:r>
            <a:r>
              <a:rPr lang="it-IT" sz="1600" dirty="0"/>
              <a:t> </a:t>
            </a:r>
            <a:r>
              <a:rPr lang="it-IT" sz="1600" dirty="0" err="1"/>
              <a:t>invent</a:t>
            </a:r>
            <a:r>
              <a:rPr lang="it-IT" sz="1600" dirty="0"/>
              <a:t> </a:t>
            </a:r>
            <a:r>
              <a:rPr lang="it-IT" sz="1600" dirty="0" err="1"/>
              <a:t>hidden</a:t>
            </a:r>
            <a:r>
              <a:rPr lang="it-IT" sz="1600" dirty="0"/>
              <a:t> </a:t>
            </a:r>
            <a:r>
              <a:rPr lang="it-IT" sz="1600" dirty="0" err="1"/>
              <a:t>requirements</a:t>
            </a:r>
            <a:r>
              <a:rPr lang="it-IT" sz="1600" dirty="0"/>
              <a:t> or </a:t>
            </a:r>
            <a:r>
              <a:rPr lang="it-IT" sz="1600" dirty="0" err="1"/>
              <a:t>unsupported</a:t>
            </a:r>
            <a:r>
              <a:rPr lang="it-IT" sz="1600" dirty="0"/>
              <a:t> </a:t>
            </a:r>
            <a:r>
              <a:rPr lang="it-IT" sz="1600" dirty="0" err="1"/>
              <a:t>causes</a:t>
            </a:r>
            <a:r>
              <a:rPr lang="it-IT" sz="1600" dirty="0"/>
              <a:t>»</a:t>
            </a:r>
          </a:p>
          <a:p>
            <a:r>
              <a:rPr lang="it-IT" sz="1600" dirty="0"/>
              <a:t>Riferimenti espliciti al codice(file, nomi di funzioni, linee di codice, ecc.) e al comportamento</a:t>
            </a:r>
          </a:p>
          <a:p>
            <a:pPr lvl="1"/>
            <a:r>
              <a:rPr lang="it-IT" sz="1600" dirty="0"/>
              <a:t>«The </a:t>
            </a:r>
            <a:r>
              <a:rPr lang="it-IT" sz="1600" dirty="0" err="1"/>
              <a:t>diagnosis</a:t>
            </a:r>
            <a:r>
              <a:rPr lang="it-IT" sz="1600" dirty="0"/>
              <a:t> must </a:t>
            </a:r>
            <a:r>
              <a:rPr lang="it-IT" sz="1600" dirty="0" err="1"/>
              <a:t>describe</a:t>
            </a:r>
            <a:r>
              <a:rPr lang="it-IT" sz="1600" dirty="0"/>
              <a:t> the </a:t>
            </a:r>
            <a:r>
              <a:rPr lang="it-IT" sz="1600" dirty="0" err="1"/>
              <a:t>observable</a:t>
            </a:r>
            <a:r>
              <a:rPr lang="it-IT" sz="1600" dirty="0"/>
              <a:t> </a:t>
            </a:r>
            <a:r>
              <a:rPr lang="it-IT" sz="1600" dirty="0" err="1"/>
              <a:t>symptom</a:t>
            </a:r>
            <a:r>
              <a:rPr lang="it-IT" sz="1600" dirty="0"/>
              <a:t> </a:t>
            </a:r>
            <a:r>
              <a:rPr lang="it-IT" sz="1600" dirty="0" err="1"/>
              <a:t>only</a:t>
            </a:r>
            <a:r>
              <a:rPr lang="it-IT" sz="1600" dirty="0"/>
              <a:t>»</a:t>
            </a:r>
          </a:p>
          <a:p>
            <a:pPr lvl="1"/>
            <a:r>
              <a:rPr lang="it-IT" sz="1600" dirty="0"/>
              <a:t>«</a:t>
            </a:r>
            <a:r>
              <a:rPr lang="en-US" sz="1600" dirty="0"/>
              <a:t>Prefer a diagnosis that points to the exact line or statement where the required behavior is missing or where the wrong behavior is implemented </a:t>
            </a:r>
            <a:r>
              <a:rPr lang="it-IT" sz="1600" dirty="0"/>
              <a:t>»</a:t>
            </a:r>
          </a:p>
          <a:p>
            <a:pPr lvl="1"/>
            <a:r>
              <a:rPr lang="it-IT" sz="1600" dirty="0"/>
              <a:t>«</a:t>
            </a:r>
            <a:r>
              <a:rPr lang="en-US" sz="1600" dirty="0"/>
              <a:t>Prefer references such as `FILE: </a:t>
            </a:r>
            <a:r>
              <a:rPr lang="en-US" sz="1600" dirty="0" err="1"/>
              <a:t>server.c</a:t>
            </a:r>
            <a:r>
              <a:rPr lang="en-US" sz="1600" dirty="0"/>
              <a:t>`, `function worker`, `</a:t>
            </a:r>
            <a:r>
              <a:rPr lang="en-US" sz="1600" dirty="0" err="1"/>
              <a:t>pthread_create</a:t>
            </a:r>
            <a:r>
              <a:rPr lang="en-US" sz="1600" dirty="0"/>
              <a:t>(...)`, `</a:t>
            </a:r>
            <a:r>
              <a:rPr lang="en-US" sz="1600" dirty="0" err="1"/>
              <a:t>msgsnd</a:t>
            </a:r>
            <a:r>
              <a:rPr lang="en-US" sz="1600" dirty="0"/>
              <a:t>(...)`, `</a:t>
            </a:r>
            <a:r>
              <a:rPr lang="en-US" sz="1600" dirty="0" err="1"/>
              <a:t>msgrcv</a:t>
            </a:r>
            <a:r>
              <a:rPr lang="en-US" sz="1600" dirty="0"/>
              <a:t>(...)`, or a short quoted code fragment with line numbers when available</a:t>
            </a:r>
            <a:r>
              <a:rPr lang="it-IT" sz="1600" dirty="0"/>
              <a:t>»</a:t>
            </a:r>
          </a:p>
          <a:p>
            <a:r>
              <a:rPr lang="it-IT" sz="1600" dirty="0"/>
              <a:t>Coerenza tra classificazione e relativa diagnosi:</a:t>
            </a:r>
          </a:p>
          <a:p>
            <a:pPr lvl="1"/>
            <a:r>
              <a:rPr lang="it-IT" sz="1600" dirty="0"/>
              <a:t>«</a:t>
            </a:r>
            <a:r>
              <a:rPr lang="it-IT" sz="1600" dirty="0" err="1"/>
              <a:t>Keep</a:t>
            </a:r>
            <a:r>
              <a:rPr lang="it-IT" sz="1600" dirty="0"/>
              <a:t> the </a:t>
            </a:r>
            <a:r>
              <a:rPr lang="it-IT" sz="1600" dirty="0" err="1"/>
              <a:t>boolean</a:t>
            </a:r>
            <a:r>
              <a:rPr lang="it-IT" sz="1600" dirty="0"/>
              <a:t> field and </a:t>
            </a:r>
            <a:r>
              <a:rPr lang="it-IT" sz="1600" dirty="0" err="1"/>
              <a:t>diagnosis</a:t>
            </a:r>
            <a:r>
              <a:rPr lang="it-IT" sz="1600" dirty="0"/>
              <a:t> </a:t>
            </a:r>
            <a:r>
              <a:rPr lang="it-IT" sz="1600" dirty="0" err="1"/>
              <a:t>consistent</a:t>
            </a:r>
            <a:r>
              <a:rPr lang="it-IT" sz="1600" dirty="0"/>
              <a:t>»</a:t>
            </a:r>
          </a:p>
        </p:txBody>
      </p:sp>
    </p:spTree>
    <p:extLst>
      <p:ext uri="{BB962C8B-B14F-4D97-AF65-F5344CB8AC3E}">
        <p14:creationId xmlns:p14="http://schemas.microsoft.com/office/powerpoint/2010/main" val="238532426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8863-685A-8003-0DE7-3CF26A11ADB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B668281-11BF-8A9C-3B45-78C9C40BB21C}"/>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timeout</a:t>
            </a:r>
            <a:r>
              <a:rPr lang="it-IT" sz="3200" dirty="0"/>
              <a:t>) (1):</a:t>
            </a:r>
          </a:p>
        </p:txBody>
      </p:sp>
      <p:graphicFrame>
        <p:nvGraphicFramePr>
          <p:cNvPr id="4" name="Segnaposto contenuto 3">
            <a:extLst>
              <a:ext uri="{FF2B5EF4-FFF2-40B4-BE49-F238E27FC236}">
                <a16:creationId xmlns:a16="http://schemas.microsoft.com/office/drawing/2014/main" id="{468B4035-F845-23A0-DDD8-22E4A0A1095B}"/>
              </a:ext>
            </a:extLst>
          </p:cNvPr>
          <p:cNvGraphicFramePr>
            <a:graphicFrameLocks noGrp="1"/>
          </p:cNvGraphicFramePr>
          <p:nvPr>
            <p:ph idx="1"/>
            <p:extLst>
              <p:ext uri="{D42A27DB-BD31-4B8C-83A1-F6EECF244321}">
                <p14:modId xmlns:p14="http://schemas.microsoft.com/office/powerpoint/2010/main" val="1428111474"/>
              </p:ext>
            </p:extLst>
          </p:nvPr>
        </p:nvGraphicFramePr>
        <p:xfrm>
          <a:off x="117986" y="594360"/>
          <a:ext cx="11982575" cy="6224312"/>
        </p:xfrm>
        <a:graphic>
          <a:graphicData uri="http://schemas.openxmlformats.org/drawingml/2006/table">
            <a:tbl>
              <a:tblPr firstRow="1" bandRow="1">
                <a:tableStyleId>{5C22544A-7EE6-4342-B048-85BDC9FD1C3A}</a:tableStyleId>
              </a:tblPr>
              <a:tblGrid>
                <a:gridCol w="577417">
                  <a:extLst>
                    <a:ext uri="{9D8B030D-6E8A-4147-A177-3AD203B41FA5}">
                      <a16:colId xmlns:a16="http://schemas.microsoft.com/office/drawing/2014/main" val="1875058376"/>
                    </a:ext>
                  </a:extLst>
                </a:gridCol>
                <a:gridCol w="481816">
                  <a:extLst>
                    <a:ext uri="{9D8B030D-6E8A-4147-A177-3AD203B41FA5}">
                      <a16:colId xmlns:a16="http://schemas.microsoft.com/office/drawing/2014/main" val="2729272592"/>
                    </a:ext>
                  </a:extLst>
                </a:gridCol>
                <a:gridCol w="443532">
                  <a:extLst>
                    <a:ext uri="{9D8B030D-6E8A-4147-A177-3AD203B41FA5}">
                      <a16:colId xmlns:a16="http://schemas.microsoft.com/office/drawing/2014/main" val="2911452443"/>
                    </a:ext>
                  </a:extLst>
                </a:gridCol>
                <a:gridCol w="435012">
                  <a:extLst>
                    <a:ext uri="{9D8B030D-6E8A-4147-A177-3AD203B41FA5}">
                      <a16:colId xmlns:a16="http://schemas.microsoft.com/office/drawing/2014/main" val="2479012610"/>
                    </a:ext>
                  </a:extLst>
                </a:gridCol>
                <a:gridCol w="454784">
                  <a:extLst>
                    <a:ext uri="{9D8B030D-6E8A-4147-A177-3AD203B41FA5}">
                      <a16:colId xmlns:a16="http://schemas.microsoft.com/office/drawing/2014/main" val="2959452781"/>
                    </a:ext>
                  </a:extLst>
                </a:gridCol>
                <a:gridCol w="355918">
                  <a:extLst>
                    <a:ext uri="{9D8B030D-6E8A-4147-A177-3AD203B41FA5}">
                      <a16:colId xmlns:a16="http://schemas.microsoft.com/office/drawing/2014/main" val="1078437898"/>
                    </a:ext>
                  </a:extLst>
                </a:gridCol>
                <a:gridCol w="336145">
                  <a:extLst>
                    <a:ext uri="{9D8B030D-6E8A-4147-A177-3AD203B41FA5}">
                      <a16:colId xmlns:a16="http://schemas.microsoft.com/office/drawing/2014/main" val="3324487126"/>
                    </a:ext>
                  </a:extLst>
                </a:gridCol>
                <a:gridCol w="326258">
                  <a:extLst>
                    <a:ext uri="{9D8B030D-6E8A-4147-A177-3AD203B41FA5}">
                      <a16:colId xmlns:a16="http://schemas.microsoft.com/office/drawing/2014/main" val="2402471246"/>
                    </a:ext>
                  </a:extLst>
                </a:gridCol>
                <a:gridCol w="810702">
                  <a:extLst>
                    <a:ext uri="{9D8B030D-6E8A-4147-A177-3AD203B41FA5}">
                      <a16:colId xmlns:a16="http://schemas.microsoft.com/office/drawing/2014/main" val="3564228665"/>
                    </a:ext>
                  </a:extLst>
                </a:gridCol>
                <a:gridCol w="1028208">
                  <a:extLst>
                    <a:ext uri="{9D8B030D-6E8A-4147-A177-3AD203B41FA5}">
                      <a16:colId xmlns:a16="http://schemas.microsoft.com/office/drawing/2014/main" val="1079194908"/>
                    </a:ext>
                  </a:extLst>
                </a:gridCol>
                <a:gridCol w="365805">
                  <a:extLst>
                    <a:ext uri="{9D8B030D-6E8A-4147-A177-3AD203B41FA5}">
                      <a16:colId xmlns:a16="http://schemas.microsoft.com/office/drawing/2014/main" val="457757330"/>
                    </a:ext>
                  </a:extLst>
                </a:gridCol>
                <a:gridCol w="523990">
                  <a:extLst>
                    <a:ext uri="{9D8B030D-6E8A-4147-A177-3AD203B41FA5}">
                      <a16:colId xmlns:a16="http://schemas.microsoft.com/office/drawing/2014/main" val="75598170"/>
                    </a:ext>
                  </a:extLst>
                </a:gridCol>
                <a:gridCol w="2422221">
                  <a:extLst>
                    <a:ext uri="{9D8B030D-6E8A-4147-A177-3AD203B41FA5}">
                      <a16:colId xmlns:a16="http://schemas.microsoft.com/office/drawing/2014/main" val="963411808"/>
                    </a:ext>
                  </a:extLst>
                </a:gridCol>
                <a:gridCol w="525742">
                  <a:extLst>
                    <a:ext uri="{9D8B030D-6E8A-4147-A177-3AD203B41FA5}">
                      <a16:colId xmlns:a16="http://schemas.microsoft.com/office/drawing/2014/main" val="27591704"/>
                    </a:ext>
                  </a:extLst>
                </a:gridCol>
                <a:gridCol w="1993491">
                  <a:extLst>
                    <a:ext uri="{9D8B030D-6E8A-4147-A177-3AD203B41FA5}">
                      <a16:colId xmlns:a16="http://schemas.microsoft.com/office/drawing/2014/main" val="228824343"/>
                    </a:ext>
                  </a:extLst>
                </a:gridCol>
                <a:gridCol w="390931">
                  <a:extLst>
                    <a:ext uri="{9D8B030D-6E8A-4147-A177-3AD203B41FA5}">
                      <a16:colId xmlns:a16="http://schemas.microsoft.com/office/drawing/2014/main" val="2134066566"/>
                    </a:ext>
                  </a:extLst>
                </a:gridCol>
                <a:gridCol w="510603">
                  <a:extLst>
                    <a:ext uri="{9D8B030D-6E8A-4147-A177-3AD203B41FA5}">
                      <a16:colId xmlns:a16="http://schemas.microsoft.com/office/drawing/2014/main" val="1278294766"/>
                    </a:ext>
                  </a:extLst>
                </a:gridCol>
              </a:tblGrid>
              <a:tr h="1589371">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634941">
                <a:tc>
                  <a:txBody>
                    <a:bodyPr/>
                    <a:lstStyle/>
                    <a:p>
                      <a:pPr algn="l"/>
                      <a:r>
                        <a:rPr lang="it-IT" sz="1050" dirty="0" err="1"/>
                        <a:t>EmanueleDeSimone</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88b443212b449bc0bf0b6e1b6d91a3217779f510</a:t>
                      </a:r>
                    </a:p>
                  </a:txBody>
                  <a:tcPr/>
                </a:tc>
                <a:tc>
                  <a:txBody>
                    <a:bodyPr/>
                    <a:lstStyle/>
                    <a:p>
                      <a:pPr algn="l"/>
                      <a:r>
                        <a:rPr lang="it-IT" sz="1050" dirty="0" err="1"/>
                        <a:t>timeout</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server aggregatore con </a:t>
                      </a:r>
                      <a:r>
                        <a:rPr lang="it-IT" sz="1050" dirty="0" err="1"/>
                        <a:t>thread</a:t>
                      </a:r>
                      <a:r>
                        <a:rPr lang="it-IT" sz="1050" dirty="0"/>
                        <a:t>. L'esercizio non è ancora stato svolto correttamente. L'esecuzione del programma è andata in </a:t>
                      </a:r>
                      <a:r>
                        <a:rPr lang="it-IT" sz="1050" dirty="0" err="1"/>
                        <a:t>timeout</a:t>
                      </a:r>
                      <a:endParaRPr lang="it-IT" sz="1050" dirty="0"/>
                    </a:p>
                  </a:txBody>
                  <a:tcPr/>
                </a:tc>
                <a:tc>
                  <a:txBody>
                    <a:bodyPr/>
                    <a:lstStyle/>
                    <a:p>
                      <a:pPr algn="l"/>
                      <a:r>
                        <a:rPr lang="it-IT" sz="1050" dirty="0"/>
                        <a:t>….Collettore : Ricevuto valore=4\</a:t>
                      </a:r>
                      <a:r>
                        <a:rPr lang="it-IT" sz="1050" dirty="0" err="1"/>
                        <a:t>nCollettore</a:t>
                      </a:r>
                      <a:r>
                        <a:rPr lang="it-IT" sz="1050" dirty="0"/>
                        <a:t>: In attesa di messaggi...\</a:t>
                      </a:r>
                      <a:r>
                        <a:rPr lang="it-IT" sz="1050" dirty="0" err="1"/>
                        <a:t>nCollettore</a:t>
                      </a:r>
                      <a:r>
                        <a:rPr lang="it-IT" sz="1050" dirty="0"/>
                        <a:t>: Ricevuto valore=0\</a:t>
                      </a:r>
                      <a:r>
                        <a:rPr lang="it-IT" sz="1050" dirty="0" err="1"/>
                        <a:t>nCollettore</a:t>
                      </a:r>
                      <a:r>
                        <a:rPr lang="it-IT" sz="1050" dirty="0"/>
                        <a:t>: In attesa di messaggi...\</a:t>
                      </a:r>
                      <a:r>
                        <a:rPr lang="it-IT" sz="1050" dirty="0" err="1"/>
                        <a:t>nCollettore</a:t>
                      </a:r>
                      <a:r>
                        <a:rPr lang="it-IT" sz="1050" dirty="0"/>
                        <a:t>: Ricevuto valore=0</a:t>
                      </a:r>
                    </a:p>
                    <a:p>
                      <a:pPr algn="l"/>
                      <a:r>
                        <a:rPr lang="it-IT" sz="1050" dirty="0" err="1"/>
                        <a:t>timeout</a:t>
                      </a:r>
                      <a:r>
                        <a:rPr lang="it-IT" sz="1050" dirty="0"/>
                        <a:t>: </a:t>
                      </a:r>
                      <a:r>
                        <a:rPr lang="it-IT" sz="1050" dirty="0" err="1"/>
                        <a:t>sending</a:t>
                      </a:r>
                      <a:r>
                        <a:rPr lang="it-IT" sz="1050" dirty="0"/>
                        <a:t> </a:t>
                      </a:r>
                      <a:r>
                        <a:rPr lang="it-IT" sz="1050" dirty="0" err="1"/>
                        <a:t>signal</a:t>
                      </a:r>
                      <a:r>
                        <a:rPr lang="it-IT" sz="1050" dirty="0"/>
                        <a:t> TERM to </a:t>
                      </a:r>
                      <a:r>
                        <a:rPr lang="it-IT" sz="1050" dirty="0" err="1"/>
                        <a:t>command</a:t>
                      </a:r>
                      <a:r>
                        <a:rPr lang="it-IT" sz="1050" dirty="0"/>
                        <a:t> ‘./programma’</a:t>
                      </a:r>
                    </a:p>
                  </a:txBody>
                  <a:tcPr/>
                </a:tc>
                <a:tc>
                  <a:txBody>
                    <a:bodyPr/>
                    <a:lstStyle/>
                    <a:p>
                      <a:pPr algn="l"/>
                      <a:endParaRPr lang="it-IT" sz="1050" dirty="0"/>
                    </a:p>
                  </a:txBody>
                  <a:tcPr/>
                </a:tc>
                <a:tc>
                  <a:txBody>
                    <a:bodyPr/>
                    <a:lstStyle/>
                    <a:p>
                      <a:pPr algn="l"/>
                      <a:r>
                        <a:rPr lang="it-IT" sz="1050" dirty="0"/>
                        <a:t>NO</a:t>
                      </a:r>
                    </a:p>
                  </a:txBody>
                  <a:tcPr/>
                </a:tc>
                <a:tc>
                  <a:txBody>
                    <a:bodyPr/>
                    <a:lstStyle/>
                    <a:p>
                      <a:pPr algn="l"/>
                      <a:r>
                        <a:rPr lang="en-US" sz="1050" dirty="0"/>
                        <a:t>"The output shows a partial execution with the </a:t>
                      </a:r>
                      <a:r>
                        <a:rPr lang="en-US" sz="1050" dirty="0" err="1"/>
                        <a:t>sensore</a:t>
                      </a:r>
                      <a:r>
                        <a:rPr lang="en-US" sz="1050" dirty="0"/>
                        <a:t> and </a:t>
                      </a:r>
                      <a:r>
                        <a:rPr lang="en-US" sz="1050" dirty="0" err="1"/>
                        <a:t>collettore</a:t>
                      </a:r>
                      <a:r>
                        <a:rPr lang="en-US" sz="1050" dirty="0"/>
                        <a:t> processes, but the </a:t>
                      </a:r>
                      <a:r>
                        <a:rPr lang="en-US" sz="1050" dirty="0" err="1"/>
                        <a:t>aggregatore</a:t>
                      </a:r>
                      <a:r>
                        <a:rPr lang="en-US" sz="1050" dirty="0"/>
                        <a:t> process and its four threads (</a:t>
                      </a:r>
                      <a:r>
                        <a:rPr lang="en-US" sz="1050" dirty="0" err="1"/>
                        <a:t>scrittore</a:t>
                      </a:r>
                      <a:r>
                        <a:rPr lang="en-US" sz="1050" dirty="0"/>
                        <a:t> and three </a:t>
                      </a:r>
                      <a:r>
                        <a:rPr lang="en-US" sz="1050" dirty="0" err="1"/>
                        <a:t>lettori</a:t>
                      </a:r>
                      <a:r>
                        <a:rPr lang="en-US" sz="1050" dirty="0"/>
                        <a:t>) are not independently verifiable. The trace ends abruptly with a timeout and forced termination, indicating an unfinished run. Specifically, the collector processes receive values but the output does not demonstrate a complete and correct interaction between the </a:t>
                      </a:r>
                      <a:r>
                        <a:rPr lang="en-US" sz="1050" dirty="0" err="1"/>
                        <a:t>sensore</a:t>
                      </a:r>
                      <a:r>
                        <a:rPr lang="en-US" sz="1050" dirty="0"/>
                        <a:t>, </a:t>
                      </a:r>
                      <a:r>
                        <a:rPr lang="en-US" sz="1050" dirty="0" err="1"/>
                        <a:t>aggregatore</a:t>
                      </a:r>
                      <a:r>
                        <a:rPr lang="en-US" sz="1050" dirty="0"/>
                        <a:t>, and </a:t>
                      </a:r>
                      <a:r>
                        <a:rPr lang="en-US" sz="1050" dirty="0" err="1"/>
                        <a:t>collettori</a:t>
                      </a:r>
                      <a:r>
                        <a:rPr lang="en-US" sz="1050" dirty="0"/>
                        <a:t>."</a:t>
                      </a:r>
                      <a:endParaRPr lang="it-IT" sz="1050" dirty="0"/>
                    </a:p>
                  </a:txBody>
                  <a:tcPr/>
                </a:tc>
                <a:tc>
                  <a:txBody>
                    <a:bodyPr/>
                    <a:lstStyle/>
                    <a:p>
                      <a:pPr algn="l"/>
                      <a:r>
                        <a:rPr lang="it-IT" sz="1050" dirty="0"/>
                        <a:t>NO</a:t>
                      </a:r>
                    </a:p>
                  </a:txBody>
                  <a:tcPr/>
                </a:tc>
                <a:tc>
                  <a:txBody>
                    <a:bodyPr/>
                    <a:lstStyle/>
                    <a:p>
                      <a:pPr algn="l"/>
                      <a:r>
                        <a:rPr lang="en-US" sz="1050" dirty="0"/>
                        <a:t>In `</a:t>
                      </a:r>
                      <a:r>
                        <a:rPr lang="en-US" sz="1050" dirty="0" err="1"/>
                        <a:t>aggregatore.c</a:t>
                      </a:r>
                      <a:r>
                        <a:rPr lang="en-US" sz="1050" dirty="0"/>
                        <a:t>`, the `</a:t>
                      </a:r>
                      <a:r>
                        <a:rPr lang="en-US" sz="1050" dirty="0" err="1"/>
                        <a:t>pthread_create</a:t>
                      </a:r>
                      <a:r>
                        <a:rPr lang="en-US" sz="1050" dirty="0"/>
                        <a:t>` call for the reader threads uses the same thread identifier `</a:t>
                      </a:r>
                      <a:r>
                        <a:rPr lang="en-US" sz="1050" dirty="0" err="1"/>
                        <a:t>scrittore</a:t>
                      </a:r>
                      <a:r>
                        <a:rPr lang="en-US" sz="1050" dirty="0"/>
                        <a:t>` instead of `</a:t>
                      </a:r>
                      <a:r>
                        <a:rPr lang="en-US" sz="1050" dirty="0" err="1"/>
                        <a:t>lettori</a:t>
                      </a:r>
                      <a:r>
                        <a:rPr lang="en-US" sz="1050" dirty="0"/>
                        <a:t>[</a:t>
                      </a:r>
                      <a:r>
                        <a:rPr lang="en-US" sz="1050" dirty="0" err="1"/>
                        <a:t>i</a:t>
                      </a:r>
                      <a:r>
                        <a:rPr lang="en-US" sz="1050" dirty="0"/>
                        <a:t>]`, causing incorrect thread creation. The correct line should be `ret = </a:t>
                      </a:r>
                      <a:r>
                        <a:rPr lang="en-US" sz="1050" dirty="0" err="1"/>
                        <a:t>pthread_create</a:t>
                      </a:r>
                      <a:r>
                        <a:rPr lang="en-US" sz="1050" dirty="0"/>
                        <a:t>(&amp;</a:t>
                      </a:r>
                      <a:r>
                        <a:rPr lang="en-US" sz="1050" dirty="0" err="1"/>
                        <a:t>lettori</a:t>
                      </a:r>
                      <a:r>
                        <a:rPr lang="en-US" sz="1050" dirty="0"/>
                        <a:t>[</a:t>
                      </a:r>
                      <a:r>
                        <a:rPr lang="en-US" sz="1050" dirty="0" err="1"/>
                        <a:t>i</a:t>
                      </a:r>
                      <a:r>
                        <a:rPr lang="en-US" sz="1050" dirty="0"/>
                        <a:t>], &amp;</a:t>
                      </a:r>
                      <a:r>
                        <a:rPr lang="en-US" sz="1050" dirty="0" err="1"/>
                        <a:t>attr</a:t>
                      </a:r>
                      <a:r>
                        <a:rPr lang="en-US" sz="1050" dirty="0"/>
                        <a:t>, </a:t>
                      </a:r>
                      <a:r>
                        <a:rPr lang="en-US" sz="1050" dirty="0" err="1"/>
                        <a:t>thread_lettore</a:t>
                      </a:r>
                      <a:r>
                        <a:rPr lang="en-US" sz="1050" dirty="0"/>
                        <a:t>, </a:t>
                      </a:r>
                      <a:r>
                        <a:rPr lang="en-US" sz="1050" dirty="0" err="1"/>
                        <a:t>p_lettori</a:t>
                      </a:r>
                      <a:r>
                        <a:rPr lang="en-US" sz="1050" dirty="0"/>
                        <a:t>[</a:t>
                      </a:r>
                      <a:r>
                        <a:rPr lang="en-US" sz="1050" dirty="0" err="1"/>
                        <a:t>i</a:t>
                      </a:r>
                      <a:r>
                        <a:rPr lang="en-US" sz="1050" dirty="0"/>
                        <a:t>]); `. This defect prevents the proper creation and execution of the reader threads.</a:t>
                      </a:r>
                      <a:endParaRPr lang="it-IT" sz="1050" dirty="0"/>
                    </a:p>
                  </a:txBody>
                  <a:tcPr/>
                </a:tc>
                <a:tc>
                  <a:txBody>
                    <a:bodyPr/>
                    <a:lstStyle/>
                    <a:p>
                      <a:pPr algn="l"/>
                      <a:r>
                        <a:rPr lang="it-IT" sz="1050" dirty="0"/>
                        <a:t>YES</a:t>
                      </a:r>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97327314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3677C3-BEEF-8C67-C2D3-36C8217D0843}"/>
              </a:ext>
            </a:extLst>
          </p:cNvPr>
          <p:cNvSpPr>
            <a:spLocks noGrp="1"/>
          </p:cNvSpPr>
          <p:nvPr>
            <p:ph type="title"/>
          </p:nvPr>
        </p:nvSpPr>
        <p:spPr>
          <a:xfrm>
            <a:off x="279347" y="137870"/>
            <a:ext cx="10044524" cy="1258525"/>
          </a:xfrm>
        </p:spPr>
        <p:txBody>
          <a:bodyPr/>
          <a:lstStyle/>
          <a:p>
            <a:r>
              <a:rPr lang="it-IT" sz="4000" dirty="0"/>
              <a:t>Esempio 1 , </a:t>
            </a:r>
            <a:r>
              <a:rPr lang="it-IT" sz="4000" dirty="0" err="1"/>
              <a:t>timeout</a:t>
            </a:r>
            <a:r>
              <a:rPr lang="it-IT" sz="4000" dirty="0"/>
              <a:t> (errore codice, assenza di </a:t>
            </a:r>
            <a:r>
              <a:rPr lang="it-IT" sz="4000" dirty="0" err="1"/>
              <a:t>warnings</a:t>
            </a:r>
            <a:r>
              <a:rPr lang="it-IT" sz="4000" dirty="0"/>
              <a:t>)</a:t>
            </a:r>
          </a:p>
        </p:txBody>
      </p:sp>
      <p:sp>
        <p:nvSpPr>
          <p:cNvPr id="3" name="Segnaposto contenuto 2">
            <a:extLst>
              <a:ext uri="{FF2B5EF4-FFF2-40B4-BE49-F238E27FC236}">
                <a16:creationId xmlns:a16="http://schemas.microsoft.com/office/drawing/2014/main" id="{4F9952CD-2A41-1750-D645-C52838ACEFAF}"/>
              </a:ext>
            </a:extLst>
          </p:cNvPr>
          <p:cNvSpPr>
            <a:spLocks noGrp="1"/>
          </p:cNvSpPr>
          <p:nvPr>
            <p:ph idx="1"/>
          </p:nvPr>
        </p:nvSpPr>
        <p:spPr>
          <a:xfrm>
            <a:off x="279347" y="1809245"/>
            <a:ext cx="5816653" cy="308445"/>
          </a:xfrm>
        </p:spPr>
        <p:txBody>
          <a:bodyPr>
            <a:normAutofit fontScale="85000" lnSpcReduction="20000"/>
          </a:bodyPr>
          <a:lstStyle/>
          <a:p>
            <a:pPr marL="0" indent="0">
              <a:buNone/>
            </a:pPr>
            <a:r>
              <a:rPr lang="it-IT" b="1" dirty="0"/>
              <a:t>Soluzione: </a:t>
            </a:r>
          </a:p>
        </p:txBody>
      </p:sp>
      <p:pic>
        <p:nvPicPr>
          <p:cNvPr id="9" name="Immagine 8">
            <a:extLst>
              <a:ext uri="{FF2B5EF4-FFF2-40B4-BE49-F238E27FC236}">
                <a16:creationId xmlns:a16="http://schemas.microsoft.com/office/drawing/2014/main" id="{5DE53024-6082-9AB1-38A7-EC5E0A7C6D11}"/>
              </a:ext>
            </a:extLst>
          </p:cNvPr>
          <p:cNvPicPr>
            <a:picLocks noChangeAspect="1"/>
          </p:cNvPicPr>
          <p:nvPr/>
        </p:nvPicPr>
        <p:blipFill>
          <a:blip r:embed="rId2"/>
          <a:srcRect t="46882" b="12466"/>
          <a:stretch>
            <a:fillRect/>
          </a:stretch>
        </p:blipFill>
        <p:spPr>
          <a:xfrm>
            <a:off x="83524" y="2172306"/>
            <a:ext cx="6096000" cy="2694768"/>
          </a:xfrm>
          <a:prstGeom prst="rect">
            <a:avLst/>
          </a:prstGeom>
        </p:spPr>
      </p:pic>
      <p:pic>
        <p:nvPicPr>
          <p:cNvPr id="11" name="Immagine 10">
            <a:extLst>
              <a:ext uri="{FF2B5EF4-FFF2-40B4-BE49-F238E27FC236}">
                <a16:creationId xmlns:a16="http://schemas.microsoft.com/office/drawing/2014/main" id="{27C5BEA9-60EC-64C4-CDFB-7C041C5063F2}"/>
              </a:ext>
            </a:extLst>
          </p:cNvPr>
          <p:cNvPicPr>
            <a:picLocks noChangeAspect="1"/>
          </p:cNvPicPr>
          <p:nvPr/>
        </p:nvPicPr>
        <p:blipFill>
          <a:blip r:embed="rId3"/>
          <a:srcRect t="47466" b="15766"/>
          <a:stretch>
            <a:fillRect/>
          </a:stretch>
        </p:blipFill>
        <p:spPr>
          <a:xfrm>
            <a:off x="6199188" y="2172306"/>
            <a:ext cx="5940036" cy="2694768"/>
          </a:xfrm>
          <a:prstGeom prst="rect">
            <a:avLst/>
          </a:prstGeom>
        </p:spPr>
      </p:pic>
      <p:sp>
        <p:nvSpPr>
          <p:cNvPr id="12" name="CasellaDiTesto 11">
            <a:extLst>
              <a:ext uri="{FF2B5EF4-FFF2-40B4-BE49-F238E27FC236}">
                <a16:creationId xmlns:a16="http://schemas.microsoft.com/office/drawing/2014/main" id="{D50FAB70-2F74-68C1-6AD7-7C6042624D47}"/>
              </a:ext>
            </a:extLst>
          </p:cNvPr>
          <p:cNvSpPr txBox="1"/>
          <p:nvPr/>
        </p:nvSpPr>
        <p:spPr>
          <a:xfrm>
            <a:off x="6416509" y="1809245"/>
            <a:ext cx="4927647" cy="353943"/>
          </a:xfrm>
          <a:prstGeom prst="rect">
            <a:avLst/>
          </a:prstGeom>
          <a:noFill/>
        </p:spPr>
        <p:txBody>
          <a:bodyPr wrap="square" rtlCol="0">
            <a:spAutoFit/>
          </a:bodyPr>
          <a:lstStyle/>
          <a:p>
            <a:r>
              <a:rPr lang="it-IT" sz="1700" b="1" dirty="0"/>
              <a:t>Studente:</a:t>
            </a:r>
          </a:p>
        </p:txBody>
      </p:sp>
      <p:sp>
        <p:nvSpPr>
          <p:cNvPr id="14" name="CasellaDiTesto 13">
            <a:extLst>
              <a:ext uri="{FF2B5EF4-FFF2-40B4-BE49-F238E27FC236}">
                <a16:creationId xmlns:a16="http://schemas.microsoft.com/office/drawing/2014/main" id="{E2498DCC-5BB4-93C8-E4E2-C7D5FD4F7956}"/>
              </a:ext>
            </a:extLst>
          </p:cNvPr>
          <p:cNvSpPr txBox="1"/>
          <p:nvPr/>
        </p:nvSpPr>
        <p:spPr>
          <a:xfrm>
            <a:off x="279347" y="5279923"/>
            <a:ext cx="11666937" cy="1200329"/>
          </a:xfrm>
          <a:prstGeom prst="rect">
            <a:avLst/>
          </a:prstGeom>
          <a:noFill/>
        </p:spPr>
        <p:txBody>
          <a:bodyPr wrap="square" rtlCol="0">
            <a:spAutoFit/>
          </a:bodyPr>
          <a:lstStyle/>
          <a:p>
            <a:r>
              <a:rPr lang="it-IT" dirty="0"/>
              <a:t>In `</a:t>
            </a:r>
            <a:r>
              <a:rPr lang="it-IT" dirty="0" err="1"/>
              <a:t>aggregatore.c</a:t>
            </a:r>
            <a:r>
              <a:rPr lang="it-IT" dirty="0"/>
              <a:t>`, la chiamata a `</a:t>
            </a:r>
            <a:r>
              <a:rPr lang="it-IT" dirty="0" err="1"/>
              <a:t>pthread_create</a:t>
            </a:r>
            <a:r>
              <a:rPr lang="it-IT" dirty="0"/>
              <a:t>` per i </a:t>
            </a:r>
            <a:r>
              <a:rPr lang="it-IT" dirty="0" err="1"/>
              <a:t>thread</a:t>
            </a:r>
            <a:r>
              <a:rPr lang="it-IT" dirty="0"/>
              <a:t> lettori usa lo stesso identificatore di </a:t>
            </a:r>
            <a:r>
              <a:rPr lang="it-IT" dirty="0" err="1"/>
              <a:t>thread</a:t>
            </a:r>
            <a:r>
              <a:rPr lang="it-IT" dirty="0"/>
              <a:t> `scrittore` invece di `lettori[i]`, causando la creazione errata dei </a:t>
            </a:r>
            <a:r>
              <a:rPr lang="it-IT" dirty="0" err="1"/>
              <a:t>thread</a:t>
            </a:r>
            <a:r>
              <a:rPr lang="it-IT" dirty="0"/>
              <a:t>. La riga corretta dovrebbe essere `</a:t>
            </a:r>
            <a:r>
              <a:rPr lang="it-IT" dirty="0" err="1"/>
              <a:t>ret</a:t>
            </a:r>
            <a:r>
              <a:rPr lang="it-IT" dirty="0"/>
              <a:t> = </a:t>
            </a:r>
            <a:r>
              <a:rPr lang="it-IT" dirty="0" err="1"/>
              <a:t>pthread_create</a:t>
            </a:r>
            <a:r>
              <a:rPr lang="it-IT" dirty="0"/>
              <a:t>(&amp;lettori[i], &amp;</a:t>
            </a:r>
            <a:r>
              <a:rPr lang="it-IT" dirty="0" err="1"/>
              <a:t>attr</a:t>
            </a:r>
            <a:r>
              <a:rPr lang="it-IT" dirty="0"/>
              <a:t>, </a:t>
            </a:r>
            <a:r>
              <a:rPr lang="it-IT" dirty="0" err="1"/>
              <a:t>thread_lettore</a:t>
            </a:r>
            <a:r>
              <a:rPr lang="it-IT" dirty="0"/>
              <a:t>, </a:t>
            </a:r>
            <a:r>
              <a:rPr lang="it-IT" dirty="0" err="1"/>
              <a:t>p_lettori</a:t>
            </a:r>
            <a:r>
              <a:rPr lang="it-IT" dirty="0"/>
              <a:t>[i]); `. Questo difetto impedisce la creazione e l'esecuzione corretta dei </a:t>
            </a:r>
            <a:r>
              <a:rPr lang="it-IT" dirty="0" err="1"/>
              <a:t>thread</a:t>
            </a:r>
            <a:r>
              <a:rPr lang="it-IT" dirty="0"/>
              <a:t> lettori.</a:t>
            </a:r>
          </a:p>
        </p:txBody>
      </p:sp>
    </p:spTree>
    <p:extLst>
      <p:ext uri="{BB962C8B-B14F-4D97-AF65-F5344CB8AC3E}">
        <p14:creationId xmlns:p14="http://schemas.microsoft.com/office/powerpoint/2010/main" val="29449234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D121-F1C6-C6D9-1684-FA1ED6E0EC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7C8136-7850-538E-9883-B67BE912C6DD}"/>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dynamic_failure</a:t>
            </a:r>
            <a:r>
              <a:rPr lang="it-IT" sz="3200" dirty="0"/>
              <a:t>) (2):</a:t>
            </a:r>
          </a:p>
        </p:txBody>
      </p:sp>
      <p:graphicFrame>
        <p:nvGraphicFramePr>
          <p:cNvPr id="4" name="Segnaposto contenuto 3">
            <a:extLst>
              <a:ext uri="{FF2B5EF4-FFF2-40B4-BE49-F238E27FC236}">
                <a16:creationId xmlns:a16="http://schemas.microsoft.com/office/drawing/2014/main" id="{BAD857C0-E0F1-F1CC-B2D0-DEBF4FD6D95E}"/>
              </a:ext>
            </a:extLst>
          </p:cNvPr>
          <p:cNvGraphicFramePr>
            <a:graphicFrameLocks noGrp="1"/>
          </p:cNvGraphicFramePr>
          <p:nvPr>
            <p:ph idx="1"/>
            <p:extLst>
              <p:ext uri="{D42A27DB-BD31-4B8C-83A1-F6EECF244321}">
                <p14:modId xmlns:p14="http://schemas.microsoft.com/office/powerpoint/2010/main" val="2136404932"/>
              </p:ext>
            </p:extLst>
          </p:nvPr>
        </p:nvGraphicFramePr>
        <p:xfrm>
          <a:off x="117986" y="594360"/>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607736">
                  <a:extLst>
                    <a:ext uri="{9D8B030D-6E8A-4147-A177-3AD203B41FA5}">
                      <a16:colId xmlns:a16="http://schemas.microsoft.com/office/drawing/2014/main" val="2911452443"/>
                    </a:ext>
                  </a:extLst>
                </a:gridCol>
                <a:gridCol w="516577">
                  <a:extLst>
                    <a:ext uri="{9D8B030D-6E8A-4147-A177-3AD203B41FA5}">
                      <a16:colId xmlns:a16="http://schemas.microsoft.com/office/drawing/2014/main" val="2479012610"/>
                    </a:ext>
                  </a:extLst>
                </a:gridCol>
                <a:gridCol w="385051">
                  <a:extLst>
                    <a:ext uri="{9D8B030D-6E8A-4147-A177-3AD203B41FA5}">
                      <a16:colId xmlns:a16="http://schemas.microsoft.com/office/drawing/2014/main" val="2959452781"/>
                    </a:ext>
                  </a:extLst>
                </a:gridCol>
                <a:gridCol w="415894">
                  <a:extLst>
                    <a:ext uri="{9D8B030D-6E8A-4147-A177-3AD203B41FA5}">
                      <a16:colId xmlns:a16="http://schemas.microsoft.com/office/drawing/2014/main" val="1078437898"/>
                    </a:ext>
                  </a:extLst>
                </a:gridCol>
                <a:gridCol w="456503">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1095698">
                  <a:extLst>
                    <a:ext uri="{9D8B030D-6E8A-4147-A177-3AD203B41FA5}">
                      <a16:colId xmlns:a16="http://schemas.microsoft.com/office/drawing/2014/main" val="3564228665"/>
                    </a:ext>
                  </a:extLst>
                </a:gridCol>
                <a:gridCol w="1054606">
                  <a:extLst>
                    <a:ext uri="{9D8B030D-6E8A-4147-A177-3AD203B41FA5}">
                      <a16:colId xmlns:a16="http://schemas.microsoft.com/office/drawing/2014/main" val="1079194908"/>
                    </a:ext>
                  </a:extLst>
                </a:gridCol>
                <a:gridCol w="769799">
                  <a:extLst>
                    <a:ext uri="{9D8B030D-6E8A-4147-A177-3AD203B41FA5}">
                      <a16:colId xmlns:a16="http://schemas.microsoft.com/office/drawing/2014/main" val="457757330"/>
                    </a:ext>
                  </a:extLst>
                </a:gridCol>
                <a:gridCol w="417350">
                  <a:extLst>
                    <a:ext uri="{9D8B030D-6E8A-4147-A177-3AD203B41FA5}">
                      <a16:colId xmlns:a16="http://schemas.microsoft.com/office/drawing/2014/main" val="75598170"/>
                    </a:ext>
                  </a:extLst>
                </a:gridCol>
                <a:gridCol w="1689471">
                  <a:extLst>
                    <a:ext uri="{9D8B030D-6E8A-4147-A177-3AD203B41FA5}">
                      <a16:colId xmlns:a16="http://schemas.microsoft.com/office/drawing/2014/main" val="963411808"/>
                    </a:ext>
                  </a:extLst>
                </a:gridCol>
                <a:gridCol w="455803">
                  <a:extLst>
                    <a:ext uri="{9D8B030D-6E8A-4147-A177-3AD203B41FA5}">
                      <a16:colId xmlns:a16="http://schemas.microsoft.com/office/drawing/2014/main" val="27591704"/>
                    </a:ext>
                  </a:extLst>
                </a:gridCol>
                <a:gridCol w="1893942">
                  <a:extLst>
                    <a:ext uri="{9D8B030D-6E8A-4147-A177-3AD203B41FA5}">
                      <a16:colId xmlns:a16="http://schemas.microsoft.com/office/drawing/2014/main" val="228824343"/>
                    </a:ext>
                  </a:extLst>
                </a:gridCol>
                <a:gridCol w="388782">
                  <a:extLst>
                    <a:ext uri="{9D8B030D-6E8A-4147-A177-3AD203B41FA5}">
                      <a16:colId xmlns:a16="http://schemas.microsoft.com/office/drawing/2014/main" val="2134066566"/>
                    </a:ext>
                  </a:extLst>
                </a:gridCol>
                <a:gridCol w="50779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amezak1</a:t>
                      </a:r>
                    </a:p>
                  </a:txBody>
                  <a:tcPr/>
                </a:tc>
                <a:tc>
                  <a:txBody>
                    <a:bodyPr/>
                    <a:lstStyle/>
                    <a:p>
                      <a:pPr algn="l"/>
                      <a:r>
                        <a:rPr lang="it-IT" sz="1050" dirty="0" err="1"/>
                        <a:t>remote_procedure_call</a:t>
                      </a:r>
                      <a:endParaRPr lang="it-IT" sz="1050" dirty="0"/>
                    </a:p>
                  </a:txBody>
                  <a:tcPr/>
                </a:tc>
                <a:tc>
                  <a:txBody>
                    <a:bodyPr/>
                    <a:lstStyle/>
                    <a:p>
                      <a:pPr algn="l"/>
                      <a:r>
                        <a:rPr lang="it-IT" sz="1050" dirty="0"/>
                        <a:t>87406a2e5577c34c5d07f4258deb130befec19ba</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call. L'esercizio non è ancora stato svolto </a:t>
                      </a:r>
                      <a:r>
                        <a:rPr lang="it-IT" sz="1050" dirty="0" err="1"/>
                        <a:t>correttamente.L'esecuzione</a:t>
                      </a:r>
                      <a:r>
                        <a:rPr lang="it-IT" sz="1050" dirty="0"/>
                        <a:t> non è corretta: Errore nel valore di PRODUCI CON SOMMA ricevuto dal </a:t>
                      </a:r>
                      <a:r>
                        <a:rPr lang="it-IT" sz="1050" dirty="0" err="1"/>
                        <a:t>server.Il</a:t>
                      </a:r>
                      <a:r>
                        <a:rPr lang="it-IT" sz="1050" dirty="0"/>
                        <a:t> numero totale di messaggi non corrisponde a quello richiesto dalla traccia</a:t>
                      </a:r>
                    </a:p>
                  </a:txBody>
                  <a:tcPr/>
                </a:tc>
                <a:tc>
                  <a:txBody>
                    <a:bodyPr/>
                    <a:lstStyle/>
                    <a:p>
                      <a:pPr algn="l"/>
                      <a:r>
                        <a:rPr lang="it-IT" sz="1050" dirty="0"/>
                        <a:t>[Produttore] Chiamo PRODUCI CON SOMMA(4, 7, 3)\n[Client] Invio richiesta PRODUCI_CON_SOMMA(4, 7, 3)\n[Client] Ricevuto risposta: risultato=0, errore=0\n[Produttore] Chiamo PRODUCI(4)CONTINUA)…</a:t>
                      </a:r>
                    </a:p>
                  </a:txBody>
                  <a:tcPr/>
                </a:tc>
                <a:tc>
                  <a:txBody>
                    <a:bodyPr/>
                    <a:lstStyle/>
                    <a:p>
                      <a:pPr algn="l"/>
                      <a:r>
                        <a:rPr lang="it-IT" sz="1050" dirty="0"/>
                        <a:t>"file": "</a:t>
                      </a:r>
                      <a:r>
                        <a:rPr lang="it-IT" sz="1050" dirty="0" err="1"/>
                        <a:t>server.c</a:t>
                      </a:r>
                      <a:r>
                        <a:rPr lang="it-IT" sz="1050" dirty="0"/>
                        <a:t>",                "line": 46,                "</a:t>
                      </a:r>
                      <a:r>
                        <a:rPr lang="it-IT" sz="1050" dirty="0" err="1"/>
                        <a:t>message</a:t>
                      </a:r>
                      <a:r>
                        <a:rPr lang="it-IT" sz="1050" dirty="0"/>
                        <a:t>": "Per il passaggio dei parametri in </a:t>
                      </a:r>
                      <a:r>
                        <a:rPr lang="it-IT" sz="1050" dirty="0" err="1"/>
                        <a:t>pthread_create</a:t>
                      </a:r>
                      <a:r>
                        <a:rPr lang="it-IT" sz="1050" dirty="0"/>
                        <a:t>(), è’ necessario utilizzare una struttura allocata in memoria heap."</a:t>
                      </a:r>
                    </a:p>
                  </a:txBody>
                  <a:tcPr/>
                </a:tc>
                <a:tc>
                  <a:txBody>
                    <a:bodyPr/>
                    <a:lstStyle/>
                    <a:p>
                      <a:pPr algn="l"/>
                      <a:r>
                        <a:rPr lang="it-IT" sz="1050" dirty="0"/>
                        <a:t>NO</a:t>
                      </a:r>
                    </a:p>
                  </a:txBody>
                  <a:tcPr/>
                </a:tc>
                <a:tc>
                  <a:txBody>
                    <a:bodyPr/>
                    <a:lstStyle/>
                    <a:p>
                      <a:pPr algn="l"/>
                      <a:r>
                        <a:rPr lang="en-US" sz="1050" dirty="0"/>
                        <a:t>The output shows a mismatch in the request-response pairing. Specifically, the worker thread sends a response with result=0 and error=0 for the PRODUCI_CON_SOMMA request, but the actual result of the sum 4+7+3 is 14, which is later consumed. Additionally, some worker threads terminate immediately after sending a response, indicating an incorrect implementation of the worker thread lifecycle. The output also shows missing or mismatched request and response messages, such as the PRODUCI(4) and PRODUCI(8) requests.</a:t>
                      </a:r>
                      <a:endParaRPr lang="it-IT" sz="1050" dirty="0"/>
                    </a:p>
                  </a:txBody>
                  <a:tcPr/>
                </a:tc>
                <a:tc>
                  <a:txBody>
                    <a:bodyPr/>
                    <a:lstStyle/>
                    <a:p>
                      <a:pPr algn="l"/>
                      <a:r>
                        <a:rPr lang="it-IT" sz="1050" dirty="0"/>
                        <a:t>NO</a:t>
                      </a:r>
                    </a:p>
                  </a:txBody>
                  <a:tcPr/>
                </a:tc>
                <a:tc>
                  <a:txBody>
                    <a:bodyPr/>
                    <a:lstStyle/>
                    <a:p>
                      <a:pPr algn="l"/>
                      <a:r>
                        <a:rPr lang="en-US" sz="1050" dirty="0"/>
                        <a:t>In `</a:t>
                      </a:r>
                      <a:r>
                        <a:rPr lang="en-US" sz="1050" dirty="0" err="1"/>
                        <a:t>server.c</a:t>
                      </a:r>
                      <a:r>
                        <a:rPr lang="en-US" sz="1050" dirty="0"/>
                        <a:t>`, the `</a:t>
                      </a:r>
                      <a:r>
                        <a:rPr lang="en-US" sz="1050" dirty="0" err="1"/>
                        <a:t>id_coda_risposte</a:t>
                      </a:r>
                      <a:r>
                        <a:rPr lang="en-US" sz="1050" dirty="0"/>
                        <a:t>` check has a wrong variable reference on line 40: it should be `</a:t>
                      </a:r>
                      <a:r>
                        <a:rPr lang="en-US" sz="1050" dirty="0" err="1"/>
                        <a:t>id_coda_risposte</a:t>
                      </a:r>
                      <a:r>
                        <a:rPr lang="en-US" sz="1050" dirty="0"/>
                        <a:t>` instead of `</a:t>
                      </a:r>
                      <a:r>
                        <a:rPr lang="en-US" sz="1050" dirty="0" err="1"/>
                        <a:t>id_coda_richieste</a:t>
                      </a:r>
                      <a:r>
                        <a:rPr lang="en-US" sz="1050" dirty="0"/>
                        <a:t>`. This incorrect check could lead to premature termination if the response queue creation fails, but the error is not properly handled. The correct check should ensure that both queue creations are successful before proceeding.</a:t>
                      </a:r>
                      <a:endParaRPr lang="it-IT" sz="1050" dirty="0"/>
                    </a:p>
                  </a:txBody>
                  <a:tcPr/>
                </a:tc>
                <a:tc>
                  <a:txBody>
                    <a:bodyPr/>
                    <a:lstStyle/>
                    <a:p>
                      <a:pPr algn="l"/>
                      <a:r>
                        <a:rPr lang="it-IT" sz="1050" dirty="0"/>
                        <a:t>YES</a:t>
                      </a:r>
                    </a:p>
                  </a:txBody>
                  <a:tcPr/>
                </a:tc>
                <a:tc>
                  <a:txBody>
                    <a:bodyPr/>
                    <a:lstStyle/>
                    <a:p>
                      <a:pPr algn="l"/>
                      <a:r>
                        <a:rPr lang="it-IT" sz="1050" dirty="0"/>
                        <a:t>NO</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16644112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52B0F8-B01F-6751-2EBC-D76E5CD895CC}"/>
              </a:ext>
            </a:extLst>
          </p:cNvPr>
          <p:cNvSpPr>
            <a:spLocks noGrp="1"/>
          </p:cNvSpPr>
          <p:nvPr>
            <p:ph type="title"/>
          </p:nvPr>
        </p:nvSpPr>
        <p:spPr>
          <a:xfrm>
            <a:off x="647701" y="627299"/>
            <a:ext cx="3753599" cy="1442153"/>
          </a:xfrm>
        </p:spPr>
        <p:txBody>
          <a:bodyPr vert="horz" lIns="91440" tIns="45720" rIns="91440" bIns="45720" rtlCol="0" anchor="t">
            <a:normAutofit/>
          </a:bodyPr>
          <a:lstStyle/>
          <a:p>
            <a:pPr>
              <a:lnSpc>
                <a:spcPct val="90000"/>
              </a:lnSpc>
            </a:pPr>
            <a:r>
              <a:rPr lang="en-US" sz="3100" dirty="0" err="1"/>
              <a:t>Esempio</a:t>
            </a:r>
            <a:r>
              <a:rPr lang="en-US" sz="3100" dirty="0"/>
              <a:t> dynamic failure (2)</a:t>
            </a:r>
          </a:p>
        </p:txBody>
      </p:sp>
      <p:sp>
        <p:nvSpPr>
          <p:cNvPr id="6" name="CasellaDiTesto 5">
            <a:extLst>
              <a:ext uri="{FF2B5EF4-FFF2-40B4-BE49-F238E27FC236}">
                <a16:creationId xmlns:a16="http://schemas.microsoft.com/office/drawing/2014/main" id="{AAD858A1-445A-570F-7B51-C517E8715751}"/>
              </a:ext>
            </a:extLst>
          </p:cNvPr>
          <p:cNvSpPr txBox="1"/>
          <p:nvPr/>
        </p:nvSpPr>
        <p:spPr>
          <a:xfrm>
            <a:off x="647701" y="2397760"/>
            <a:ext cx="4128367" cy="3622040"/>
          </a:xfrm>
          <a:prstGeom prst="rect">
            <a:avLst/>
          </a:prstGeom>
        </p:spPr>
        <p:txBody>
          <a:bodyPr vert="horz" lIns="91440" tIns="45720" rIns="91440" bIns="45720" rtlCol="0">
            <a:normAutofit/>
          </a:bodyPr>
          <a:lstStyle/>
          <a:p>
            <a:pPr defTabSz="457200">
              <a:lnSpc>
                <a:spcPct val="90000"/>
              </a:lnSpc>
              <a:spcBef>
                <a:spcPts val="1000"/>
              </a:spcBef>
              <a:buClr>
                <a:schemeClr val="accent1"/>
              </a:buClr>
              <a:buSzPct val="80000"/>
              <a:buFont typeface="Wingdings 3" charset="2"/>
              <a:buChar char=""/>
            </a:pPr>
            <a:r>
              <a:rPr lang="it-IT" sz="1700" dirty="0">
                <a:latin typeface="+mj-lt"/>
                <a:ea typeface="+mj-ea"/>
                <a:cs typeface="+mj-cs"/>
              </a:rPr>
              <a:t> In `</a:t>
            </a:r>
            <a:r>
              <a:rPr lang="it-IT" sz="1700" dirty="0" err="1">
                <a:latin typeface="+mj-lt"/>
                <a:ea typeface="+mj-ea"/>
                <a:cs typeface="+mj-cs"/>
              </a:rPr>
              <a:t>server.c</a:t>
            </a:r>
            <a:r>
              <a:rPr lang="it-IT" sz="1700" dirty="0">
                <a:latin typeface="+mj-lt"/>
                <a:ea typeface="+mj-ea"/>
                <a:cs typeface="+mj-cs"/>
              </a:rPr>
              <a:t>`, il controllo di `</a:t>
            </a:r>
            <a:r>
              <a:rPr lang="it-IT" sz="1700" dirty="0" err="1">
                <a:latin typeface="+mj-lt"/>
                <a:ea typeface="+mj-ea"/>
                <a:cs typeface="+mj-cs"/>
              </a:rPr>
              <a:t>id_coda_risposte</a:t>
            </a:r>
            <a:r>
              <a:rPr lang="it-IT" sz="1700" dirty="0">
                <a:latin typeface="+mj-lt"/>
                <a:ea typeface="+mj-ea"/>
                <a:cs typeface="+mj-cs"/>
              </a:rPr>
              <a:t>` ha un riferimento a variabile errato alla riga 40: dovrebbe essere `</a:t>
            </a:r>
            <a:r>
              <a:rPr lang="it-IT" sz="1700" dirty="0" err="1">
                <a:latin typeface="+mj-lt"/>
                <a:ea typeface="+mj-ea"/>
                <a:cs typeface="+mj-cs"/>
              </a:rPr>
              <a:t>id_coda_risposte</a:t>
            </a:r>
            <a:r>
              <a:rPr lang="it-IT" sz="1700" dirty="0">
                <a:latin typeface="+mj-lt"/>
                <a:ea typeface="+mj-ea"/>
                <a:cs typeface="+mj-cs"/>
              </a:rPr>
              <a:t>` invece di `</a:t>
            </a:r>
            <a:r>
              <a:rPr lang="it-IT" sz="1700" dirty="0" err="1">
                <a:latin typeface="+mj-lt"/>
                <a:ea typeface="+mj-ea"/>
                <a:cs typeface="+mj-cs"/>
              </a:rPr>
              <a:t>id_coda_richieste</a:t>
            </a:r>
            <a:r>
              <a:rPr lang="it-IT" sz="1700" dirty="0">
                <a:latin typeface="+mj-lt"/>
                <a:ea typeface="+mj-ea"/>
                <a:cs typeface="+mj-cs"/>
              </a:rPr>
              <a:t>`. Questo controllo errato potrebbe portare a una terminazione prematura se la creazione della coda di risposte fallisce, ma l'errore non viene gestito correttamente. Il controllo corretto dovrebbe garantire che entrambe le creazioni delle code siano riuscite prima di procedere.</a:t>
            </a:r>
            <a:endParaRPr lang="en-US" sz="1700" dirty="0">
              <a:latin typeface="+mj-lt"/>
              <a:ea typeface="+mj-ea"/>
              <a:cs typeface="+mj-cs"/>
            </a:endParaRPr>
          </a:p>
        </p:txBody>
      </p:sp>
      <p:pic>
        <p:nvPicPr>
          <p:cNvPr id="5" name="Immagine 4">
            <a:extLst>
              <a:ext uri="{FF2B5EF4-FFF2-40B4-BE49-F238E27FC236}">
                <a16:creationId xmlns:a16="http://schemas.microsoft.com/office/drawing/2014/main" id="{2CFCFCB8-C081-DD68-81CF-603440172FAF}"/>
              </a:ext>
            </a:extLst>
          </p:cNvPr>
          <p:cNvPicPr>
            <a:picLocks noChangeAspect="1"/>
          </p:cNvPicPr>
          <p:nvPr/>
        </p:nvPicPr>
        <p:blipFill>
          <a:blip r:embed="rId3"/>
          <a:srcRect r="12292" b="-1"/>
          <a:stretch>
            <a:fillRect/>
          </a:stretch>
        </p:blipFill>
        <p:spPr>
          <a:xfrm>
            <a:off x="5050389" y="1447799"/>
            <a:ext cx="6493910" cy="4572001"/>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63223388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D0D8-DCB9-75BF-81C8-A74671A72FC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9B38EA8-579E-4AA7-E6FA-94B058B2F8D2}"/>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dynamic_failure</a:t>
            </a:r>
            <a:r>
              <a:rPr lang="it-IT" sz="3200" dirty="0"/>
              <a:t>) (3):</a:t>
            </a:r>
          </a:p>
        </p:txBody>
      </p:sp>
      <p:graphicFrame>
        <p:nvGraphicFramePr>
          <p:cNvPr id="4" name="Segnaposto contenuto 3">
            <a:extLst>
              <a:ext uri="{FF2B5EF4-FFF2-40B4-BE49-F238E27FC236}">
                <a16:creationId xmlns:a16="http://schemas.microsoft.com/office/drawing/2014/main" id="{E714E8BE-2491-2F5D-B265-04307E481D6B}"/>
              </a:ext>
            </a:extLst>
          </p:cNvPr>
          <p:cNvGraphicFramePr>
            <a:graphicFrameLocks noGrp="1"/>
          </p:cNvGraphicFramePr>
          <p:nvPr>
            <p:ph idx="1"/>
            <p:extLst>
              <p:ext uri="{D42A27DB-BD31-4B8C-83A1-F6EECF244321}">
                <p14:modId xmlns:p14="http://schemas.microsoft.com/office/powerpoint/2010/main" val="364541814"/>
              </p:ext>
            </p:extLst>
          </p:nvPr>
        </p:nvGraphicFramePr>
        <p:xfrm>
          <a:off x="117986" y="594360"/>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607736">
                  <a:extLst>
                    <a:ext uri="{9D8B030D-6E8A-4147-A177-3AD203B41FA5}">
                      <a16:colId xmlns:a16="http://schemas.microsoft.com/office/drawing/2014/main" val="2911452443"/>
                    </a:ext>
                  </a:extLst>
                </a:gridCol>
                <a:gridCol w="516577">
                  <a:extLst>
                    <a:ext uri="{9D8B030D-6E8A-4147-A177-3AD203B41FA5}">
                      <a16:colId xmlns:a16="http://schemas.microsoft.com/office/drawing/2014/main" val="2479012610"/>
                    </a:ext>
                  </a:extLst>
                </a:gridCol>
                <a:gridCol w="385051">
                  <a:extLst>
                    <a:ext uri="{9D8B030D-6E8A-4147-A177-3AD203B41FA5}">
                      <a16:colId xmlns:a16="http://schemas.microsoft.com/office/drawing/2014/main" val="2959452781"/>
                    </a:ext>
                  </a:extLst>
                </a:gridCol>
                <a:gridCol w="415894">
                  <a:extLst>
                    <a:ext uri="{9D8B030D-6E8A-4147-A177-3AD203B41FA5}">
                      <a16:colId xmlns:a16="http://schemas.microsoft.com/office/drawing/2014/main" val="1078437898"/>
                    </a:ext>
                  </a:extLst>
                </a:gridCol>
                <a:gridCol w="456503">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1095698">
                  <a:extLst>
                    <a:ext uri="{9D8B030D-6E8A-4147-A177-3AD203B41FA5}">
                      <a16:colId xmlns:a16="http://schemas.microsoft.com/office/drawing/2014/main" val="3564228665"/>
                    </a:ext>
                  </a:extLst>
                </a:gridCol>
                <a:gridCol w="1054606">
                  <a:extLst>
                    <a:ext uri="{9D8B030D-6E8A-4147-A177-3AD203B41FA5}">
                      <a16:colId xmlns:a16="http://schemas.microsoft.com/office/drawing/2014/main" val="1079194908"/>
                    </a:ext>
                  </a:extLst>
                </a:gridCol>
                <a:gridCol w="769799">
                  <a:extLst>
                    <a:ext uri="{9D8B030D-6E8A-4147-A177-3AD203B41FA5}">
                      <a16:colId xmlns:a16="http://schemas.microsoft.com/office/drawing/2014/main" val="457757330"/>
                    </a:ext>
                  </a:extLst>
                </a:gridCol>
                <a:gridCol w="496319">
                  <a:extLst>
                    <a:ext uri="{9D8B030D-6E8A-4147-A177-3AD203B41FA5}">
                      <a16:colId xmlns:a16="http://schemas.microsoft.com/office/drawing/2014/main" val="75598170"/>
                    </a:ext>
                  </a:extLst>
                </a:gridCol>
                <a:gridCol w="1610502">
                  <a:extLst>
                    <a:ext uri="{9D8B030D-6E8A-4147-A177-3AD203B41FA5}">
                      <a16:colId xmlns:a16="http://schemas.microsoft.com/office/drawing/2014/main" val="963411808"/>
                    </a:ext>
                  </a:extLst>
                </a:gridCol>
                <a:gridCol w="455803">
                  <a:extLst>
                    <a:ext uri="{9D8B030D-6E8A-4147-A177-3AD203B41FA5}">
                      <a16:colId xmlns:a16="http://schemas.microsoft.com/office/drawing/2014/main" val="27591704"/>
                    </a:ext>
                  </a:extLst>
                </a:gridCol>
                <a:gridCol w="1893942">
                  <a:extLst>
                    <a:ext uri="{9D8B030D-6E8A-4147-A177-3AD203B41FA5}">
                      <a16:colId xmlns:a16="http://schemas.microsoft.com/office/drawing/2014/main" val="228824343"/>
                    </a:ext>
                  </a:extLst>
                </a:gridCol>
                <a:gridCol w="388782">
                  <a:extLst>
                    <a:ext uri="{9D8B030D-6E8A-4147-A177-3AD203B41FA5}">
                      <a16:colId xmlns:a16="http://schemas.microsoft.com/office/drawing/2014/main" val="2134066566"/>
                    </a:ext>
                  </a:extLst>
                </a:gridCol>
                <a:gridCol w="50779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antocenna</a:t>
                      </a:r>
                      <a:endParaRPr lang="it-IT" sz="1050" dirty="0"/>
                    </a:p>
                  </a:txBody>
                  <a:tcPr/>
                </a:tc>
                <a:tc>
                  <a:txBody>
                    <a:bodyPr/>
                    <a:lstStyle/>
                    <a:p>
                      <a:pPr algn="l"/>
                      <a:r>
                        <a:rPr lang="it-IT" sz="1050" dirty="0" err="1"/>
                        <a:t>remote_procedure_call</a:t>
                      </a:r>
                      <a:endParaRPr lang="it-IT" sz="1050" dirty="0"/>
                    </a:p>
                  </a:txBody>
                  <a:tcPr/>
                </a:tc>
                <a:tc>
                  <a:txBody>
                    <a:bodyPr/>
                    <a:lstStyle/>
                    <a:p>
                      <a:pPr algn="l"/>
                      <a:r>
                        <a:rPr lang="it-IT" sz="1050" dirty="0"/>
                        <a:t>e6dba1ea36e0322dc41b3c841ea504a7d1200aaa</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a:t>
                      </a:r>
                      <a:r>
                        <a:rPr lang="it-IT" sz="1050" dirty="0" err="1"/>
                        <a:t>call.L'esercizio</a:t>
                      </a:r>
                      <a:r>
                        <a:rPr lang="it-IT" sz="1050" dirty="0"/>
                        <a:t> non è ancora stato svolto </a:t>
                      </a:r>
                      <a:r>
                        <a:rPr lang="it-IT" sz="1050" dirty="0" err="1"/>
                        <a:t>correttamente.L'esecuzione</a:t>
                      </a:r>
                      <a:r>
                        <a:rPr lang="it-IT" sz="1050" dirty="0"/>
                        <a:t> non è corretta: Errore nel valore di PRODUCI CON SOMMA ricevuto dal </a:t>
                      </a:r>
                      <a:r>
                        <a:rPr lang="it-IT" sz="1050" dirty="0" err="1"/>
                        <a:t>server.Il</a:t>
                      </a:r>
                      <a:r>
                        <a:rPr lang="it-IT" sz="1050" dirty="0"/>
                        <a:t> numero totale di messaggi non corrisponde a quello richiesto dalla traccia</a:t>
                      </a:r>
                    </a:p>
                  </a:txBody>
                  <a:tcPr/>
                </a:tc>
                <a:tc>
                  <a:txBody>
                    <a:bodyPr/>
                    <a:lstStyle/>
                    <a:p>
                      <a:pPr algn="l"/>
                      <a:r>
                        <a:rPr lang="it-IT" sz="1050" dirty="0"/>
                        <a:t>[Produttore] Chiamo PRODUCI CON SOMMA(7, 6, 9)\n[Client] Invio richiesta PRODUCI_CON_SOMMA(7, 6, 9)\n[Client] Ricevuto risposta: risultato=0, errore=0\n[Produttore] Chiamo PRODUCI(4) (CONTINUA)…</a:t>
                      </a:r>
                    </a:p>
                  </a:txBody>
                  <a:tcPr/>
                </a:tc>
                <a:tc>
                  <a:txBody>
                    <a:bodyPr/>
                    <a:lstStyle/>
                    <a:p>
                      <a:pPr algn="l"/>
                      <a:r>
                        <a:rPr lang="it-IT" sz="1050" dirty="0"/>
                        <a:t>"file": "</a:t>
                      </a:r>
                      <a:r>
                        <a:rPr lang="it-IT" sz="1050" dirty="0" err="1"/>
                        <a:t>server.c</a:t>
                      </a:r>
                      <a:r>
                        <a:rPr lang="it-IT" sz="1050" dirty="0"/>
                        <a:t>",                "line": 46,                "</a:t>
                      </a:r>
                      <a:r>
                        <a:rPr lang="it-IT" sz="1050" dirty="0" err="1"/>
                        <a:t>message</a:t>
                      </a:r>
                      <a:r>
                        <a:rPr lang="it-IT" sz="1050" dirty="0"/>
                        <a:t>": "Per il passaggio dei parametri in </a:t>
                      </a:r>
                      <a:r>
                        <a:rPr lang="it-IT" sz="1050" dirty="0" err="1"/>
                        <a:t>pthread_create</a:t>
                      </a:r>
                      <a:r>
                        <a:rPr lang="it-IT" sz="1050" dirty="0"/>
                        <a:t>(), è necessario utilizzare una struttura allocata in memoria heap."</a:t>
                      </a:r>
                    </a:p>
                  </a:txBody>
                  <a:tcPr/>
                </a:tc>
                <a:tc>
                  <a:txBody>
                    <a:bodyPr/>
                    <a:lstStyle/>
                    <a:p>
                      <a:pPr algn="l"/>
                      <a:r>
                        <a:rPr lang="it-IT" sz="1050" dirty="0"/>
                        <a:t>YES</a:t>
                      </a:r>
                    </a:p>
                  </a:txBody>
                  <a:tcPr/>
                </a:tc>
                <a:tc>
                  <a:txBody>
                    <a:bodyPr/>
                    <a:lstStyle/>
                    <a:p>
                      <a:pPr algn="l"/>
                      <a:r>
                        <a:rPr lang="en-US" sz="1050" dirty="0"/>
                        <a:t>No concrete output mismatch is visible from the provided information. The client-server interaction, including RPC requests and replies, producer-consumer exchanges, and worker-thread activities, appears coherent and correctly ordered. Request-response pairs match, and computed values (e.g., sum) are consistent with later consume operations. The trace shows a plausible concurrent execution with proper request/reply pairing and no glaring omissions.</a:t>
                      </a:r>
                      <a:endParaRPr lang="it-IT" sz="1050" dirty="0"/>
                    </a:p>
                  </a:txBody>
                  <a:tcPr/>
                </a:tc>
                <a:tc>
                  <a:txBody>
                    <a:bodyPr/>
                    <a:lstStyle/>
                    <a:p>
                      <a:pPr algn="l"/>
                      <a:r>
                        <a:rPr lang="it-IT" sz="1050" dirty="0"/>
                        <a:t>NO</a:t>
                      </a:r>
                    </a:p>
                  </a:txBody>
                  <a:tcPr/>
                </a:tc>
                <a:tc>
                  <a:txBody>
                    <a:bodyPr/>
                    <a:lstStyle/>
                    <a:p>
                      <a:pPr algn="l"/>
                      <a:r>
                        <a:rPr lang="en-US" sz="1050" dirty="0"/>
                        <a:t>In `</a:t>
                      </a:r>
                      <a:r>
                        <a:rPr lang="en-US" sz="1050" dirty="0" err="1"/>
                        <a:t>server.c</a:t>
                      </a:r>
                      <a:r>
                        <a:rPr lang="en-US" sz="1050" dirty="0"/>
                        <a:t>`, the `worker` function creates a `param` struct and passes it to `</a:t>
                      </a:r>
                      <a:r>
                        <a:rPr lang="en-US" sz="1050" dirty="0" err="1"/>
                        <a:t>pthread_create</a:t>
                      </a:r>
                      <a:r>
                        <a:rPr lang="en-US" sz="1050" dirty="0"/>
                        <a:t>`, but the struct is freed at the end of the `worker` function. However, the `</a:t>
                      </a:r>
                      <a:r>
                        <a:rPr lang="en-US" sz="1050" dirty="0" err="1"/>
                        <a:t>pthread_create</a:t>
                      </a:r>
                      <a:r>
                        <a:rPr lang="en-US" sz="1050" dirty="0"/>
                        <a:t>` function does not make a copy of the struct, and the `worker` function accesses the struct after it has been freed. This is a defect in ownership/lifetime management. The fix is to remove the `free(p)` statement, as the `</a:t>
                      </a:r>
                      <a:r>
                        <a:rPr lang="en-US" sz="1050" dirty="0" err="1"/>
                        <a:t>pthread_create</a:t>
                      </a:r>
                      <a:r>
                        <a:rPr lang="en-US" sz="1050" dirty="0"/>
                        <a:t>` function will not free the memory.</a:t>
                      </a:r>
                      <a:endParaRPr lang="it-IT" sz="1050" dirty="0"/>
                    </a:p>
                  </a:txBody>
                  <a:tcPr/>
                </a:tc>
                <a:tc>
                  <a:txBody>
                    <a:bodyPr/>
                    <a:lstStyle/>
                    <a:p>
                      <a:pPr algn="l"/>
                      <a:r>
                        <a:rPr lang="it-IT" sz="1050" dirty="0"/>
                        <a:t>NO</a:t>
                      </a:r>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73283076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0EC0E2-A413-9ABB-7687-0726DC3A8A3B}"/>
              </a:ext>
            </a:extLst>
          </p:cNvPr>
          <p:cNvSpPr>
            <a:spLocks noGrp="1"/>
          </p:cNvSpPr>
          <p:nvPr>
            <p:ph type="title"/>
          </p:nvPr>
        </p:nvSpPr>
        <p:spPr>
          <a:xfrm>
            <a:off x="648930" y="629266"/>
            <a:ext cx="4795482" cy="1641987"/>
          </a:xfrm>
        </p:spPr>
        <p:txBody>
          <a:bodyPr vert="horz" lIns="91440" tIns="45720" rIns="91440" bIns="45720" rtlCol="0" anchor="t">
            <a:normAutofit/>
          </a:bodyPr>
          <a:lstStyle/>
          <a:p>
            <a:r>
              <a:rPr lang="en-US"/>
              <a:t>Esempio dynamic failure (3)</a:t>
            </a:r>
          </a:p>
        </p:txBody>
      </p:sp>
      <p:pic>
        <p:nvPicPr>
          <p:cNvPr id="5" name="Segnaposto contenuto 4">
            <a:extLst>
              <a:ext uri="{FF2B5EF4-FFF2-40B4-BE49-F238E27FC236}">
                <a16:creationId xmlns:a16="http://schemas.microsoft.com/office/drawing/2014/main" id="{F36C790E-BF8A-7FB2-E247-1B7602F9C527}"/>
              </a:ext>
            </a:extLst>
          </p:cNvPr>
          <p:cNvPicPr>
            <a:picLocks noGrp="1" noChangeAspect="1"/>
          </p:cNvPicPr>
          <p:nvPr>
            <p:ph idx="1"/>
          </p:nvPr>
        </p:nvPicPr>
        <p:blipFill>
          <a:blip r:embed="rId3"/>
          <a:srcRect r="3835" b="1"/>
          <a:stretch>
            <a:fillRect/>
          </a:stretch>
        </p:blipFill>
        <p:spPr>
          <a:xfrm>
            <a:off x="6094410" y="609601"/>
            <a:ext cx="5449889" cy="5638797"/>
          </a:xfrm>
          <a:prstGeom prst="rect">
            <a:avLst/>
          </a:prstGeom>
          <a:effectLst>
            <a:outerShdw blurRad="50800" dist="38100" dir="5400000" algn="t" rotWithShape="0">
              <a:prstClr val="black">
                <a:alpha val="43000"/>
              </a:prstClr>
            </a:outerShdw>
          </a:effectLst>
        </p:spPr>
      </p:pic>
      <p:sp>
        <p:nvSpPr>
          <p:cNvPr id="12" name="Rectangle 11">
            <a:extLst>
              <a:ext uri="{FF2B5EF4-FFF2-40B4-BE49-F238E27FC236}">
                <a16:creationId xmlns:a16="http://schemas.microsoft.com/office/drawing/2014/main" id="{DC111578-7105-4228-B481-A1CA45D1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7" name="CasellaDiTesto 6">
            <a:extLst>
              <a:ext uri="{FF2B5EF4-FFF2-40B4-BE49-F238E27FC236}">
                <a16:creationId xmlns:a16="http://schemas.microsoft.com/office/drawing/2014/main" id="{52C53D47-946E-6AA3-508E-3415D4806054}"/>
              </a:ext>
            </a:extLst>
          </p:cNvPr>
          <p:cNvSpPr txBox="1"/>
          <p:nvPr/>
        </p:nvSpPr>
        <p:spPr>
          <a:xfrm>
            <a:off x="647701" y="2438401"/>
            <a:ext cx="4797256" cy="3809998"/>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In `</a:t>
            </a:r>
            <a:r>
              <a:rPr lang="en-US" dirty="0" err="1">
                <a:latin typeface="+mj-lt"/>
                <a:ea typeface="+mj-ea"/>
                <a:cs typeface="+mj-cs"/>
              </a:rPr>
              <a:t>server.c</a:t>
            </a:r>
            <a:r>
              <a:rPr lang="en-US" dirty="0">
                <a:latin typeface="+mj-lt"/>
                <a:ea typeface="+mj-ea"/>
                <a:cs typeface="+mj-cs"/>
              </a:rPr>
              <a:t>`, la </a:t>
            </a:r>
            <a:r>
              <a:rPr lang="en-US" dirty="0" err="1">
                <a:latin typeface="+mj-lt"/>
                <a:ea typeface="+mj-ea"/>
                <a:cs typeface="+mj-cs"/>
              </a:rPr>
              <a:t>funzione</a:t>
            </a:r>
            <a:r>
              <a:rPr lang="en-US" dirty="0">
                <a:latin typeface="+mj-lt"/>
                <a:ea typeface="+mj-ea"/>
                <a:cs typeface="+mj-cs"/>
              </a:rPr>
              <a:t> `worker` </a:t>
            </a:r>
            <a:r>
              <a:rPr lang="en-US" dirty="0" err="1">
                <a:latin typeface="+mj-lt"/>
                <a:ea typeface="+mj-ea"/>
                <a:cs typeface="+mj-cs"/>
              </a:rPr>
              <a:t>crea</a:t>
            </a:r>
            <a:r>
              <a:rPr lang="en-US" dirty="0">
                <a:latin typeface="+mj-lt"/>
                <a:ea typeface="+mj-ea"/>
                <a:cs typeface="+mj-cs"/>
              </a:rPr>
              <a:t> </a:t>
            </a:r>
            <a:r>
              <a:rPr lang="en-US" dirty="0" err="1">
                <a:latin typeface="+mj-lt"/>
                <a:ea typeface="+mj-ea"/>
                <a:cs typeface="+mj-cs"/>
              </a:rPr>
              <a:t>una</a:t>
            </a:r>
            <a:r>
              <a:rPr lang="en-US" dirty="0">
                <a:latin typeface="+mj-lt"/>
                <a:ea typeface="+mj-ea"/>
                <a:cs typeface="+mj-cs"/>
              </a:rPr>
              <a:t> </a:t>
            </a:r>
            <a:r>
              <a:rPr lang="en-US" dirty="0" err="1">
                <a:latin typeface="+mj-lt"/>
                <a:ea typeface="+mj-ea"/>
                <a:cs typeface="+mj-cs"/>
              </a:rPr>
              <a:t>struttura</a:t>
            </a:r>
            <a:r>
              <a:rPr lang="en-US" dirty="0">
                <a:latin typeface="+mj-lt"/>
                <a:ea typeface="+mj-ea"/>
                <a:cs typeface="+mj-cs"/>
              </a:rPr>
              <a:t> `param` e la </a:t>
            </a:r>
            <a:r>
              <a:rPr lang="en-US" dirty="0" err="1">
                <a:latin typeface="+mj-lt"/>
                <a:ea typeface="+mj-ea"/>
                <a:cs typeface="+mj-cs"/>
              </a:rPr>
              <a:t>passa</a:t>
            </a:r>
            <a:r>
              <a:rPr lang="en-US" dirty="0">
                <a:latin typeface="+mj-lt"/>
                <a:ea typeface="+mj-ea"/>
                <a:cs typeface="+mj-cs"/>
              </a:rPr>
              <a:t> a `</a:t>
            </a:r>
            <a:r>
              <a:rPr lang="en-US" dirty="0" err="1">
                <a:latin typeface="+mj-lt"/>
                <a:ea typeface="+mj-ea"/>
                <a:cs typeface="+mj-cs"/>
              </a:rPr>
              <a:t>pthread_create</a:t>
            </a:r>
            <a:r>
              <a:rPr lang="en-US" dirty="0">
                <a:latin typeface="+mj-lt"/>
                <a:ea typeface="+mj-ea"/>
                <a:cs typeface="+mj-cs"/>
              </a:rPr>
              <a:t>`, ma la </a:t>
            </a:r>
            <a:r>
              <a:rPr lang="en-US" dirty="0" err="1">
                <a:latin typeface="+mj-lt"/>
                <a:ea typeface="+mj-ea"/>
                <a:cs typeface="+mj-cs"/>
              </a:rPr>
              <a:t>struttura</a:t>
            </a:r>
            <a:r>
              <a:rPr lang="en-US" dirty="0">
                <a:latin typeface="+mj-lt"/>
                <a:ea typeface="+mj-ea"/>
                <a:cs typeface="+mj-cs"/>
              </a:rPr>
              <a:t> </a:t>
            </a:r>
            <a:r>
              <a:rPr lang="en-US" dirty="0" err="1">
                <a:latin typeface="+mj-lt"/>
                <a:ea typeface="+mj-ea"/>
                <a:cs typeface="+mj-cs"/>
              </a:rPr>
              <a:t>viene</a:t>
            </a:r>
            <a:r>
              <a:rPr lang="en-US" dirty="0">
                <a:latin typeface="+mj-lt"/>
                <a:ea typeface="+mj-ea"/>
                <a:cs typeface="+mj-cs"/>
              </a:rPr>
              <a:t> </a:t>
            </a:r>
            <a:r>
              <a:rPr lang="en-US" dirty="0" err="1">
                <a:latin typeface="+mj-lt"/>
                <a:ea typeface="+mj-ea"/>
                <a:cs typeface="+mj-cs"/>
              </a:rPr>
              <a:t>liberata</a:t>
            </a:r>
            <a:r>
              <a:rPr lang="en-US" dirty="0">
                <a:latin typeface="+mj-lt"/>
                <a:ea typeface="+mj-ea"/>
                <a:cs typeface="+mj-cs"/>
              </a:rPr>
              <a:t> alla fine della </a:t>
            </a:r>
            <a:r>
              <a:rPr lang="en-US" dirty="0" err="1">
                <a:latin typeface="+mj-lt"/>
                <a:ea typeface="+mj-ea"/>
                <a:cs typeface="+mj-cs"/>
              </a:rPr>
              <a:t>funzione</a:t>
            </a:r>
            <a:r>
              <a:rPr lang="en-US" dirty="0">
                <a:latin typeface="+mj-lt"/>
                <a:ea typeface="+mj-ea"/>
                <a:cs typeface="+mj-cs"/>
              </a:rPr>
              <a:t> `worker`. </a:t>
            </a:r>
            <a:r>
              <a:rPr lang="en-US" dirty="0" err="1">
                <a:latin typeface="+mj-lt"/>
                <a:ea typeface="+mj-ea"/>
                <a:cs typeface="+mj-cs"/>
              </a:rPr>
              <a:t>Tuttavia</a:t>
            </a:r>
            <a:r>
              <a:rPr lang="en-US" dirty="0">
                <a:latin typeface="+mj-lt"/>
                <a:ea typeface="+mj-ea"/>
                <a:cs typeface="+mj-cs"/>
              </a:rPr>
              <a:t>, la </a:t>
            </a:r>
            <a:r>
              <a:rPr lang="en-US" dirty="0" err="1">
                <a:latin typeface="+mj-lt"/>
                <a:ea typeface="+mj-ea"/>
                <a:cs typeface="+mj-cs"/>
              </a:rPr>
              <a:t>funzione</a:t>
            </a:r>
            <a:r>
              <a:rPr lang="en-US" dirty="0">
                <a:latin typeface="+mj-lt"/>
                <a:ea typeface="+mj-ea"/>
                <a:cs typeface="+mj-cs"/>
              </a:rPr>
              <a:t> `</a:t>
            </a:r>
            <a:r>
              <a:rPr lang="en-US" dirty="0" err="1">
                <a:latin typeface="+mj-lt"/>
                <a:ea typeface="+mj-ea"/>
                <a:cs typeface="+mj-cs"/>
              </a:rPr>
              <a:t>pthread_create</a:t>
            </a:r>
            <a:r>
              <a:rPr lang="en-US" dirty="0">
                <a:latin typeface="+mj-lt"/>
                <a:ea typeface="+mj-ea"/>
                <a:cs typeface="+mj-cs"/>
              </a:rPr>
              <a:t>` non fa </a:t>
            </a:r>
            <a:r>
              <a:rPr lang="en-US" dirty="0" err="1">
                <a:latin typeface="+mj-lt"/>
                <a:ea typeface="+mj-ea"/>
                <a:cs typeface="+mj-cs"/>
              </a:rPr>
              <a:t>una</a:t>
            </a:r>
            <a:r>
              <a:rPr lang="en-US" dirty="0">
                <a:latin typeface="+mj-lt"/>
                <a:ea typeface="+mj-ea"/>
                <a:cs typeface="+mj-cs"/>
              </a:rPr>
              <a:t> </a:t>
            </a:r>
            <a:r>
              <a:rPr lang="en-US" dirty="0" err="1">
                <a:latin typeface="+mj-lt"/>
                <a:ea typeface="+mj-ea"/>
                <a:cs typeface="+mj-cs"/>
              </a:rPr>
              <a:t>copia</a:t>
            </a:r>
            <a:r>
              <a:rPr lang="en-US" dirty="0">
                <a:latin typeface="+mj-lt"/>
                <a:ea typeface="+mj-ea"/>
                <a:cs typeface="+mj-cs"/>
              </a:rPr>
              <a:t> della </a:t>
            </a:r>
            <a:r>
              <a:rPr lang="en-US" dirty="0" err="1">
                <a:latin typeface="+mj-lt"/>
                <a:ea typeface="+mj-ea"/>
                <a:cs typeface="+mj-cs"/>
              </a:rPr>
              <a:t>struttura</a:t>
            </a:r>
            <a:r>
              <a:rPr lang="en-US" dirty="0">
                <a:latin typeface="+mj-lt"/>
                <a:ea typeface="+mj-ea"/>
                <a:cs typeface="+mj-cs"/>
              </a:rPr>
              <a:t>, e la </a:t>
            </a:r>
            <a:r>
              <a:rPr lang="en-US" dirty="0" err="1">
                <a:latin typeface="+mj-lt"/>
                <a:ea typeface="+mj-ea"/>
                <a:cs typeface="+mj-cs"/>
              </a:rPr>
              <a:t>funzione</a:t>
            </a:r>
            <a:r>
              <a:rPr lang="en-US" dirty="0">
                <a:latin typeface="+mj-lt"/>
                <a:ea typeface="+mj-ea"/>
                <a:cs typeface="+mj-cs"/>
              </a:rPr>
              <a:t> `worker` accede alla </a:t>
            </a:r>
            <a:r>
              <a:rPr lang="en-US" dirty="0" err="1">
                <a:latin typeface="+mj-lt"/>
                <a:ea typeface="+mj-ea"/>
                <a:cs typeface="+mj-cs"/>
              </a:rPr>
              <a:t>struttura</a:t>
            </a:r>
            <a:r>
              <a:rPr lang="en-US" dirty="0">
                <a:latin typeface="+mj-lt"/>
                <a:ea typeface="+mj-ea"/>
                <a:cs typeface="+mj-cs"/>
              </a:rPr>
              <a:t> dopo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stata</a:t>
            </a:r>
            <a:r>
              <a:rPr lang="en-US" dirty="0">
                <a:latin typeface="+mj-lt"/>
                <a:ea typeface="+mj-ea"/>
                <a:cs typeface="+mj-cs"/>
              </a:rPr>
              <a:t> </a:t>
            </a:r>
            <a:r>
              <a:rPr lang="en-US" dirty="0" err="1">
                <a:latin typeface="+mj-lt"/>
                <a:ea typeface="+mj-ea"/>
                <a:cs typeface="+mj-cs"/>
              </a:rPr>
              <a:t>liberata</a:t>
            </a:r>
            <a:r>
              <a:rPr lang="en-US" dirty="0">
                <a:latin typeface="+mj-lt"/>
                <a:ea typeface="+mj-ea"/>
                <a:cs typeface="+mj-cs"/>
              </a:rPr>
              <a:t>. </a:t>
            </a:r>
            <a:r>
              <a:rPr lang="en-US" dirty="0" err="1">
                <a:latin typeface="+mj-lt"/>
                <a:ea typeface="+mj-ea"/>
                <a:cs typeface="+mj-cs"/>
              </a:rPr>
              <a:t>Questo</a:t>
            </a:r>
            <a:r>
              <a:rPr lang="en-US" dirty="0">
                <a:latin typeface="+mj-lt"/>
                <a:ea typeface="+mj-ea"/>
                <a:cs typeface="+mj-cs"/>
              </a:rPr>
              <a:t> è un </a:t>
            </a:r>
            <a:r>
              <a:rPr lang="en-US" dirty="0" err="1">
                <a:latin typeface="+mj-lt"/>
                <a:ea typeface="+mj-ea"/>
                <a:cs typeface="+mj-cs"/>
              </a:rPr>
              <a:t>difetto</a:t>
            </a:r>
            <a:r>
              <a:rPr lang="en-US" dirty="0">
                <a:latin typeface="+mj-lt"/>
                <a:ea typeface="+mj-ea"/>
                <a:cs typeface="+mj-cs"/>
              </a:rPr>
              <a:t> </a:t>
            </a:r>
            <a:r>
              <a:rPr lang="en-US" dirty="0" err="1">
                <a:latin typeface="+mj-lt"/>
                <a:ea typeface="+mj-ea"/>
                <a:cs typeface="+mj-cs"/>
              </a:rPr>
              <a:t>nella</a:t>
            </a:r>
            <a:r>
              <a:rPr lang="en-US" dirty="0">
                <a:latin typeface="+mj-lt"/>
                <a:ea typeface="+mj-ea"/>
                <a:cs typeface="+mj-cs"/>
              </a:rPr>
              <a:t> </a:t>
            </a:r>
            <a:r>
              <a:rPr lang="en-US" dirty="0" err="1">
                <a:latin typeface="+mj-lt"/>
                <a:ea typeface="+mj-ea"/>
                <a:cs typeface="+mj-cs"/>
              </a:rPr>
              <a:t>gestione</a:t>
            </a:r>
            <a:r>
              <a:rPr lang="en-US" dirty="0">
                <a:latin typeface="+mj-lt"/>
                <a:ea typeface="+mj-ea"/>
                <a:cs typeface="+mj-cs"/>
              </a:rPr>
              <a:t> della </a:t>
            </a:r>
            <a:r>
              <a:rPr lang="en-US" dirty="0" err="1">
                <a:latin typeface="+mj-lt"/>
                <a:ea typeface="+mj-ea"/>
                <a:cs typeface="+mj-cs"/>
              </a:rPr>
              <a:t>proprietà</a:t>
            </a:r>
            <a:r>
              <a:rPr lang="en-US" dirty="0">
                <a:latin typeface="+mj-lt"/>
                <a:ea typeface="+mj-ea"/>
                <a:cs typeface="+mj-cs"/>
              </a:rPr>
              <a:t>/della </a:t>
            </a:r>
            <a:r>
              <a:rPr lang="en-US" dirty="0" err="1">
                <a:latin typeface="+mj-lt"/>
                <a:ea typeface="+mj-ea"/>
                <a:cs typeface="+mj-cs"/>
              </a:rPr>
              <a:t>durata</a:t>
            </a:r>
            <a:r>
              <a:rPr lang="en-US" dirty="0">
                <a:latin typeface="+mj-lt"/>
                <a:ea typeface="+mj-ea"/>
                <a:cs typeface="+mj-cs"/>
              </a:rPr>
              <a:t> di vita. La </a:t>
            </a:r>
            <a:r>
              <a:rPr lang="en-US" dirty="0" err="1">
                <a:latin typeface="+mj-lt"/>
                <a:ea typeface="+mj-ea"/>
                <a:cs typeface="+mj-cs"/>
              </a:rPr>
              <a:t>soluzione</a:t>
            </a:r>
            <a:r>
              <a:rPr lang="en-US" dirty="0">
                <a:latin typeface="+mj-lt"/>
                <a:ea typeface="+mj-ea"/>
                <a:cs typeface="+mj-cs"/>
              </a:rPr>
              <a:t> è </a:t>
            </a:r>
            <a:r>
              <a:rPr lang="en-US" dirty="0" err="1">
                <a:latin typeface="+mj-lt"/>
                <a:ea typeface="+mj-ea"/>
                <a:cs typeface="+mj-cs"/>
              </a:rPr>
              <a:t>rimuovere</a:t>
            </a:r>
            <a:r>
              <a:rPr lang="en-US" dirty="0">
                <a:latin typeface="+mj-lt"/>
                <a:ea typeface="+mj-ea"/>
                <a:cs typeface="+mj-cs"/>
              </a:rPr>
              <a:t> </a:t>
            </a:r>
            <a:r>
              <a:rPr lang="en-US" dirty="0" err="1">
                <a:latin typeface="+mj-lt"/>
                <a:ea typeface="+mj-ea"/>
                <a:cs typeface="+mj-cs"/>
              </a:rPr>
              <a:t>l'istruzione</a:t>
            </a:r>
            <a:r>
              <a:rPr lang="en-US" dirty="0">
                <a:latin typeface="+mj-lt"/>
                <a:ea typeface="+mj-ea"/>
                <a:cs typeface="+mj-cs"/>
              </a:rPr>
              <a:t> `free(p)`, </a:t>
            </a:r>
            <a:r>
              <a:rPr lang="en-US" dirty="0" err="1">
                <a:latin typeface="+mj-lt"/>
                <a:ea typeface="+mj-ea"/>
                <a:cs typeface="+mj-cs"/>
              </a:rPr>
              <a:t>poiché</a:t>
            </a:r>
            <a:r>
              <a:rPr lang="en-US" dirty="0">
                <a:latin typeface="+mj-lt"/>
                <a:ea typeface="+mj-ea"/>
                <a:cs typeface="+mj-cs"/>
              </a:rPr>
              <a:t> la </a:t>
            </a:r>
            <a:r>
              <a:rPr lang="en-US" dirty="0" err="1">
                <a:latin typeface="+mj-lt"/>
                <a:ea typeface="+mj-ea"/>
                <a:cs typeface="+mj-cs"/>
              </a:rPr>
              <a:t>funzione</a:t>
            </a:r>
            <a:r>
              <a:rPr lang="en-US" dirty="0">
                <a:latin typeface="+mj-lt"/>
                <a:ea typeface="+mj-ea"/>
                <a:cs typeface="+mj-cs"/>
              </a:rPr>
              <a:t> `</a:t>
            </a:r>
            <a:r>
              <a:rPr lang="en-US" dirty="0" err="1">
                <a:latin typeface="+mj-lt"/>
                <a:ea typeface="+mj-ea"/>
                <a:cs typeface="+mj-cs"/>
              </a:rPr>
              <a:t>pthread_create</a:t>
            </a:r>
            <a:r>
              <a:rPr lang="en-US" dirty="0">
                <a:latin typeface="+mj-lt"/>
                <a:ea typeface="+mj-ea"/>
                <a:cs typeface="+mj-cs"/>
              </a:rPr>
              <a:t>` non </a:t>
            </a:r>
            <a:r>
              <a:rPr lang="en-US" dirty="0" err="1">
                <a:latin typeface="+mj-lt"/>
                <a:ea typeface="+mj-ea"/>
                <a:cs typeface="+mj-cs"/>
              </a:rPr>
              <a:t>libererà</a:t>
            </a:r>
            <a:r>
              <a:rPr lang="en-US" dirty="0">
                <a:latin typeface="+mj-lt"/>
                <a:ea typeface="+mj-ea"/>
                <a:cs typeface="+mj-cs"/>
              </a:rPr>
              <a:t> la memoria.</a:t>
            </a:r>
          </a:p>
        </p:txBody>
      </p:sp>
    </p:spTree>
    <p:extLst>
      <p:ext uri="{BB962C8B-B14F-4D97-AF65-F5344CB8AC3E}">
        <p14:creationId xmlns:p14="http://schemas.microsoft.com/office/powerpoint/2010/main" val="127057228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62F9-1E79-8F57-4DD5-573750C477C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7A82174-2BC6-4711-ECE3-E184A2217832}"/>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static_failure</a:t>
            </a:r>
            <a:r>
              <a:rPr lang="it-IT" sz="3200" dirty="0"/>
              <a:t>) (1):</a:t>
            </a:r>
          </a:p>
        </p:txBody>
      </p:sp>
      <p:sp>
        <p:nvSpPr>
          <p:cNvPr id="6" name="Segnaposto contenuto 5">
            <a:extLst>
              <a:ext uri="{FF2B5EF4-FFF2-40B4-BE49-F238E27FC236}">
                <a16:creationId xmlns:a16="http://schemas.microsoft.com/office/drawing/2014/main" id="{E385A74B-CDC7-14D4-0195-9EEFF851E095}"/>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2B3CE455-6D85-5F26-30CC-C171468E9C6B}"/>
              </a:ext>
            </a:extLst>
          </p:cNvPr>
          <p:cNvGraphicFramePr>
            <a:graphicFrameLocks/>
          </p:cNvGraphicFramePr>
          <p:nvPr>
            <p:extLst>
              <p:ext uri="{D42A27DB-BD31-4B8C-83A1-F6EECF244321}">
                <p14:modId xmlns:p14="http://schemas.microsoft.com/office/powerpoint/2010/main" val="1600785480"/>
              </p:ext>
            </p:extLst>
          </p:nvPr>
        </p:nvGraphicFramePr>
        <p:xfrm>
          <a:off x="117987" y="594360"/>
          <a:ext cx="11897033" cy="6203660"/>
        </p:xfrm>
        <a:graphic>
          <a:graphicData uri="http://schemas.openxmlformats.org/drawingml/2006/table">
            <a:tbl>
              <a:tblPr firstRow="1" bandRow="1">
                <a:tableStyleId>{5C22544A-7EE6-4342-B048-85BDC9FD1C3A}</a:tableStyleId>
              </a:tblPr>
              <a:tblGrid>
                <a:gridCol w="374153">
                  <a:extLst>
                    <a:ext uri="{9D8B030D-6E8A-4147-A177-3AD203B41FA5}">
                      <a16:colId xmlns:a16="http://schemas.microsoft.com/office/drawing/2014/main" val="1875058376"/>
                    </a:ext>
                  </a:extLst>
                </a:gridCol>
                <a:gridCol w="414601">
                  <a:extLst>
                    <a:ext uri="{9D8B030D-6E8A-4147-A177-3AD203B41FA5}">
                      <a16:colId xmlns:a16="http://schemas.microsoft.com/office/drawing/2014/main" val="2729272592"/>
                    </a:ext>
                  </a:extLst>
                </a:gridCol>
                <a:gridCol w="455051">
                  <a:extLst>
                    <a:ext uri="{9D8B030D-6E8A-4147-A177-3AD203B41FA5}">
                      <a16:colId xmlns:a16="http://schemas.microsoft.com/office/drawing/2014/main" val="2911452443"/>
                    </a:ext>
                  </a:extLst>
                </a:gridCol>
                <a:gridCol w="515723">
                  <a:extLst>
                    <a:ext uri="{9D8B030D-6E8A-4147-A177-3AD203B41FA5}">
                      <a16:colId xmlns:a16="http://schemas.microsoft.com/office/drawing/2014/main" val="2479012610"/>
                    </a:ext>
                  </a:extLst>
                </a:gridCol>
                <a:gridCol w="343816">
                  <a:extLst>
                    <a:ext uri="{9D8B030D-6E8A-4147-A177-3AD203B41FA5}">
                      <a16:colId xmlns:a16="http://schemas.microsoft.com/office/drawing/2014/main" val="2959452781"/>
                    </a:ext>
                  </a:extLst>
                </a:gridCol>
                <a:gridCol w="364040">
                  <a:extLst>
                    <a:ext uri="{9D8B030D-6E8A-4147-A177-3AD203B41FA5}">
                      <a16:colId xmlns:a16="http://schemas.microsoft.com/office/drawing/2014/main" val="1078437898"/>
                    </a:ext>
                  </a:extLst>
                </a:gridCol>
                <a:gridCol w="214211">
                  <a:extLst>
                    <a:ext uri="{9D8B030D-6E8A-4147-A177-3AD203B41FA5}">
                      <a16:colId xmlns:a16="http://schemas.microsoft.com/office/drawing/2014/main" val="3324487126"/>
                    </a:ext>
                  </a:extLst>
                </a:gridCol>
                <a:gridCol w="706003">
                  <a:extLst>
                    <a:ext uri="{9D8B030D-6E8A-4147-A177-3AD203B41FA5}">
                      <a16:colId xmlns:a16="http://schemas.microsoft.com/office/drawing/2014/main" val="2402471246"/>
                    </a:ext>
                  </a:extLst>
                </a:gridCol>
                <a:gridCol w="829202">
                  <a:extLst>
                    <a:ext uri="{9D8B030D-6E8A-4147-A177-3AD203B41FA5}">
                      <a16:colId xmlns:a16="http://schemas.microsoft.com/office/drawing/2014/main" val="3564228665"/>
                    </a:ext>
                  </a:extLst>
                </a:gridCol>
                <a:gridCol w="616845">
                  <a:extLst>
                    <a:ext uri="{9D8B030D-6E8A-4147-A177-3AD203B41FA5}">
                      <a16:colId xmlns:a16="http://schemas.microsoft.com/office/drawing/2014/main" val="1079194908"/>
                    </a:ext>
                  </a:extLst>
                </a:gridCol>
                <a:gridCol w="1628069">
                  <a:extLst>
                    <a:ext uri="{9D8B030D-6E8A-4147-A177-3AD203B41FA5}">
                      <a16:colId xmlns:a16="http://schemas.microsoft.com/office/drawing/2014/main" val="457757330"/>
                    </a:ext>
                  </a:extLst>
                </a:gridCol>
                <a:gridCol w="404489">
                  <a:extLst>
                    <a:ext uri="{9D8B030D-6E8A-4147-A177-3AD203B41FA5}">
                      <a16:colId xmlns:a16="http://schemas.microsoft.com/office/drawing/2014/main" val="75598170"/>
                    </a:ext>
                  </a:extLst>
                </a:gridCol>
                <a:gridCol w="1638181">
                  <a:extLst>
                    <a:ext uri="{9D8B030D-6E8A-4147-A177-3AD203B41FA5}">
                      <a16:colId xmlns:a16="http://schemas.microsoft.com/office/drawing/2014/main" val="963411808"/>
                    </a:ext>
                  </a:extLst>
                </a:gridCol>
                <a:gridCol w="455051">
                  <a:extLst>
                    <a:ext uri="{9D8B030D-6E8A-4147-A177-3AD203B41FA5}">
                      <a16:colId xmlns:a16="http://schemas.microsoft.com/office/drawing/2014/main" val="27591704"/>
                    </a:ext>
                  </a:extLst>
                </a:gridCol>
                <a:gridCol w="2052782">
                  <a:extLst>
                    <a:ext uri="{9D8B030D-6E8A-4147-A177-3AD203B41FA5}">
                      <a16:colId xmlns:a16="http://schemas.microsoft.com/office/drawing/2014/main" val="228824343"/>
                    </a:ext>
                  </a:extLst>
                </a:gridCol>
                <a:gridCol w="377858">
                  <a:extLst>
                    <a:ext uri="{9D8B030D-6E8A-4147-A177-3AD203B41FA5}">
                      <a16:colId xmlns:a16="http://schemas.microsoft.com/office/drawing/2014/main" val="2134066566"/>
                    </a:ext>
                  </a:extLst>
                </a:gridCol>
                <a:gridCol w="506958">
                  <a:extLst>
                    <a:ext uri="{9D8B030D-6E8A-4147-A177-3AD203B41FA5}">
                      <a16:colId xmlns:a16="http://schemas.microsoft.com/office/drawing/2014/main" val="1278294766"/>
                    </a:ext>
                  </a:extLst>
                </a:gridCol>
              </a:tblGrid>
              <a:tr h="14517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12020">
                <a:tc>
                  <a:txBody>
                    <a:bodyPr/>
                    <a:lstStyle/>
                    <a:p>
                      <a:pPr algn="l"/>
                      <a:r>
                        <a:rPr lang="it-IT" sz="1050" dirty="0" err="1"/>
                        <a:t>ariannaraiola</a:t>
                      </a:r>
                      <a:endParaRPr lang="it-IT" sz="1050" dirty="0"/>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ce1fc4bb5a4057295dc51d03c76fc4f5ec96b7fd</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r>
                        <a:rPr lang="en-US" sz="1050" dirty="0" err="1"/>
                        <a:t>jq</a:t>
                      </a:r>
                      <a:r>
                        <a:rPr lang="en-US" sz="1050" dirty="0"/>
                        <a:t>: error: Could not open file /</a:t>
                      </a:r>
                      <a:r>
                        <a:rPr lang="en-US" sz="1050" dirty="0" err="1"/>
                        <a:t>tmp</a:t>
                      </a:r>
                      <a:r>
                        <a:rPr lang="en-US" sz="1050" dirty="0"/>
                        <a:t>/</a:t>
                      </a:r>
                      <a:r>
                        <a:rPr lang="en-US" sz="1050" dirty="0" err="1"/>
                        <a:t>semgrep.json</a:t>
                      </a:r>
                      <a:r>
                        <a:rPr lang="en-US" sz="1050" dirty="0"/>
                        <a:t>: No such file or directory</a:t>
                      </a:r>
                      <a:endParaRPr lang="it-IT" sz="1050" dirty="0"/>
                    </a:p>
                  </a:txBody>
                  <a:tcPr/>
                </a:tc>
                <a:tc>
                  <a:txBody>
                    <a:bodyPr/>
                    <a:lstStyle/>
                    <a:p>
                      <a:pPr algn="l"/>
                      <a:r>
                        <a:rPr lang="it-IT" sz="1050" dirty="0"/>
                        <a:t>Esercizio primo esempio di server </a:t>
                      </a:r>
                      <a:r>
                        <a:rPr lang="it-IT" sz="1050" dirty="0" err="1"/>
                        <a:t>multithread</a:t>
                      </a:r>
                      <a:r>
                        <a:rPr lang="it-IT" sz="1050" dirty="0"/>
                        <a:t>. L'esercizio non è ancora stato svolto correttamente. Anche se il programma esegue, sono stati riscontrati i seguenti difetti all'interno del codice (</a:t>
                      </a:r>
                      <a:r>
                        <a:rPr lang="it-IT" sz="1050" dirty="0" err="1"/>
                        <a:t>Client.c</a:t>
                      </a:r>
                      <a:r>
                        <a:rPr lang="it-IT" sz="1050" dirty="0"/>
                        <a:t>)</a:t>
                      </a:r>
                    </a:p>
                  </a:txBody>
                  <a:tcPr/>
                </a:tc>
                <a:tc>
                  <a:txBody>
                    <a:bodyPr/>
                    <a:lstStyle/>
                    <a:p>
                      <a:pPr algn="l"/>
                      <a:r>
                        <a:rPr lang="it-IT" sz="1050" dirty="0"/>
                        <a:t>Richiesta 0 Inviata (52, 70) [PID=61390]\n\</a:t>
                      </a:r>
                      <a:r>
                        <a:rPr lang="it-IT" sz="1050" dirty="0" err="1"/>
                        <a:t>nRisposta</a:t>
                      </a:r>
                      <a:r>
                        <a:rPr lang="it-IT" sz="1050" dirty="0"/>
                        <a:t> 0 Ricevuta (3640) [PID=61390]\n\</a:t>
                      </a:r>
                      <a:r>
                        <a:rPr lang="it-IT" sz="1050" dirty="0" err="1"/>
                        <a:t>nRichiesta</a:t>
                      </a:r>
                      <a:r>
                        <a:rPr lang="it-IT" sz="1050" dirty="0"/>
                        <a:t> 1 Inviata (1, 15) [PID=61390](CONTINUA)…</a:t>
                      </a:r>
                    </a:p>
                  </a:txBody>
                  <a:tcPr/>
                </a:tc>
                <a:tc>
                  <a:txBody>
                    <a:bodyPr/>
                    <a:lstStyle/>
                    <a:p>
                      <a:pPr algn="l"/>
                      <a:r>
                        <a:rPr lang="it-IT" sz="1050" dirty="0"/>
                        <a:t> {  "file": "</a:t>
                      </a:r>
                      <a:r>
                        <a:rPr lang="it-IT" sz="1050" dirty="0" err="1"/>
                        <a:t>Client.c</a:t>
                      </a:r>
                      <a:r>
                        <a:rPr lang="it-IT" sz="1050" dirty="0"/>
                        <a:t>",                "line": 47,                </a:t>
                      </a:r>
                    </a:p>
                    <a:p>
                      <a:pPr algn="l"/>
                      <a:r>
                        <a:rPr lang="it-IT" sz="1050" dirty="0"/>
                        <a:t>"</a:t>
                      </a:r>
                      <a:r>
                        <a:rPr lang="it-IT" sz="1050" dirty="0" err="1"/>
                        <a:t>message</a:t>
                      </a:r>
                      <a:r>
                        <a:rPr lang="it-IT" sz="1050" dirty="0"/>
                        <a:t>": «E’ richiesto che il client effettui una </a:t>
                      </a:r>
                      <a:r>
                        <a:rPr lang="it-IT" sz="1050" dirty="0" err="1"/>
                        <a:t>receive</a:t>
                      </a:r>
                      <a:r>
                        <a:rPr lang="it-IT" sz="1050" dirty="0"/>
                        <a:t> selettiva, utilizzando il PID nel campo tipo dei messaggi di risposta."            },            </a:t>
                      </a:r>
                    </a:p>
                    <a:p>
                      <a:pPr algn="l"/>
                      <a:r>
                        <a:rPr lang="it-IT" sz="1050" dirty="0"/>
                        <a:t>{"file": "</a:t>
                      </a:r>
                      <a:r>
                        <a:rPr lang="it-IT" sz="1050" dirty="0" err="1"/>
                        <a:t>Server.c</a:t>
                      </a:r>
                      <a:r>
                        <a:rPr lang="it-IT" sz="1050" dirty="0"/>
                        <a:t>",                </a:t>
                      </a:r>
                    </a:p>
                    <a:p>
                      <a:pPr algn="l"/>
                      <a:r>
                        <a:rPr lang="it-IT" sz="1050" dirty="0"/>
                        <a:t>"line": 24,                </a:t>
                      </a:r>
                    </a:p>
                    <a:p>
                      <a:pPr algn="l"/>
                      <a:r>
                        <a:rPr lang="it-IT" sz="1050" dirty="0"/>
                        <a:t>"</a:t>
                      </a:r>
                      <a:r>
                        <a:rPr lang="it-IT" sz="1050" dirty="0" err="1"/>
                        <a:t>message</a:t>
                      </a:r>
                      <a:r>
                        <a:rPr lang="it-IT" sz="1050" dirty="0"/>
                        <a:t>": «E’ richiesto che il </a:t>
                      </a:r>
                      <a:r>
                        <a:rPr lang="it-IT" sz="1050" dirty="0" err="1"/>
                        <a:t>mutex</a:t>
                      </a:r>
                      <a:r>
                        <a:rPr lang="it-IT" sz="1050" dirty="0"/>
                        <a:t> sia definito e inizializzato fuori dal ciclo </a:t>
                      </a:r>
                      <a:r>
                        <a:rPr lang="it-IT" sz="1050" dirty="0" err="1"/>
                        <a:t>while</a:t>
                      </a:r>
                      <a:r>
                        <a:rPr lang="it-IT" sz="1050" dirty="0"/>
                        <a:t>(1){...} del server. Si suggerisce di dichiarare una variabile globale di tipo </a:t>
                      </a:r>
                      <a:r>
                        <a:rPr lang="it-IT" sz="1050" dirty="0" err="1"/>
                        <a:t>pthread_mutex_t</a:t>
                      </a:r>
                      <a:r>
                        <a:rPr lang="it-IT" sz="1050" dirty="0"/>
                        <a:t>, e di inizializzarla subito prima del ciclo tramite </a:t>
                      </a:r>
                      <a:r>
                        <a:rPr lang="it-IT" sz="1050" dirty="0" err="1"/>
                        <a:t>pthread_mutex_init</a:t>
                      </a:r>
                      <a:r>
                        <a:rPr lang="it-IT" sz="1050" dirty="0"/>
                        <a:t>().«</a:t>
                      </a:r>
                    </a:p>
                    <a:p>
                      <a:pPr algn="l"/>
                      <a:r>
                        <a:rPr lang="it-IT" sz="1050" dirty="0"/>
                        <a:t>}</a:t>
                      </a:r>
                    </a:p>
                  </a:txBody>
                  <a:tcPr/>
                </a:tc>
                <a:tc>
                  <a:txBody>
                    <a:bodyPr/>
                    <a:lstStyle/>
                    <a:p>
                      <a:pPr algn="l"/>
                      <a:r>
                        <a:rPr lang="it-IT" sz="1050" dirty="0"/>
                        <a:t>YES</a:t>
                      </a:r>
                    </a:p>
                  </a:txBody>
                  <a:tcPr/>
                </a:tc>
                <a:tc>
                  <a:txBody>
                    <a:bodyPr/>
                    <a:lstStyle/>
                    <a:p>
                      <a:pPr algn="l"/>
                      <a:r>
                        <a:rPr lang="en-US" sz="1050" dirty="0"/>
                        <a:t>The output shows a correct client-server interaction with 3 clients sending 5 requests each, and the server responding with the product of the two integers sent by each client. The output displays the correct request-response pairing, with matching PIDs and computed products. No concrete mismatches are visible in the output. The interactions are correctly interleaved, and the protocol appears to be coherent. The server correctly terminates after receiving the special message with {-1, -1}.</a:t>
                      </a:r>
                      <a:endParaRPr lang="it-IT" sz="1050" dirty="0"/>
                    </a:p>
                  </a:txBody>
                  <a:tcPr/>
                </a:tc>
                <a:tc>
                  <a:txBody>
                    <a:bodyPr/>
                    <a:lstStyle/>
                    <a:p>
                      <a:pPr algn="l"/>
                      <a:r>
                        <a:rPr lang="it-IT" sz="1050" dirty="0"/>
                        <a:t>NO</a:t>
                      </a:r>
                    </a:p>
                  </a:txBody>
                  <a:tcPr/>
                </a:tc>
                <a:tc>
                  <a:txBody>
                    <a:bodyPr/>
                    <a:lstStyle/>
                    <a:p>
                      <a:pPr algn="l"/>
                      <a:r>
                        <a:rPr lang="en-US" sz="1050" dirty="0"/>
                        <a:t>The code violates the synchronization policy constraint. In `FILE: </a:t>
                      </a:r>
                      <a:r>
                        <a:rPr lang="en-US" sz="1050" dirty="0" err="1"/>
                        <a:t>Server.c</a:t>
                      </a:r>
                      <a:r>
                        <a:rPr lang="en-US" sz="1050" dirty="0"/>
                        <a:t>`, the `</a:t>
                      </a:r>
                      <a:r>
                        <a:rPr lang="en-US" sz="1050" dirty="0" err="1"/>
                        <a:t>pthread_mutex_t</a:t>
                      </a:r>
                      <a:r>
                        <a:rPr lang="en-US" sz="1050" dirty="0"/>
                        <a:t> mutex` is initialized and used within the `</a:t>
                      </a:r>
                      <a:r>
                        <a:rPr lang="en-US" sz="1050" dirty="0" err="1"/>
                        <a:t>Prodotto</a:t>
                      </a:r>
                      <a:r>
                        <a:rPr lang="en-US" sz="1050" dirty="0"/>
                        <a:t>` function (lines 106-121). However, this mutex is not shared among threads as required; instead, each thread initializes its own mutex. The correct approach would be to declare the mutex as a global variable, shared among threads. The problematic code is at line 106, where a local mutex is declared and used.</a:t>
                      </a:r>
                      <a:endParaRPr lang="it-IT" sz="1050" dirty="0"/>
                    </a:p>
                  </a:txBody>
                  <a:tcPr/>
                </a:tc>
                <a:tc>
                  <a:txBody>
                    <a:bodyPr/>
                    <a:lstStyle/>
                    <a:p>
                      <a:pPr algn="l"/>
                      <a:r>
                        <a:rPr lang="it-IT" sz="1050" dirty="0"/>
                        <a:t>NO</a:t>
                      </a:r>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85967281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D2D1D3-B9B9-6C9D-9212-947804222EA6}"/>
              </a:ext>
            </a:extLst>
          </p:cNvPr>
          <p:cNvSpPr>
            <a:spLocks noGrp="1"/>
          </p:cNvSpPr>
          <p:nvPr>
            <p:ph type="title"/>
          </p:nvPr>
        </p:nvSpPr>
        <p:spPr>
          <a:xfrm>
            <a:off x="648930" y="629266"/>
            <a:ext cx="4795482" cy="1641987"/>
          </a:xfrm>
        </p:spPr>
        <p:txBody>
          <a:bodyPr>
            <a:normAutofit/>
          </a:bodyPr>
          <a:lstStyle/>
          <a:p>
            <a:r>
              <a:rPr lang="it-IT" dirty="0"/>
              <a:t>Esempio </a:t>
            </a:r>
            <a:r>
              <a:rPr lang="it-IT" dirty="0" err="1"/>
              <a:t>static</a:t>
            </a:r>
            <a:r>
              <a:rPr lang="it-IT" dirty="0"/>
              <a:t> </a:t>
            </a:r>
            <a:r>
              <a:rPr lang="it-IT" dirty="0" err="1"/>
              <a:t>failure</a:t>
            </a:r>
            <a:r>
              <a:rPr lang="it-IT" dirty="0"/>
              <a:t> (1)</a:t>
            </a:r>
          </a:p>
        </p:txBody>
      </p:sp>
      <p:pic>
        <p:nvPicPr>
          <p:cNvPr id="5" name="Immagine 4">
            <a:extLst>
              <a:ext uri="{FF2B5EF4-FFF2-40B4-BE49-F238E27FC236}">
                <a16:creationId xmlns:a16="http://schemas.microsoft.com/office/drawing/2014/main" id="{6B6B1F78-35BA-A0C4-1AB7-8A4BC38FFCFF}"/>
              </a:ext>
            </a:extLst>
          </p:cNvPr>
          <p:cNvPicPr>
            <a:picLocks noChangeAspect="1"/>
          </p:cNvPicPr>
          <p:nvPr/>
        </p:nvPicPr>
        <p:blipFill>
          <a:blip r:embed="rId3"/>
          <a:srcRect t="230" r="2" b="3"/>
          <a:stretch>
            <a:fillRect/>
          </a:stretch>
        </p:blipFill>
        <p:spPr>
          <a:xfrm>
            <a:off x="6094410" y="386081"/>
            <a:ext cx="5449889" cy="5862318"/>
          </a:xfrm>
          <a:prstGeom prst="rect">
            <a:avLst/>
          </a:prstGeom>
          <a:effectLst>
            <a:outerShdw blurRad="50800" dist="38100" dir="5400000" algn="t" rotWithShape="0">
              <a:prstClr val="black">
                <a:alpha val="43000"/>
              </a:prstClr>
            </a:outerShdw>
          </a:effectLst>
        </p:spPr>
      </p:pic>
      <p:sp>
        <p:nvSpPr>
          <p:cNvPr id="10" name="Rectangle 9">
            <a:extLst>
              <a:ext uri="{FF2B5EF4-FFF2-40B4-BE49-F238E27FC236}">
                <a16:creationId xmlns:a16="http://schemas.microsoft.com/office/drawing/2014/main" id="{DC111578-7105-4228-B481-A1CA45D1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3" name="Segnaposto contenuto 2">
            <a:extLst>
              <a:ext uri="{FF2B5EF4-FFF2-40B4-BE49-F238E27FC236}">
                <a16:creationId xmlns:a16="http://schemas.microsoft.com/office/drawing/2014/main" id="{59B100AF-E6AD-C696-49F7-BE0B71FFFFA7}"/>
              </a:ext>
            </a:extLst>
          </p:cNvPr>
          <p:cNvSpPr>
            <a:spLocks noGrp="1"/>
          </p:cNvSpPr>
          <p:nvPr>
            <p:ph idx="1"/>
          </p:nvPr>
        </p:nvSpPr>
        <p:spPr>
          <a:xfrm>
            <a:off x="647701" y="2438401"/>
            <a:ext cx="4797256" cy="3809998"/>
          </a:xfrm>
        </p:spPr>
        <p:txBody>
          <a:bodyPr>
            <a:normAutofit/>
          </a:bodyPr>
          <a:lstStyle/>
          <a:p>
            <a:pPr>
              <a:lnSpc>
                <a:spcPct val="90000"/>
              </a:lnSpc>
            </a:pPr>
            <a:r>
              <a:rPr lang="it-IT" sz="1700"/>
              <a:t>Il codice viola il vincolo della politica di sincronizzazione. In `FILE: </a:t>
            </a:r>
            <a:r>
              <a:rPr lang="it-IT" sz="1700" err="1"/>
              <a:t>Server.c</a:t>
            </a:r>
            <a:r>
              <a:rPr lang="it-IT" sz="1700"/>
              <a:t>`, il `</a:t>
            </a:r>
            <a:r>
              <a:rPr lang="it-IT" sz="1700" err="1"/>
              <a:t>pthread_mutex_t</a:t>
            </a:r>
            <a:r>
              <a:rPr lang="it-IT" sz="1700"/>
              <a:t> </a:t>
            </a:r>
            <a:r>
              <a:rPr lang="it-IT" sz="1700" err="1"/>
              <a:t>mutex</a:t>
            </a:r>
            <a:r>
              <a:rPr lang="it-IT" sz="1700"/>
              <a:t>` viene inizializzato e utilizzato all'interno della funzione `Prodotto` (righe 106-121). Tuttavia, questo </a:t>
            </a:r>
            <a:r>
              <a:rPr lang="it-IT" sz="1700" err="1"/>
              <a:t>mutex</a:t>
            </a:r>
            <a:r>
              <a:rPr lang="it-IT" sz="1700"/>
              <a:t> non è condiviso tra i </a:t>
            </a:r>
            <a:r>
              <a:rPr lang="it-IT" sz="1700" err="1"/>
              <a:t>thread</a:t>
            </a:r>
            <a:r>
              <a:rPr lang="it-IT" sz="1700"/>
              <a:t> come richiesto; invece, ogni </a:t>
            </a:r>
            <a:r>
              <a:rPr lang="it-IT" sz="1700" err="1"/>
              <a:t>thread</a:t>
            </a:r>
            <a:r>
              <a:rPr lang="it-IT" sz="1700"/>
              <a:t> inizializza il proprio </a:t>
            </a:r>
            <a:r>
              <a:rPr lang="it-IT" sz="1700" err="1"/>
              <a:t>mutex</a:t>
            </a:r>
            <a:r>
              <a:rPr lang="it-IT" sz="1700"/>
              <a:t>. L'approccio corretto sarebbe dichiarare il </a:t>
            </a:r>
            <a:r>
              <a:rPr lang="it-IT" sz="1700" err="1"/>
              <a:t>mutex</a:t>
            </a:r>
            <a:r>
              <a:rPr lang="it-IT" sz="1700"/>
              <a:t> come variabile globale, condivisa tra i </a:t>
            </a:r>
            <a:r>
              <a:rPr lang="it-IT" sz="1700" err="1"/>
              <a:t>thread</a:t>
            </a:r>
            <a:r>
              <a:rPr lang="it-IT" sz="1700"/>
              <a:t>. Il codice problematico si trova alla riga 106, dove viene dichiarato e utilizzato un </a:t>
            </a:r>
            <a:r>
              <a:rPr lang="it-IT" sz="1700" err="1"/>
              <a:t>mutex</a:t>
            </a:r>
            <a:r>
              <a:rPr lang="it-IT" sz="1700"/>
              <a:t> locale.</a:t>
            </a:r>
          </a:p>
        </p:txBody>
      </p:sp>
    </p:spTree>
    <p:extLst>
      <p:ext uri="{BB962C8B-B14F-4D97-AF65-F5344CB8AC3E}">
        <p14:creationId xmlns:p14="http://schemas.microsoft.com/office/powerpoint/2010/main" val="159545985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23CED-69C3-5628-F7E9-FF0947505DF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97CBD4A-9212-EF53-503A-608BD34B41EE}"/>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static_failure</a:t>
            </a:r>
            <a:r>
              <a:rPr lang="it-IT" sz="3200" dirty="0"/>
              <a:t>) (2):</a:t>
            </a:r>
          </a:p>
        </p:txBody>
      </p:sp>
      <p:sp>
        <p:nvSpPr>
          <p:cNvPr id="6" name="Segnaposto contenuto 5">
            <a:extLst>
              <a:ext uri="{FF2B5EF4-FFF2-40B4-BE49-F238E27FC236}">
                <a16:creationId xmlns:a16="http://schemas.microsoft.com/office/drawing/2014/main" id="{AD03ACFE-8D06-01FA-E3C0-83DF2321CFE5}"/>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57C4ABDE-AF48-40F3-BA88-5ADE0DC53217}"/>
              </a:ext>
            </a:extLst>
          </p:cNvPr>
          <p:cNvGraphicFramePr>
            <a:graphicFrameLocks/>
          </p:cNvGraphicFramePr>
          <p:nvPr>
            <p:extLst>
              <p:ext uri="{D42A27DB-BD31-4B8C-83A1-F6EECF244321}">
                <p14:modId xmlns:p14="http://schemas.microsoft.com/office/powerpoint/2010/main" val="3312841972"/>
              </p:ext>
            </p:extLst>
          </p:nvPr>
        </p:nvGraphicFramePr>
        <p:xfrm>
          <a:off x="117987" y="594360"/>
          <a:ext cx="12002893" cy="6203660"/>
        </p:xfrm>
        <a:graphic>
          <a:graphicData uri="http://schemas.openxmlformats.org/drawingml/2006/table">
            <a:tbl>
              <a:tblPr firstRow="1" bandRow="1">
                <a:tableStyleId>{5C22544A-7EE6-4342-B048-85BDC9FD1C3A}</a:tableStyleId>
              </a:tblPr>
              <a:tblGrid>
                <a:gridCol w="377482">
                  <a:extLst>
                    <a:ext uri="{9D8B030D-6E8A-4147-A177-3AD203B41FA5}">
                      <a16:colId xmlns:a16="http://schemas.microsoft.com/office/drawing/2014/main" val="1875058376"/>
                    </a:ext>
                  </a:extLst>
                </a:gridCol>
                <a:gridCol w="418290">
                  <a:extLst>
                    <a:ext uri="{9D8B030D-6E8A-4147-A177-3AD203B41FA5}">
                      <a16:colId xmlns:a16="http://schemas.microsoft.com/office/drawing/2014/main" val="2729272592"/>
                    </a:ext>
                  </a:extLst>
                </a:gridCol>
                <a:gridCol w="459100">
                  <a:extLst>
                    <a:ext uri="{9D8B030D-6E8A-4147-A177-3AD203B41FA5}">
                      <a16:colId xmlns:a16="http://schemas.microsoft.com/office/drawing/2014/main" val="2911452443"/>
                    </a:ext>
                  </a:extLst>
                </a:gridCol>
                <a:gridCol w="520312">
                  <a:extLst>
                    <a:ext uri="{9D8B030D-6E8A-4147-A177-3AD203B41FA5}">
                      <a16:colId xmlns:a16="http://schemas.microsoft.com/office/drawing/2014/main" val="2479012610"/>
                    </a:ext>
                  </a:extLst>
                </a:gridCol>
                <a:gridCol w="346875">
                  <a:extLst>
                    <a:ext uri="{9D8B030D-6E8A-4147-A177-3AD203B41FA5}">
                      <a16:colId xmlns:a16="http://schemas.microsoft.com/office/drawing/2014/main" val="2959452781"/>
                    </a:ext>
                  </a:extLst>
                </a:gridCol>
                <a:gridCol w="367279">
                  <a:extLst>
                    <a:ext uri="{9D8B030D-6E8A-4147-A177-3AD203B41FA5}">
                      <a16:colId xmlns:a16="http://schemas.microsoft.com/office/drawing/2014/main" val="1078437898"/>
                    </a:ext>
                  </a:extLst>
                </a:gridCol>
                <a:gridCol w="216117">
                  <a:extLst>
                    <a:ext uri="{9D8B030D-6E8A-4147-A177-3AD203B41FA5}">
                      <a16:colId xmlns:a16="http://schemas.microsoft.com/office/drawing/2014/main" val="3324487126"/>
                    </a:ext>
                  </a:extLst>
                </a:gridCol>
                <a:gridCol w="712285">
                  <a:extLst>
                    <a:ext uri="{9D8B030D-6E8A-4147-A177-3AD203B41FA5}">
                      <a16:colId xmlns:a16="http://schemas.microsoft.com/office/drawing/2014/main" val="2402471246"/>
                    </a:ext>
                  </a:extLst>
                </a:gridCol>
                <a:gridCol w="836580">
                  <a:extLst>
                    <a:ext uri="{9D8B030D-6E8A-4147-A177-3AD203B41FA5}">
                      <a16:colId xmlns:a16="http://schemas.microsoft.com/office/drawing/2014/main" val="3564228665"/>
                    </a:ext>
                  </a:extLst>
                </a:gridCol>
                <a:gridCol w="622334">
                  <a:extLst>
                    <a:ext uri="{9D8B030D-6E8A-4147-A177-3AD203B41FA5}">
                      <a16:colId xmlns:a16="http://schemas.microsoft.com/office/drawing/2014/main" val="1079194908"/>
                    </a:ext>
                  </a:extLst>
                </a:gridCol>
                <a:gridCol w="1365519">
                  <a:extLst>
                    <a:ext uri="{9D8B030D-6E8A-4147-A177-3AD203B41FA5}">
                      <a16:colId xmlns:a16="http://schemas.microsoft.com/office/drawing/2014/main" val="457757330"/>
                    </a:ext>
                  </a:extLst>
                </a:gridCol>
                <a:gridCol w="335280">
                  <a:extLst>
                    <a:ext uri="{9D8B030D-6E8A-4147-A177-3AD203B41FA5}">
                      <a16:colId xmlns:a16="http://schemas.microsoft.com/office/drawing/2014/main" val="75598170"/>
                    </a:ext>
                  </a:extLst>
                </a:gridCol>
                <a:gridCol w="1615440">
                  <a:extLst>
                    <a:ext uri="{9D8B030D-6E8A-4147-A177-3AD203B41FA5}">
                      <a16:colId xmlns:a16="http://schemas.microsoft.com/office/drawing/2014/main" val="963411808"/>
                    </a:ext>
                  </a:extLst>
                </a:gridCol>
                <a:gridCol w="396240">
                  <a:extLst>
                    <a:ext uri="{9D8B030D-6E8A-4147-A177-3AD203B41FA5}">
                      <a16:colId xmlns:a16="http://schemas.microsoft.com/office/drawing/2014/main" val="27591704"/>
                    </a:ext>
                  </a:extLst>
                </a:gridCol>
                <a:gridCol w="2521071">
                  <a:extLst>
                    <a:ext uri="{9D8B030D-6E8A-4147-A177-3AD203B41FA5}">
                      <a16:colId xmlns:a16="http://schemas.microsoft.com/office/drawing/2014/main" val="228824343"/>
                    </a:ext>
                  </a:extLst>
                </a:gridCol>
                <a:gridCol w="381220">
                  <a:extLst>
                    <a:ext uri="{9D8B030D-6E8A-4147-A177-3AD203B41FA5}">
                      <a16:colId xmlns:a16="http://schemas.microsoft.com/office/drawing/2014/main" val="2134066566"/>
                    </a:ext>
                  </a:extLst>
                </a:gridCol>
                <a:gridCol w="511469">
                  <a:extLst>
                    <a:ext uri="{9D8B030D-6E8A-4147-A177-3AD203B41FA5}">
                      <a16:colId xmlns:a16="http://schemas.microsoft.com/office/drawing/2014/main" val="1278294766"/>
                    </a:ext>
                  </a:extLst>
                </a:gridCol>
              </a:tblGrid>
              <a:tr h="14517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12020">
                <a:tc>
                  <a:txBody>
                    <a:bodyPr/>
                    <a:lstStyle/>
                    <a:p>
                      <a:pPr algn="l"/>
                      <a:r>
                        <a:rPr lang="it-IT" sz="1050" dirty="0" err="1"/>
                        <a:t>CryptoGionni</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2ae4532ccb6dc87271bd2e5c7d97ad45d514dc37</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r>
                        <a:rPr lang="en-US" sz="1050" dirty="0" err="1"/>
                        <a:t>jq</a:t>
                      </a:r>
                      <a:r>
                        <a:rPr lang="en-US" sz="1050" dirty="0"/>
                        <a:t>: error: Could not open file /</a:t>
                      </a:r>
                      <a:r>
                        <a:rPr lang="en-US" sz="1050" dirty="0" err="1"/>
                        <a:t>tmp</a:t>
                      </a:r>
                      <a:r>
                        <a:rPr lang="en-US" sz="1050" dirty="0"/>
                        <a:t>/</a:t>
                      </a:r>
                      <a:r>
                        <a:rPr lang="en-US" sz="1050" dirty="0" err="1"/>
                        <a:t>semgrep.json</a:t>
                      </a:r>
                      <a:r>
                        <a:rPr lang="en-US" sz="1050" dirty="0"/>
                        <a:t>: No such file or directory</a:t>
                      </a:r>
                      <a:endParaRPr lang="it-IT" sz="1050" dirty="0"/>
                    </a:p>
                  </a:txBody>
                  <a:tcPr/>
                </a:tc>
                <a:tc>
                  <a:txBody>
                    <a:bodyPr/>
                    <a:lstStyle/>
                    <a:p>
                      <a:pPr algn="l"/>
                      <a:r>
                        <a:rPr lang="it-IT" sz="1050" dirty="0"/>
                        <a:t>Esercizio server aggregatore con </a:t>
                      </a:r>
                      <a:r>
                        <a:rPr lang="it-IT" sz="1050" dirty="0" err="1"/>
                        <a:t>thread</a:t>
                      </a:r>
                      <a:r>
                        <a:rPr lang="it-IT" sz="1050" dirty="0"/>
                        <a:t>. L'esercizio non </a:t>
                      </a:r>
                      <a:r>
                        <a:rPr lang="it-IT" sz="1050" dirty="0" err="1"/>
                        <a:t>èancora</a:t>
                      </a:r>
                      <a:r>
                        <a:rPr lang="it-IT" sz="1050" dirty="0"/>
                        <a:t> stato svolto correttamente. Anche se il programma esegue, sono stati riscontrati i seguenti difetti all'interno del codice (</a:t>
                      </a:r>
                      <a:r>
                        <a:rPr lang="it-IT" sz="1050" dirty="0" err="1"/>
                        <a:t>aggregatore.c</a:t>
                      </a:r>
                      <a:r>
                        <a:rPr lang="it-IT" sz="1050" dirty="0"/>
                        <a:t>)</a:t>
                      </a:r>
                    </a:p>
                  </a:txBody>
                  <a:tcPr/>
                </a:tc>
                <a:tc>
                  <a:txBody>
                    <a:bodyPr/>
                    <a:lstStyle/>
                    <a:p>
                      <a:pPr algn="l"/>
                      <a:r>
                        <a:rPr lang="it-IT" sz="1050" dirty="0"/>
                        <a:t>Richiesta 0 Inviata (52, 70) [PID=61390]\n\</a:t>
                      </a:r>
                      <a:r>
                        <a:rPr lang="it-IT" sz="1050" dirty="0" err="1"/>
                        <a:t>nRisposta</a:t>
                      </a:r>
                      <a:r>
                        <a:rPr lang="it-IT" sz="1050" dirty="0"/>
                        <a:t> 0 Ricevuta (3640) [PID=61390]\n\</a:t>
                      </a:r>
                      <a:r>
                        <a:rPr lang="it-IT" sz="1050" dirty="0" err="1"/>
                        <a:t>nRichiesta</a:t>
                      </a:r>
                      <a:r>
                        <a:rPr lang="it-IT" sz="1050" dirty="0"/>
                        <a:t> 1 Inviata (1, 15) [PID=61390](CONTINUA)…</a:t>
                      </a:r>
                    </a:p>
                  </a:txBody>
                  <a:tcPr/>
                </a:tc>
                <a:tc>
                  <a:txBody>
                    <a:bodyPr/>
                    <a:lstStyle/>
                    <a:p>
                      <a:pPr algn="l"/>
                      <a:r>
                        <a:rPr lang="it-IT" sz="1050" dirty="0"/>
                        <a:t>  {«file": "</a:t>
                      </a:r>
                      <a:r>
                        <a:rPr lang="it-IT" sz="1050" dirty="0" err="1"/>
                        <a:t>aggregatore.c</a:t>
                      </a:r>
                      <a:r>
                        <a:rPr lang="it-IT" sz="1050" dirty="0"/>
                        <a:t>",                "line": 192,                "</a:t>
                      </a:r>
                      <a:r>
                        <a:rPr lang="it-IT" sz="1050" dirty="0" err="1"/>
                        <a:t>message</a:t>
                      </a:r>
                      <a:r>
                        <a:rPr lang="it-IT" sz="1050" dirty="0"/>
                        <a:t>": «E’ necessario che i lettori possano leggere contemporaneamente il dato condiviso. Si applichi qui l'algoritmo visto a lezione.«</a:t>
                      </a:r>
                    </a:p>
                    <a:p>
                      <a:pPr algn="l"/>
                      <a:r>
                        <a:rPr lang="it-IT" sz="1050" dirty="0"/>
                        <a:t>}</a:t>
                      </a:r>
                    </a:p>
                  </a:txBody>
                  <a:tcPr/>
                </a:tc>
                <a:tc>
                  <a:txBody>
                    <a:bodyPr/>
                    <a:lstStyle/>
                    <a:p>
                      <a:pPr algn="l"/>
                      <a:r>
                        <a:rPr lang="it-IT" sz="1050" dirty="0"/>
                        <a:t>YES</a:t>
                      </a:r>
                    </a:p>
                  </a:txBody>
                  <a:tcPr/>
                </a:tc>
                <a:tc>
                  <a:txBody>
                    <a:bodyPr/>
                    <a:lstStyle/>
                    <a:p>
                      <a:pPr algn="l"/>
                      <a:r>
                        <a:rPr lang="en-US" sz="1050" dirty="0"/>
                        <a:t>The output shows a correct interaction between the sensor, aggregator, and collector processes. The sensor sends 10 values, which are received by the aggregator and then forwarded to three collectors. Each collector receives the same set of values, and the counts are consistent with the protocol. No concrete output mismatch is visible from the provided information. The trace demonstrates correct request/reply and producer/consumer behavior, with proper value forwarding and no apparent data loss or duplication.</a:t>
                      </a:r>
                      <a:endParaRPr lang="it-IT" sz="1050" dirty="0"/>
                    </a:p>
                  </a:txBody>
                  <a:tcPr/>
                </a:tc>
                <a:tc>
                  <a:txBody>
                    <a:bodyPr/>
                    <a:lstStyle/>
                    <a:p>
                      <a:pPr algn="l"/>
                      <a:r>
                        <a:rPr lang="it-IT" sz="1050" dirty="0"/>
                        <a:t>NO</a:t>
                      </a:r>
                    </a:p>
                  </a:txBody>
                  <a:tcPr/>
                </a:tc>
                <a:tc>
                  <a:txBody>
                    <a:bodyPr/>
                    <a:lstStyle/>
                    <a:p>
                      <a:pPr algn="l"/>
                      <a:r>
                        <a:rPr lang="en-US" sz="1050" dirty="0"/>
                        <a:t>The `</a:t>
                      </a:r>
                      <a:r>
                        <a:rPr lang="en-US" sz="1050" dirty="0" err="1"/>
                        <a:t>aggregatore.c</a:t>
                      </a:r>
                      <a:r>
                        <a:rPr lang="en-US" sz="1050" dirty="0"/>
                        <a:t>` file has a wrong synchronization policy. In the `</a:t>
                      </a:r>
                      <a:r>
                        <a:rPr lang="en-US" sz="1050" dirty="0" err="1"/>
                        <a:t>lettura</a:t>
                      </a:r>
                      <a:r>
                        <a:rPr lang="en-US" sz="1050" dirty="0"/>
                        <a:t>` function, after reading the value, the code signals the writer with `</a:t>
                      </a:r>
                      <a:r>
                        <a:rPr lang="en-US" sz="1050" dirty="0" err="1"/>
                        <a:t>pthread_cond_signal</a:t>
                      </a:r>
                      <a:r>
                        <a:rPr lang="en-US" sz="1050" dirty="0"/>
                        <a:t>(&amp;(m-&gt;VC_SCRITT))`. However, it should signal all waiting readers if any, but more accurately it should use `</a:t>
                      </a:r>
                      <a:r>
                        <a:rPr lang="en-US" sz="1050" dirty="0" err="1"/>
                        <a:t>pthread_cond_broadcast</a:t>
                      </a:r>
                      <a:r>
                        <a:rPr lang="en-US" sz="1050" dirty="0"/>
                        <a:t>` in the writer to awaken all readers when writing, instead it uses it correctly in `</a:t>
                      </a:r>
                      <a:r>
                        <a:rPr lang="en-US" sz="1050" dirty="0" err="1"/>
                        <a:t>scrittura</a:t>
                      </a:r>
                      <a:r>
                        <a:rPr lang="en-US" sz="1050" dirty="0"/>
                        <a:t>` but incorrectly in the comment and naming. Yet accurately the issue appears in how `</a:t>
                      </a:r>
                      <a:r>
                        <a:rPr lang="en-US" sz="1050" dirty="0" err="1"/>
                        <a:t>pthread_cond_signal</a:t>
                      </a:r>
                      <a:r>
                        <a:rPr lang="en-US" sz="1050" dirty="0"/>
                        <a:t>` (or `</a:t>
                      </a:r>
                      <a:r>
                        <a:rPr lang="en-US" sz="1050" dirty="0" err="1"/>
                        <a:t>pthread_cond_broadcast</a:t>
                      </a:r>
                      <a:r>
                        <a:rPr lang="en-US" sz="1050" dirty="0"/>
                        <a:t>`) usage could mislead with one waiting reader. A more substantial issue seems the `m-&gt;</a:t>
                      </a:r>
                      <a:r>
                        <a:rPr lang="en-US" sz="1050" dirty="0" err="1"/>
                        <a:t>num_lett</a:t>
                      </a:r>
                      <a:r>
                        <a:rPr lang="en-US" sz="1050" dirty="0"/>
                        <a:t>` and `m-&gt;</a:t>
                      </a:r>
                      <a:r>
                        <a:rPr lang="en-US" sz="1050" dirty="0" err="1"/>
                        <a:t>num_scritt</a:t>
                      </a:r>
                      <a:r>
                        <a:rPr lang="en-US" sz="1050" dirty="0"/>
                        <a:t>` are used inaccurately across procedures. Most accurately, from visible code `</a:t>
                      </a:r>
                      <a:r>
                        <a:rPr lang="en-US" sz="1050" dirty="0" err="1"/>
                        <a:t>scrittura</a:t>
                      </a:r>
                      <a:r>
                        <a:rPr lang="en-US" sz="1050" dirty="0"/>
                        <a:t>` appears flawed since </a:t>
                      </a:r>
                      <a:r>
                        <a:rPr lang="en-US" sz="1050" dirty="0" err="1"/>
                        <a:t>num_lett</a:t>
                      </a:r>
                      <a:r>
                        <a:rPr lang="en-US" sz="1050" dirty="0"/>
                        <a:t> &gt; 0 uses `VC_SCRITT`.</a:t>
                      </a:r>
                      <a:endParaRPr lang="it-IT" sz="1050" dirty="0"/>
                    </a:p>
                  </a:txBody>
                  <a:tcPr/>
                </a:tc>
                <a:tc>
                  <a:txBody>
                    <a:bodyPr/>
                    <a:lstStyle/>
                    <a:p>
                      <a:pPr algn="l"/>
                      <a:r>
                        <a:rPr lang="it-IT" sz="1050" dirty="0"/>
                        <a:t>NO</a:t>
                      </a:r>
                    </a:p>
                  </a:txBody>
                  <a:tcPr/>
                </a:tc>
                <a:tc>
                  <a:txBody>
                    <a:bodyPr/>
                    <a:lstStyle/>
                    <a:p>
                      <a:pPr algn="l"/>
                      <a:r>
                        <a:rPr lang="it-IT" sz="1050" dirty="0"/>
                        <a:t>NO</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00218841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801690-2984-F98B-E206-B82DE4362236}"/>
              </a:ext>
            </a:extLst>
          </p:cNvPr>
          <p:cNvSpPr>
            <a:spLocks noGrp="1"/>
          </p:cNvSpPr>
          <p:nvPr>
            <p:ph type="title"/>
          </p:nvPr>
        </p:nvSpPr>
        <p:spPr>
          <a:xfrm>
            <a:off x="648929" y="629266"/>
            <a:ext cx="6256423" cy="1641987"/>
          </a:xfrm>
        </p:spPr>
        <p:txBody>
          <a:bodyPr>
            <a:normAutofit/>
          </a:bodyPr>
          <a:lstStyle/>
          <a:p>
            <a:r>
              <a:rPr lang="it-IT" dirty="0"/>
              <a:t>Esempio </a:t>
            </a:r>
            <a:r>
              <a:rPr lang="it-IT" dirty="0" err="1"/>
              <a:t>static</a:t>
            </a:r>
            <a:r>
              <a:rPr lang="it-IT" dirty="0"/>
              <a:t> </a:t>
            </a:r>
            <a:r>
              <a:rPr lang="it-IT" dirty="0" err="1"/>
              <a:t>failure</a:t>
            </a:r>
            <a:r>
              <a:rPr lang="it-IT" dirty="0"/>
              <a:t> (2)</a:t>
            </a:r>
          </a:p>
        </p:txBody>
      </p:sp>
      <p:pic>
        <p:nvPicPr>
          <p:cNvPr id="5" name="Immagine 4">
            <a:extLst>
              <a:ext uri="{FF2B5EF4-FFF2-40B4-BE49-F238E27FC236}">
                <a16:creationId xmlns:a16="http://schemas.microsoft.com/office/drawing/2014/main" id="{F2AC0077-E436-C62E-BAF2-CE35B3A50CC9}"/>
              </a:ext>
            </a:extLst>
          </p:cNvPr>
          <p:cNvPicPr>
            <a:picLocks noChangeAspect="1"/>
          </p:cNvPicPr>
          <p:nvPr/>
        </p:nvPicPr>
        <p:blipFill>
          <a:blip r:embed="rId3"/>
          <a:srcRect r="11270"/>
          <a:stretch>
            <a:fillRect/>
          </a:stretch>
        </p:blipFill>
        <p:spPr>
          <a:xfrm>
            <a:off x="7554139" y="609601"/>
            <a:ext cx="3990160" cy="5638797"/>
          </a:xfrm>
          <a:prstGeom prst="rect">
            <a:avLst/>
          </a:prstGeom>
          <a:effectLst>
            <a:outerShdw blurRad="50800" dist="38100" dir="5400000" algn="t" rotWithShape="0">
              <a:prstClr val="black">
                <a:alpha val="43000"/>
              </a:prstClr>
            </a:outerShdw>
          </a:effectLst>
        </p:spPr>
      </p:pic>
      <p:sp>
        <p:nvSpPr>
          <p:cNvPr id="10" name="Rectangle 9">
            <a:extLst>
              <a:ext uri="{FF2B5EF4-FFF2-40B4-BE49-F238E27FC236}">
                <a16:creationId xmlns:a16="http://schemas.microsoft.com/office/drawing/2014/main" id="{73DC589F-62C7-410C-B96C-0F6243A47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3" name="Segnaposto contenuto 2">
            <a:extLst>
              <a:ext uri="{FF2B5EF4-FFF2-40B4-BE49-F238E27FC236}">
                <a16:creationId xmlns:a16="http://schemas.microsoft.com/office/drawing/2014/main" id="{8532F567-CF5D-C183-CDE3-5EC8F3993C24}"/>
              </a:ext>
            </a:extLst>
          </p:cNvPr>
          <p:cNvSpPr>
            <a:spLocks noGrp="1"/>
          </p:cNvSpPr>
          <p:nvPr>
            <p:ph idx="1"/>
          </p:nvPr>
        </p:nvSpPr>
        <p:spPr>
          <a:xfrm>
            <a:off x="762000" y="2438400"/>
            <a:ext cx="6654800" cy="3911599"/>
          </a:xfrm>
        </p:spPr>
        <p:txBody>
          <a:bodyPr>
            <a:normAutofit/>
          </a:bodyPr>
          <a:lstStyle/>
          <a:p>
            <a:pPr>
              <a:lnSpc>
                <a:spcPct val="90000"/>
              </a:lnSpc>
            </a:pPr>
            <a:r>
              <a:rPr lang="it-IT" sz="1400" dirty="0"/>
              <a:t>Il file `</a:t>
            </a:r>
            <a:r>
              <a:rPr lang="it-IT" sz="1400" dirty="0" err="1"/>
              <a:t>aggregatore.c</a:t>
            </a:r>
            <a:r>
              <a:rPr lang="it-IT" sz="1400" dirty="0"/>
              <a:t>` ha una politica di sincronizzazione errata. Nella funzione `lettura`, dopo aver letto il valore, il codice segnala lo scrittore con `</a:t>
            </a:r>
            <a:r>
              <a:rPr lang="it-IT" sz="1400" dirty="0" err="1"/>
              <a:t>pthread_cond_signal</a:t>
            </a:r>
            <a:r>
              <a:rPr lang="it-IT" sz="1400" dirty="0"/>
              <a:t>(&amp;(m-&gt;VC_SCRITT))`. Tuttavia, dovrebbe segnalare tutti i lettori in attesa, se ce ne sono, ma più precisamente dovrebbe usare `</a:t>
            </a:r>
            <a:r>
              <a:rPr lang="it-IT" sz="1400" dirty="0" err="1"/>
              <a:t>pthread_cond_broadcast</a:t>
            </a:r>
            <a:r>
              <a:rPr lang="it-IT" sz="1400" dirty="0"/>
              <a:t>` nello scrittore per risvegliare tutti i lettori durante la scrittura; invece lo utilizza correttamente in `scrittura` ma in modo errato nel commento e nella denominazione. Tuttavia, con precisione, il problema appare nel modo in cui l'uso di `</a:t>
            </a:r>
            <a:r>
              <a:rPr lang="it-IT" sz="1400" dirty="0" err="1"/>
              <a:t>pthread_cond_signal</a:t>
            </a:r>
            <a:r>
              <a:rPr lang="it-IT" sz="1400" dirty="0"/>
              <a:t>` (o `</a:t>
            </a:r>
            <a:r>
              <a:rPr lang="it-IT" sz="1400" dirty="0" err="1"/>
              <a:t>pthread_cond_broadcast</a:t>
            </a:r>
            <a:r>
              <a:rPr lang="it-IT" sz="1400" dirty="0"/>
              <a:t>`) potrebbe essere fuorviante con un lettore in attesa. Un problema più sostanziale sembra essere che `m-&gt;</a:t>
            </a:r>
            <a:r>
              <a:rPr lang="it-IT" sz="1400" dirty="0" err="1"/>
              <a:t>num_lett</a:t>
            </a:r>
            <a:r>
              <a:rPr lang="it-IT" sz="1400" dirty="0"/>
              <a:t>` e `m-&gt;</a:t>
            </a:r>
            <a:r>
              <a:rPr lang="it-IT" sz="1400" dirty="0" err="1"/>
              <a:t>num_scritt</a:t>
            </a:r>
            <a:r>
              <a:rPr lang="it-IT" sz="1400" dirty="0"/>
              <a:t>` sono utilizzati in modo inaccurato tra le procedure. Più precisamente, dal codice visibile `scrittura` appare difettoso poiché </a:t>
            </a:r>
            <a:r>
              <a:rPr lang="it-IT" sz="1400" dirty="0" err="1"/>
              <a:t>num_lett</a:t>
            </a:r>
            <a:r>
              <a:rPr lang="it-IT" sz="1400" dirty="0"/>
              <a:t> &gt; 0 utilizza `VC_SCRITT`.</a:t>
            </a:r>
          </a:p>
        </p:txBody>
      </p:sp>
    </p:spTree>
    <p:extLst>
      <p:ext uri="{BB962C8B-B14F-4D97-AF65-F5344CB8AC3E}">
        <p14:creationId xmlns:p14="http://schemas.microsoft.com/office/powerpoint/2010/main" val="171300643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4F031E-82FC-0679-8928-A2B3D596E8EF}"/>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correct</a:t>
            </a:r>
            <a:r>
              <a:rPr lang="it-IT" sz="3200" dirty="0"/>
              <a:t>) (1):</a:t>
            </a:r>
          </a:p>
        </p:txBody>
      </p:sp>
      <p:sp>
        <p:nvSpPr>
          <p:cNvPr id="6" name="Segnaposto contenuto 5">
            <a:extLst>
              <a:ext uri="{FF2B5EF4-FFF2-40B4-BE49-F238E27FC236}">
                <a16:creationId xmlns:a16="http://schemas.microsoft.com/office/drawing/2014/main" id="{404B830D-625C-95BA-4E59-9209D975101A}"/>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8EEB2D90-DBD3-DCF4-21F8-70E0A0BE085A}"/>
              </a:ext>
            </a:extLst>
          </p:cNvPr>
          <p:cNvGraphicFramePr>
            <a:graphicFrameLocks/>
          </p:cNvGraphicFramePr>
          <p:nvPr>
            <p:extLst>
              <p:ext uri="{D42A27DB-BD31-4B8C-83A1-F6EECF244321}">
                <p14:modId xmlns:p14="http://schemas.microsoft.com/office/powerpoint/2010/main" val="3256005407"/>
              </p:ext>
            </p:extLst>
          </p:nvPr>
        </p:nvGraphicFramePr>
        <p:xfrm>
          <a:off x="117987" y="594360"/>
          <a:ext cx="11567648" cy="6177539"/>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296500">
                  <a:extLst>
                    <a:ext uri="{9D8B030D-6E8A-4147-A177-3AD203B41FA5}">
                      <a16:colId xmlns:a16="http://schemas.microsoft.com/office/drawing/2014/main" val="2402471246"/>
                    </a:ext>
                  </a:extLst>
                </a:gridCol>
                <a:gridCol w="754134">
                  <a:extLst>
                    <a:ext uri="{9D8B030D-6E8A-4147-A177-3AD203B41FA5}">
                      <a16:colId xmlns:a16="http://schemas.microsoft.com/office/drawing/2014/main" val="3564228665"/>
                    </a:ext>
                  </a:extLst>
                </a:gridCol>
                <a:gridCol w="1012723">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422787">
                  <a:extLst>
                    <a:ext uri="{9D8B030D-6E8A-4147-A177-3AD203B41FA5}">
                      <a16:colId xmlns:a16="http://schemas.microsoft.com/office/drawing/2014/main" val="75598170"/>
                    </a:ext>
                  </a:extLst>
                </a:gridCol>
                <a:gridCol w="1750142">
                  <a:extLst>
                    <a:ext uri="{9D8B030D-6E8A-4147-A177-3AD203B41FA5}">
                      <a16:colId xmlns:a16="http://schemas.microsoft.com/office/drawing/2014/main" val="963411808"/>
                    </a:ext>
                  </a:extLst>
                </a:gridCol>
                <a:gridCol w="639097">
                  <a:extLst>
                    <a:ext uri="{9D8B030D-6E8A-4147-A177-3AD203B41FA5}">
                      <a16:colId xmlns:a16="http://schemas.microsoft.com/office/drawing/2014/main" val="27591704"/>
                    </a:ext>
                  </a:extLst>
                </a:gridCol>
                <a:gridCol w="2172929">
                  <a:extLst>
                    <a:ext uri="{9D8B030D-6E8A-4147-A177-3AD203B41FA5}">
                      <a16:colId xmlns:a16="http://schemas.microsoft.com/office/drawing/2014/main" val="228824343"/>
                    </a:ext>
                  </a:extLst>
                </a:gridCol>
                <a:gridCol w="373626">
                  <a:extLst>
                    <a:ext uri="{9D8B030D-6E8A-4147-A177-3AD203B41FA5}">
                      <a16:colId xmlns:a16="http://schemas.microsoft.com/office/drawing/2014/main" val="2134066566"/>
                    </a:ext>
                  </a:extLst>
                </a:gridCol>
                <a:gridCol w="388370">
                  <a:extLst>
                    <a:ext uri="{9D8B030D-6E8A-4147-A177-3AD203B41FA5}">
                      <a16:colId xmlns:a16="http://schemas.microsoft.com/office/drawing/2014/main" val="1278294766"/>
                    </a:ext>
                  </a:extLst>
                </a:gridCol>
              </a:tblGrid>
              <a:tr h="1494818">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6459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sz="1050" dirty="0"/>
                        <a:t>anmont5</a:t>
                      </a:r>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3d9f274caeef490f7e46e51e0f88fa2d26cdc8f3</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a:t>
                      </a:r>
                      <a:r>
                        <a:rPr lang="it-IT" sz="1050" dirty="0"/>
                        <a:t>. Congratulazioni, l'esercizio compila ed esegue correttamente, e non è stato riscontrato nessuno degli errori frequenti nel codice</a:t>
                      </a:r>
                    </a:p>
                  </a:txBody>
                  <a:tcPr/>
                </a:tc>
                <a:tc>
                  <a:txBody>
                    <a:bodyPr/>
                    <a:lstStyle/>
                    <a:p>
                      <a:pPr algn="l"/>
                      <a:r>
                        <a:rPr lang="it-IT" sz="1050" dirty="0"/>
                        <a:t>Richiesta 0 Inviata (100, 9) [PID=57058]\n\</a:t>
                      </a:r>
                      <a:r>
                        <a:rPr lang="it-IT" sz="1050" dirty="0" err="1"/>
                        <a:t>nRisposta</a:t>
                      </a:r>
                      <a:r>
                        <a:rPr lang="it-IT" sz="1050" dirty="0"/>
                        <a:t> 0 Ricevuta (900) [PID=57058]\n\</a:t>
                      </a:r>
                      <a:r>
                        <a:rPr lang="it-IT" sz="1050" dirty="0" err="1"/>
                        <a:t>nRichiesta</a:t>
                      </a:r>
                      <a:r>
                        <a:rPr lang="it-IT" sz="1050" dirty="0"/>
                        <a:t> 1 Inviata (83, 18) [PID=57058](CONTINUA)…</a:t>
                      </a:r>
                    </a:p>
                  </a:txBody>
                  <a:tcPr/>
                </a:tc>
                <a:tc>
                  <a:txBody>
                    <a:bodyPr/>
                    <a:lstStyle/>
                    <a:p>
                      <a:pPr algn="l"/>
                      <a:endParaRPr lang="it-IT" sz="1050" dirty="0"/>
                    </a:p>
                  </a:txBody>
                  <a:tcPr/>
                </a:tc>
                <a:tc>
                  <a:txBody>
                    <a:bodyPr/>
                    <a:lstStyle/>
                    <a:p>
                      <a:pPr algn="l"/>
                      <a:r>
                        <a:rPr lang="it-IT" sz="1050" dirty="0"/>
                        <a:t>YES</a:t>
                      </a:r>
                    </a:p>
                  </a:txBody>
                  <a:tcPr/>
                </a:tc>
                <a:tc>
                  <a:txBody>
                    <a:bodyPr/>
                    <a:lstStyle/>
                    <a:p>
                      <a:pPr algn="l"/>
                      <a:r>
                        <a:rPr lang="en-US" sz="1050" dirty="0"/>
                        <a:t>The output shows a correct client-server interaction with proper request-response pairing. Three clients send five requests each, and the server responds with the correct product calculations. The output displays the correct values, counts, and ordering, with no visible mismatches or missing phases. The server's worker threads produce the expected results, and the clients receive the responses in the correct order. No concrete output mismatch is visible from the provided information.</a:t>
                      </a:r>
                      <a:endParaRPr lang="it-IT" sz="1050" dirty="0"/>
                    </a:p>
                  </a:txBody>
                  <a:tcPr/>
                </a:tc>
                <a:tc>
                  <a:txBody>
                    <a:bodyPr/>
                    <a:lstStyle/>
                    <a:p>
                      <a:pPr algn="l"/>
                      <a:r>
                        <a:rPr lang="it-IT" sz="1050" dirty="0"/>
                        <a:t>YES</a:t>
                      </a:r>
                    </a:p>
                  </a:txBody>
                  <a:tcPr/>
                </a:tc>
                <a:tc>
                  <a:txBody>
                    <a:bodyPr/>
                    <a:lstStyle/>
                    <a:p>
                      <a:pPr algn="l"/>
                      <a:r>
                        <a:rPr lang="en-US" sz="1050" dirty="0"/>
                        <a:t>No concrete correctness concrete defect is visible from the provided code and runtime context. The code appears to implement a multithreaded server with message queues, following the exercise requirements. Mutexes are used for mutual exclusion when sending responses to clients. The code and output show correct behavior, with clients sending requests, the server processing them, and responses being received correctly. There is no explicit concrete evidence of a defect in the provided code and output.</a:t>
                      </a:r>
                      <a:endParaRPr lang="it-IT" sz="1050" dirty="0"/>
                    </a:p>
                  </a:txBody>
                  <a:tcPr/>
                </a:tc>
                <a:tc>
                  <a:txBody>
                    <a:bodyPr/>
                    <a:lstStyle/>
                    <a:p>
                      <a:pPr algn="l"/>
                      <a:r>
                        <a:rPr lang="it-IT" sz="1050" dirty="0"/>
                        <a:t>YES</a:t>
                      </a:r>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04854197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4BCE4-1A57-3914-39D0-7DFCA3523C4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A54BE1A-5888-8FED-CB3F-20A0A69ACC4A}"/>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correct</a:t>
            </a:r>
            <a:r>
              <a:rPr lang="it-IT" sz="3200" dirty="0"/>
              <a:t>) (2):</a:t>
            </a:r>
          </a:p>
        </p:txBody>
      </p:sp>
      <p:sp>
        <p:nvSpPr>
          <p:cNvPr id="6" name="Segnaposto contenuto 5">
            <a:extLst>
              <a:ext uri="{FF2B5EF4-FFF2-40B4-BE49-F238E27FC236}">
                <a16:creationId xmlns:a16="http://schemas.microsoft.com/office/drawing/2014/main" id="{9887003A-1652-6EB8-E7D2-DA7BA841F29E}"/>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12338DEC-A478-7C91-F81B-AAF5605EFCB4}"/>
              </a:ext>
            </a:extLst>
          </p:cNvPr>
          <p:cNvGraphicFramePr>
            <a:graphicFrameLocks/>
          </p:cNvGraphicFramePr>
          <p:nvPr>
            <p:extLst>
              <p:ext uri="{D42A27DB-BD31-4B8C-83A1-F6EECF244321}">
                <p14:modId xmlns:p14="http://schemas.microsoft.com/office/powerpoint/2010/main" val="626116669"/>
              </p:ext>
            </p:extLst>
          </p:nvPr>
        </p:nvGraphicFramePr>
        <p:xfrm>
          <a:off x="117987" y="594360"/>
          <a:ext cx="11567648" cy="6177539"/>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245700">
                  <a:extLst>
                    <a:ext uri="{9D8B030D-6E8A-4147-A177-3AD203B41FA5}">
                      <a16:colId xmlns:a16="http://schemas.microsoft.com/office/drawing/2014/main" val="2402471246"/>
                    </a:ext>
                  </a:extLst>
                </a:gridCol>
                <a:gridCol w="804934">
                  <a:extLst>
                    <a:ext uri="{9D8B030D-6E8A-4147-A177-3AD203B41FA5}">
                      <a16:colId xmlns:a16="http://schemas.microsoft.com/office/drawing/2014/main" val="3564228665"/>
                    </a:ext>
                  </a:extLst>
                </a:gridCol>
                <a:gridCol w="1012723">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422787">
                  <a:extLst>
                    <a:ext uri="{9D8B030D-6E8A-4147-A177-3AD203B41FA5}">
                      <a16:colId xmlns:a16="http://schemas.microsoft.com/office/drawing/2014/main" val="75598170"/>
                    </a:ext>
                  </a:extLst>
                </a:gridCol>
                <a:gridCol w="1750142">
                  <a:extLst>
                    <a:ext uri="{9D8B030D-6E8A-4147-A177-3AD203B41FA5}">
                      <a16:colId xmlns:a16="http://schemas.microsoft.com/office/drawing/2014/main" val="963411808"/>
                    </a:ext>
                  </a:extLst>
                </a:gridCol>
                <a:gridCol w="639097">
                  <a:extLst>
                    <a:ext uri="{9D8B030D-6E8A-4147-A177-3AD203B41FA5}">
                      <a16:colId xmlns:a16="http://schemas.microsoft.com/office/drawing/2014/main" val="27591704"/>
                    </a:ext>
                  </a:extLst>
                </a:gridCol>
                <a:gridCol w="2172929">
                  <a:extLst>
                    <a:ext uri="{9D8B030D-6E8A-4147-A177-3AD203B41FA5}">
                      <a16:colId xmlns:a16="http://schemas.microsoft.com/office/drawing/2014/main" val="228824343"/>
                    </a:ext>
                  </a:extLst>
                </a:gridCol>
                <a:gridCol w="373626">
                  <a:extLst>
                    <a:ext uri="{9D8B030D-6E8A-4147-A177-3AD203B41FA5}">
                      <a16:colId xmlns:a16="http://schemas.microsoft.com/office/drawing/2014/main" val="2134066566"/>
                    </a:ext>
                  </a:extLst>
                </a:gridCol>
                <a:gridCol w="388370">
                  <a:extLst>
                    <a:ext uri="{9D8B030D-6E8A-4147-A177-3AD203B41FA5}">
                      <a16:colId xmlns:a16="http://schemas.microsoft.com/office/drawing/2014/main" val="1278294766"/>
                    </a:ext>
                  </a:extLst>
                </a:gridCol>
              </a:tblGrid>
              <a:tr h="1494818">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6459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sz="1050" dirty="0" err="1"/>
                        <a:t>annxj</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6416c53d93748b388bd5b7fd23de36c84ab7cd3a</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server aggregatore con </a:t>
                      </a:r>
                      <a:r>
                        <a:rPr lang="it-IT" sz="1050" dirty="0" err="1"/>
                        <a:t>thread</a:t>
                      </a:r>
                      <a:r>
                        <a:rPr lang="it-IT" sz="1050" dirty="0"/>
                        <a:t>. Congratulazioni, l'esercizio compila ed esegue correttamente, e non è stato riscontrato nessuno degli errori frequenti nel codice</a:t>
                      </a:r>
                    </a:p>
                  </a:txBody>
                  <a:tcPr/>
                </a:tc>
                <a:tc>
                  <a:txBody>
                    <a:bodyPr/>
                    <a:lstStyle/>
                    <a:p>
                      <a:pPr algn="l"/>
                      <a:r>
                        <a:rPr lang="it-IT" sz="1050" dirty="0"/>
                        <a:t>Avvio processo collettore (id coda = 786450)...\</a:t>
                      </a:r>
                      <a:r>
                        <a:rPr lang="it-IT" sz="1050" dirty="0" err="1"/>
                        <a:t>nCollettore</a:t>
                      </a:r>
                      <a:r>
                        <a:rPr lang="it-IT" sz="1050" dirty="0"/>
                        <a:t>: In attesa di messaggi...\</a:t>
                      </a:r>
                      <a:r>
                        <a:rPr lang="it-IT" sz="1050" dirty="0" err="1"/>
                        <a:t>nCollettore</a:t>
                      </a:r>
                      <a:r>
                        <a:rPr lang="it-IT" sz="1050" dirty="0"/>
                        <a:t>: Ricevuto valore=7\</a:t>
                      </a:r>
                      <a:r>
                        <a:rPr lang="it-IT" sz="1050" dirty="0" err="1"/>
                        <a:t>nCollettore</a:t>
                      </a:r>
                      <a:r>
                        <a:rPr lang="it-IT" sz="1050" dirty="0"/>
                        <a:t>: In attesa di messaggi...\</a:t>
                      </a:r>
                      <a:r>
                        <a:rPr lang="it-IT" sz="1050" dirty="0" err="1"/>
                        <a:t>nCollettore</a:t>
                      </a:r>
                      <a:r>
                        <a:rPr lang="it-IT" sz="1050" dirty="0"/>
                        <a:t>: Ricevuto valore=8\</a:t>
                      </a:r>
                    </a:p>
                    <a:p>
                      <a:pPr algn="l"/>
                      <a:r>
                        <a:rPr lang="it-IT" sz="1050" dirty="0"/>
                        <a:t>(CONTINUA)…</a:t>
                      </a:r>
                    </a:p>
                  </a:txBody>
                  <a:tcPr/>
                </a:tc>
                <a:tc>
                  <a:txBody>
                    <a:bodyPr/>
                    <a:lstStyle/>
                    <a:p>
                      <a:pPr algn="l"/>
                      <a:endParaRPr lang="it-IT" sz="1050" dirty="0"/>
                    </a:p>
                  </a:txBody>
                  <a:tcPr/>
                </a:tc>
                <a:tc>
                  <a:txBody>
                    <a:bodyPr/>
                    <a:lstStyle/>
                    <a:p>
                      <a:pPr algn="l"/>
                      <a:r>
                        <a:rPr lang="it-IT" sz="1050" dirty="0"/>
                        <a:t>YES</a:t>
                      </a:r>
                    </a:p>
                  </a:txBody>
                  <a:tcPr/>
                </a:tc>
                <a:tc>
                  <a:txBody>
                    <a:bodyPr/>
                    <a:lstStyle/>
                    <a:p>
                      <a:pPr algn="l"/>
                      <a:r>
                        <a:rPr lang="en-US" sz="1050" dirty="0"/>
                        <a:t>No concrete output mismatch is visible from the provided information. The output shows a coherent interaction between the </a:t>
                      </a:r>
                      <a:r>
                        <a:rPr lang="en-US" sz="1050" dirty="0" err="1"/>
                        <a:t>sensore</a:t>
                      </a:r>
                      <a:r>
                        <a:rPr lang="en-US" sz="1050" dirty="0"/>
                        <a:t>, </a:t>
                      </a:r>
                      <a:r>
                        <a:rPr lang="en-US" sz="1050" dirty="0" err="1"/>
                        <a:t>aggregatore</a:t>
                      </a:r>
                      <a:r>
                        <a:rPr lang="en-US" sz="1050" dirty="0"/>
                        <a:t>, and </a:t>
                      </a:r>
                      <a:r>
                        <a:rPr lang="en-US" sz="1050" dirty="0" err="1"/>
                        <a:t>collettore</a:t>
                      </a:r>
                      <a:r>
                        <a:rPr lang="en-US" sz="1050" dirty="0"/>
                        <a:t> processes, with correct value propagation and no apparent message loss or corruption. The trace displays the expected producer-consumer and request-response patterns, with proper ordering and pairing of operations.</a:t>
                      </a:r>
                      <a:endParaRPr lang="it-IT" sz="1050" dirty="0"/>
                    </a:p>
                  </a:txBody>
                  <a:tcPr/>
                </a:tc>
                <a:tc>
                  <a:txBody>
                    <a:bodyPr/>
                    <a:lstStyle/>
                    <a:p>
                      <a:pPr algn="l"/>
                      <a:r>
                        <a:rPr lang="it-IT" sz="1050" dirty="0"/>
                        <a:t>YES</a:t>
                      </a:r>
                    </a:p>
                  </a:txBody>
                  <a:tcPr/>
                </a:tc>
                <a:tc>
                  <a:txBody>
                    <a:bodyPr/>
                    <a:lstStyle/>
                    <a:p>
                      <a:pPr algn="l"/>
                      <a:r>
                        <a:rPr lang="en-US" sz="1050" dirty="0"/>
                        <a:t>No concrete correctness concrete defect is visible from the provided code and runtime context. The code appears to implement the required server aggregator with threads, message queues, and synchronization primitives correctly. The observed runtime/output shows that the processes and threads are executing as expected, and no explicit errors or violations are evident.</a:t>
                      </a:r>
                      <a:endParaRPr lang="it-IT" sz="1050" dirty="0"/>
                    </a:p>
                  </a:txBody>
                  <a:tcPr/>
                </a:tc>
                <a:tc>
                  <a:txBody>
                    <a:bodyPr/>
                    <a:lstStyle/>
                    <a:p>
                      <a:pPr algn="l"/>
                      <a:r>
                        <a:rPr lang="it-IT" sz="1050" dirty="0"/>
                        <a:t>YES</a:t>
                      </a:r>
                    </a:p>
                  </a:txBody>
                  <a:tcPr/>
                </a:tc>
                <a:tc>
                  <a:txBody>
                    <a:bodyPr/>
                    <a:lstStyle/>
                    <a:p>
                      <a:pPr algn="l"/>
                      <a:r>
                        <a:rPr lang="it-IT" sz="1050" dirty="0"/>
                        <a:t>NO</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05142287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p:txBody>
          <a:bodyPr/>
          <a:lstStyle/>
          <a:p>
            <a:r>
              <a:rPr lang="it-IT" dirty="0"/>
              <a:t>Analisi effettuate</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308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4" y="1785046"/>
            <a:ext cx="6495839" cy="3897503"/>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dirty="0"/>
              <a:t>Static Failure - </a:t>
            </a:r>
            <a:r>
              <a:rPr lang="en-US" sz="3300" dirty="0" err="1"/>
              <a:t>Analisi</a:t>
            </a:r>
            <a:r>
              <a:rPr lang="en-US" sz="3300" dirty="0"/>
              <a:t> Output LLM </a:t>
            </a:r>
            <a:r>
              <a:rPr lang="en-US" sz="3300" dirty="0" err="1"/>
              <a:t>Primario</a:t>
            </a:r>
            <a:endParaRPr lang="en-US" sz="3300" dirty="0"/>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dirty="0"/>
              <a:t>Static Failure - </a:t>
            </a:r>
            <a:r>
              <a:rPr lang="en-US" sz="3900" dirty="0" err="1"/>
              <a:t>Analisi</a:t>
            </a:r>
            <a:r>
              <a:rPr lang="en-US" sz="3900" dirty="0"/>
              <a:t> </a:t>
            </a:r>
            <a:r>
              <a:rPr lang="en-US" sz="3900" dirty="0" err="1"/>
              <a:t>Codice</a:t>
            </a:r>
            <a:r>
              <a:rPr lang="en-US" sz="3900" dirty="0"/>
              <a:t> LLM </a:t>
            </a:r>
            <a:r>
              <a:rPr lang="en-US" sz="3900" dirty="0" err="1"/>
              <a:t>Primario</a:t>
            </a:r>
            <a:endParaRPr lang="it-IT" sz="3900" dirty="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12986</TotalTime>
  <Words>4152</Words>
  <Application>Microsoft Office PowerPoint</Application>
  <PresentationFormat>Widescreen</PresentationFormat>
  <Paragraphs>349</Paragraphs>
  <Slides>26</Slides>
  <Notes>0</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26</vt:i4>
      </vt:variant>
    </vt:vector>
  </HeadingPairs>
  <TitlesOfParts>
    <vt:vector size="35" baseType="lpstr">
      <vt:lpstr>Aptos</vt:lpstr>
      <vt:lpstr>Arial</vt:lpstr>
      <vt:lpstr>Bahnschrift</vt:lpstr>
      <vt:lpstr>Bahnschrift Light</vt:lpstr>
      <vt:lpstr>Century Gothic</vt:lpstr>
      <vt:lpstr>Wingdings</vt:lpstr>
      <vt:lpstr>Wingdings 3</vt:lpstr>
      <vt:lpstr>Ione</vt:lpstr>
      <vt:lpstr>NewYork</vt:lpstr>
      <vt:lpstr>LLM PER SO ESPERIMENTO 1.0 (SETTIMA  PRESENTAZIONE)</vt:lpstr>
      <vt:lpstr>Obiettivi</vt:lpstr>
      <vt:lpstr>Ottimizzazione dell’uso dei modelli LLM</vt:lpstr>
      <vt:lpstr>Validazione delle regole di analisi statica</vt:lpstr>
      <vt:lpstr>Utilizzo Giudice </vt:lpstr>
      <vt:lpstr>Miglioramento diagnosi LLM Primario</vt:lpstr>
      <vt:lpstr>Esempio di risultato (timeout) (1):</vt:lpstr>
      <vt:lpstr>Esempio 1 , timeout (errore codice, assenza di warnings)</vt:lpstr>
      <vt:lpstr>Esempio di risultato (dynamic_failure) (2):</vt:lpstr>
      <vt:lpstr>Esempio dynamic failure (2)</vt:lpstr>
      <vt:lpstr>Esempio di risultato (dynamic_failure) (3):</vt:lpstr>
      <vt:lpstr>Esempio dynamic failure (3)</vt:lpstr>
      <vt:lpstr>Esempio di risultato (static_failure) (1):</vt:lpstr>
      <vt:lpstr>Esempio static failure (1)</vt:lpstr>
      <vt:lpstr>Esempio di risultato (static_failure) (2):</vt:lpstr>
      <vt:lpstr>Esempio static failure (2)</vt:lpstr>
      <vt:lpstr>Esempio di risultato (correct) (1):</vt:lpstr>
      <vt:lpstr>Esempio di risultato (correct) (2):</vt:lpstr>
      <vt:lpstr>Analisi effettuate</vt:lpstr>
      <vt:lpstr>Distribuzione per failure category</vt:lpstr>
      <vt:lpstr>Dynamic Failure - Analisi Output LLM Primario </vt:lpstr>
      <vt:lpstr>Dynamic Failure - Analisi Codice LLM Primario </vt:lpstr>
      <vt:lpstr>Static Failure - Analisi Output LLM Primario</vt:lpstr>
      <vt:lpstr>Static Failure - Analisi Codice LLM Primario</vt:lpstr>
      <vt:lpstr>Corretti- Analisi Output LLM Primario (falsi positivi)</vt:lpstr>
      <vt:lpstr>Corretti- Analisi Codice LLM Primario (falsi positivi)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2026-04-09T10:57:36Z</dcterms:modified>
</cp:coreProperties>
</file>